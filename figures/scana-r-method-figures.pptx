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26fa406ae64a98" /><Relationship Type="http://schemas.openxmlformats.org/officeDocument/2006/relationships/extended-properties" Target="/docProps/app.xml" Id="R15cbbd4a781f43e8" /><Relationship Type="http://schemas.openxmlformats.org/officeDocument/2006/relationships/officeDocument" Target="/ppt/presentation.xml" Id="Rbc380ecddb664b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ee68ccdaf34271"/>
  </p:sldMasterIdLst>
  <p:notesMasterIdLst>
    <p:notesMasterId xmlns:r="http://schemas.openxmlformats.org/officeDocument/2006/relationships" r:id="R0b6a0fae6262445b"/>
  </p:notesMasterIdLst>
  <p:sldIdLst>
    <p:sldId xmlns:r="http://schemas.openxmlformats.org/officeDocument/2006/relationships" id="256" r:id="Rdbbbda316bb74c14"/>
    <p:sldId xmlns:r="http://schemas.openxmlformats.org/officeDocument/2006/relationships" id="257" r:id="Rc53e554040274999"/>
    <p:sldId xmlns:r="http://schemas.openxmlformats.org/officeDocument/2006/relationships" id="258" r:id="Rf212964b51b84853"/>
    <p:sldId xmlns:r="http://schemas.openxmlformats.org/officeDocument/2006/relationships" id="259" r:id="Rb1482116b9414ed6"/>
  </p:sldIdLst>
  <p:sldSz cx="16897350" cy="84486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c639cb342a4069" /><Relationship Type="http://schemas.openxmlformats.org/officeDocument/2006/relationships/slideMaster" Target="/ppt/slideMasters/slideMaster1.xml" Id="Racee68ccdaf34271" /><Relationship Type="http://schemas.openxmlformats.org/officeDocument/2006/relationships/notesMaster" Target="/ppt/notesMasters/notesMaster1.xml" Id="R0b6a0fae6262445b" /><Relationship Type="http://schemas.openxmlformats.org/officeDocument/2006/relationships/presProps" Target="/ppt/presProps.xml" Id="R30829f521bea440b" /><Relationship Type="http://schemas.openxmlformats.org/officeDocument/2006/relationships/tableStyles" Target="/ppt/tableStyles.xml" Id="R7a4c12f20bbb4969" /><Relationship Type="http://schemas.openxmlformats.org/officeDocument/2006/relationships/slide" Target="/ppt/slides/slide1.xml" Id="Rdbbbda316bb74c14" /><Relationship Type="http://schemas.openxmlformats.org/officeDocument/2006/relationships/slide" Target="/ppt/slides/slide2.xml" Id="Rc53e554040274999" /><Relationship Type="http://schemas.openxmlformats.org/officeDocument/2006/relationships/slide" Target="/ppt/slides/slide3.xml" Id="Rf212964b51b84853" /><Relationship Type="http://schemas.openxmlformats.org/officeDocument/2006/relationships/slide" Target="/ppt/slides/slide4.xml" Id="Rb1482116b9414e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893169b88d40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252A32"/>
      </a:dk1>
      <a:lt1>
        <a:srgbClr val="FFFFFF"/>
      </a:lt1>
      <a:dk2>
        <a:srgbClr val="20252D"/>
      </a:dk2>
      <a:lt2>
        <a:srgbClr val="F7F8FA"/>
      </a:lt2>
      <a:accent1>
        <a:srgbClr val="3C5488"/>
      </a:accent1>
      <a:accent2>
        <a:srgbClr val="F39B7F"/>
      </a:accent2>
      <a:accent3>
        <a:srgbClr val="8491B4"/>
      </a:accent3>
      <a:accent4>
        <a:srgbClr val="00A087"/>
      </a:accent4>
      <a:accent5>
        <a:srgbClr val="68717D"/>
      </a:accent5>
      <a:accent6>
        <a:srgbClr val="DFAE9F"/>
      </a:accent6>
      <a:hlink>
        <a:srgbClr val="3C5488"/>
      </a:hlink>
      <a:folHlink>
        <a:srgbClr val="8491B4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252A32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252A32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252A32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252A32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252A32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252A32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252A32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0c5c2721db409b" /><Relationship Type="http://schemas.openxmlformats.org/officeDocument/2006/relationships/notesMaster" Target="/ppt/notesMasters/notesMaster1.xml" Id="R9f8cfa9cc7b145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faa85933d943dc" /><Relationship Type="http://schemas.openxmlformats.org/officeDocument/2006/relationships/notesMaster" Target="/ppt/notesMasters/notesMaster1.xml" Id="Rd1fe35d07bae40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21c4b1a04547a6" /><Relationship Type="http://schemas.openxmlformats.org/officeDocument/2006/relationships/notesMaster" Target="/ppt/notesMasters/notesMaster1.xml" Id="R463721a784f848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8459c58af34758" /><Relationship Type="http://schemas.openxmlformats.org/officeDocument/2006/relationships/notesMaster" Target="/ppt/notesMasters/notesMaster1.xml" Id="Rb1521abf52ea47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SCANA-R: same-task out-of-episode errors, bounded 8-step pulse, terminally successful replay, current recovery observations. Source: code/scana_experiments/recovery_augmentation.py and frozen protocol in revision_work/scana_algorithm_redesign_v36_20260919/independent_test. Illustrative robot icons are retained from the approved PPT and are schematic, not an experimental hardware depiction.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SCANA-R: same-task out-of-episode errors, bounded 8-step pulse, terminally successful replay, current recovery observations. Source: code/scana_experiments/recovery_augmentation.py and frozen protocol in revision_work/scana_algorithm_redesign_v36_20260919/independent_test. Illustrative robot icons are retained from the approved PPT and are schematic, not an experimental hardware depiction.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SCANA-R: same-task out-of-episode errors, bounded 8-step pulse, terminally successful replay, current recovery observations. Source: code/scana_experiments/recovery_augmentation.py and frozen protocol in revision_work/scana_algorithm_redesign_v36_20260919/independent_test. Illustrative robot icons are retained from the approved PPT and are schematic, not an experimental hardware depiction.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SCANA-R: same-task out-of-episode errors, bounded 8-step pulse, terminally successful replay, current recovery observations. Source: code/scana_experiments/recovery_augmentation.py and frozen protocol in revision_work/scana_algorithm_redesign_v36_20260919/independent_test. Illustrative robot icons are retained from the approved PPT and are schematic, not an experimental hardware depiction.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ce272608f49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4ea7839e364512" /><Relationship Type="http://schemas.openxmlformats.org/officeDocument/2006/relationships/slideLayout" Target="/ppt/slideLayouts/slideLayout1.xml" Id="R3e7ab7a857a341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7ab7a857a341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252A32"/>
      </a:dk1>
      <a:lt1>
        <a:srgbClr val="FFFFFF"/>
      </a:lt1>
      <a:dk2>
        <a:srgbClr val="20252D"/>
      </a:dk2>
      <a:lt2>
        <a:srgbClr val="F7F8FA"/>
      </a:lt2>
      <a:accent1>
        <a:srgbClr val="3C5488"/>
      </a:accent1>
      <a:accent2>
        <a:srgbClr val="F39B7F"/>
      </a:accent2>
      <a:accent3>
        <a:srgbClr val="8491B4"/>
      </a:accent3>
      <a:accent4>
        <a:srgbClr val="00A087"/>
      </a:accent4>
      <a:accent5>
        <a:srgbClr val="68717D"/>
      </a:accent5>
      <a:accent6>
        <a:srgbClr val="DFAE9F"/>
      </a:accent6>
      <a:hlink>
        <a:srgbClr val="3C5488"/>
      </a:hlink>
      <a:folHlink>
        <a:srgbClr val="8491B4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252A32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252A32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252A32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252A32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252A32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252A32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252A32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6604cd552485c" /><Relationship Type="http://schemas.openxmlformats.org/officeDocument/2006/relationships/notesSlide" Target="/ppt/notesSlides/notesSlide1.xml" Id="R913d57a919aa43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622eaf32f4a8d" /><Relationship Type="http://schemas.openxmlformats.org/officeDocument/2006/relationships/notesSlide" Target="/ppt/notesSlides/notesSlide2.xml" Id="Ra261d42b9edc41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9d83829c4496f" /><Relationship Type="http://schemas.openxmlformats.org/officeDocument/2006/relationships/notesSlide" Target="/ppt/notesSlides/notesSlide3.xml" Id="R6d52abfdf85e45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8f6b1f4eb4fe7" /><Relationship Type="http://schemas.openxmlformats.org/officeDocument/2006/relationships/notesSlide" Target="/ppt/notesSlides/notesSlide4.xml" Id="R78fc4e22241b42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7" name="F1-0001-roundRect">
            <a:extLst xmlns:a="http://schemas.openxmlformats.org/drawingml/2006/main">
              <a:ext uri="{FF2B5EF4-FFF2-40B4-BE49-F238E27FC236}">
                <a16:creationId xmlns:a16="http://schemas.microsoft.com/office/drawing/2014/main" id="{30928D1D-DC5F-45E3-90E5-D7C7EAEBE4F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4300" y="95250"/>
            <a:ext cx="5124450" cy="7934325"/>
          </a:xfrm>
          <a:prstGeom xmlns:a="http://schemas.openxmlformats.org/drawingml/2006/main" prst="roundRect">
            <a:avLst>
              <a:gd name="adj" fmla="val 20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2" name="F1-0002-roundRect">
            <a:extLst xmlns:a="http://schemas.openxmlformats.org/drawingml/2006/main">
              <a:ext uri="{FF2B5EF4-FFF2-40B4-BE49-F238E27FC236}">
                <a16:creationId xmlns:a16="http://schemas.microsoft.com/office/drawing/2014/main" id="{93589522-FB5E-4B80-A5C5-A66D134DC8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43525" y="95250"/>
            <a:ext cx="6248400" cy="7934325"/>
          </a:xfrm>
          <a:prstGeom xmlns:a="http://schemas.openxmlformats.org/drawingml/2006/main" prst="roundRect">
            <a:avLst>
              <a:gd name="adj" fmla="val 1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3" name="F1-0003-roundRect">
            <a:extLst xmlns:a="http://schemas.openxmlformats.org/drawingml/2006/main">
              <a:ext uri="{FF2B5EF4-FFF2-40B4-BE49-F238E27FC236}">
                <a16:creationId xmlns:a16="http://schemas.microsoft.com/office/drawing/2014/main" id="{D50541C1-C723-4003-B280-35E0A3ECB1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715750" y="95250"/>
            <a:ext cx="5076825" cy="7934325"/>
          </a:xfrm>
          <a:prstGeom xmlns:a="http://schemas.openxmlformats.org/drawingml/2006/main" prst="roundRect">
            <a:avLst>
              <a:gd name="adj" fmla="val 20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4" name="F1-0004-text">
            <a:extLst xmlns:a="http://schemas.openxmlformats.org/drawingml/2006/main">
              <a:ext uri="{FF2B5EF4-FFF2-40B4-BE49-F238E27FC236}">
                <a16:creationId xmlns:a16="http://schemas.microsoft.com/office/drawing/2014/main" id="{E66666B7-B145-47DA-9903-145905C8710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38200" y="152400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Source organization</a:t>
            </a:r>
          </a:p>
        </p:txBody>
      </p:sp>
      <p:sp>
        <p:nvSpPr>
          <p:cNvPr id="5" name="F1-0005-text"/>
          <p:cNvSpPr txBox="1"/>
          <p:nvPr/>
        </p:nvSpPr>
        <p:spPr>
          <ns0:xfrm xmlns:ns0="http://schemas.openxmlformats.org/drawingml/2006/main">
            <ns0:off x="838200" y="542925"/>
            <ns0:ext cx="3333750" cy="3143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Successful simulation replays</ns0:t>
            </ns0:r>
          </ns0:p>
        </p:txBody>
      </p:sp>
      <p:sp>
        <p:nvSpPr>
          <p:cNvPr id="6" name="F1-0006-text">
            <a:extLst xmlns:a="http://schemas.openxmlformats.org/drawingml/2006/main">
              <a:ext uri="{FF2B5EF4-FFF2-40B4-BE49-F238E27FC236}">
                <a16:creationId xmlns:a16="http://schemas.microsoft.com/office/drawing/2014/main" id="{84325A91-35C1-4DA0-85AF-DD44CBCDC0D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445000" y="482600"/>
            <a:ext cx="635000" cy="235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82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Fig. 2</a:t>
            </a:r>
          </a:p>
        </p:txBody>
      </p:sp>
      <p:sp>
        <p:nvSpPr>
          <p:cNvPr id="7" name="F1-0007-text">
            <a:extLst xmlns:a="http://schemas.openxmlformats.org/drawingml/2006/main">
              <a:ext uri="{FF2B5EF4-FFF2-40B4-BE49-F238E27FC236}">
                <a16:creationId xmlns:a16="http://schemas.microsoft.com/office/drawing/2014/main" id="{14BF7664-783A-430C-9640-E6E48114BBC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276725" y="490538"/>
            <a:ext cx="771525" cy="235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82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8" name="F1-0008-text"/>
          <p:cNvSpPr txBox="1"/>
          <p:nvPr/>
        </p:nvSpPr>
        <p:spPr>
          <ns0:xfrm xmlns:ns0="http://schemas.openxmlformats.org/drawingml/2006/main">
            <ns0:off x="6048375" y="152400"/>
            <ns0:ext cx="4572000" cy="44624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92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Policy-error calibration</ns0:t>
            </ns0:r>
          </ns0:p>
        </p:txBody>
      </p:sp>
      <p:sp>
        <p:nvSpPr>
          <p:cNvPr id="9" name="F1-0009-text"/>
          <p:cNvSpPr txBox="1"/>
          <p:nvPr/>
        </p:nvSpPr>
        <p:spPr>
          <ns0:xfrm xmlns:ns0="http://schemas.openxmlformats.org/drawingml/2006/main">
            <ns0:off x="6048375" y="542925"/>
            <ns0:ext cx="4476750" cy="31480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Calibrate within each task</ns0:t>
            </ns0:r>
          </ns0:p>
        </p:txBody>
      </p:sp>
      <p:sp>
        <p:nvSpPr>
          <p:cNvPr id="10" name="F1-0010-text">
            <a:extLst xmlns:a="http://schemas.openxmlformats.org/drawingml/2006/main">
              <a:ext uri="{FF2B5EF4-FFF2-40B4-BE49-F238E27FC236}">
                <a16:creationId xmlns:a16="http://schemas.microsoft.com/office/drawing/2014/main" id="{8D16943B-4A77-4677-9A33-D8556C1BEE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0795000" y="482600"/>
            <a:ext cx="698500" cy="227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6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Fig. 3</a:t>
            </a:r>
          </a:p>
        </p:txBody>
      </p:sp>
      <p:sp>
        <p:nvSpPr>
          <p:cNvPr id="11" name="F1-0011-text">
            <a:extLst xmlns:a="http://schemas.openxmlformats.org/drawingml/2006/main">
              <a:ext uri="{FF2B5EF4-FFF2-40B4-BE49-F238E27FC236}">
                <a16:creationId xmlns:a16="http://schemas.microsoft.com/office/drawing/2014/main" id="{7E9EBDC2-3208-407D-95C9-1792EC96991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0753725" y="490538"/>
            <a:ext cx="742950" cy="227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6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2" name="F1-0012-text"/>
          <p:cNvSpPr txBox="1"/>
          <p:nvPr/>
        </p:nvSpPr>
        <p:spPr>
          <ns0:xfrm xmlns:ns0="http://schemas.openxmlformats.org/drawingml/2006/main">
            <ns0:off x="12163425" y="152400"/>
            <ns0:ext cx="3590925" cy="4572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77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Recovery supervision</ns0:t>
            </ns0:r>
          </ns0:p>
        </p:txBody>
      </p:sp>
      <p:sp>
        <p:nvSpPr>
          <p:cNvPr id="13" name="F1-0013-text"/>
          <p:cNvSpPr txBox="1"/>
          <p:nvPr/>
        </p:nvSpPr>
        <p:spPr>
          <ns0:xfrm xmlns:ns0="http://schemas.openxmlformats.org/drawingml/2006/main">
            <ns0:off x="12420600" y="542925"/>
            <ns0:ext cx="3619500" cy="31480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Replay and record</ns0:t>
            </ns0:r>
          </ns0:p>
        </p:txBody>
      </p:sp>
      <p:sp>
        <p:nvSpPr>
          <p:cNvPr id="14" name="F1-0014-text">
            <a:extLst xmlns:a="http://schemas.openxmlformats.org/drawingml/2006/main">
              <a:ext uri="{FF2B5EF4-FFF2-40B4-BE49-F238E27FC236}">
                <a16:creationId xmlns:a16="http://schemas.microsoft.com/office/drawing/2014/main" id="{4F798EA9-F4E5-42C4-87BE-0C64275E840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5875000" y="48260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Fig. 4</a:t>
            </a:r>
          </a:p>
        </p:txBody>
      </p:sp>
      <p:sp>
        <p:nvSpPr>
          <p:cNvPr id="15" name="F1-0015-text">
            <a:extLst xmlns:a="http://schemas.openxmlformats.org/drawingml/2006/main">
              <a:ext uri="{FF2B5EF4-FFF2-40B4-BE49-F238E27FC236}">
                <a16:creationId xmlns:a16="http://schemas.microsoft.com/office/drawing/2014/main" id="{7576A90B-31E9-4582-A0BE-3CDE5EB26DC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5840075" y="490538"/>
            <a:ext cx="847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6" name="F1-0016-roundRect">
            <a:extLst xmlns:a="http://schemas.openxmlformats.org/drawingml/2006/main">
              <a:ext uri="{FF2B5EF4-FFF2-40B4-BE49-F238E27FC236}">
                <a16:creationId xmlns:a16="http://schemas.microsoft.com/office/drawing/2014/main" id="{A829AA5A-9ACD-4785-BE24-497264D16A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4325" y="895350"/>
            <a:ext cx="4714875" cy="1628775"/>
          </a:xfrm>
          <a:prstGeom xmlns:a="http://schemas.openxmlformats.org/drawingml/2006/main" prst="roundRect">
            <a:avLst>
              <a:gd name="adj" fmla="val 4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17" name="F1-0017-roundRect">
            <a:extLst xmlns:a="http://schemas.openxmlformats.org/drawingml/2006/main">
              <a:ext uri="{FF2B5EF4-FFF2-40B4-BE49-F238E27FC236}">
                <a16:creationId xmlns:a16="http://schemas.microsoft.com/office/drawing/2014/main" id="{A2814BFF-171E-4DE7-97DE-9E3E8D0FB7A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4325" y="2819400"/>
            <a:ext cx="4714875" cy="1590675"/>
          </a:xfrm>
          <a:prstGeom xmlns:a="http://schemas.openxmlformats.org/drawingml/2006/main" prst="roundRect">
            <a:avLst>
              <a:gd name="adj" fmla="val 4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18" name="F1-0018-text"/>
          <p:cNvSpPr txBox="1"/>
          <p:nvPr/>
        </p:nvSpPr>
        <p:spPr>
          <ns0:xfrm xmlns:ns0="http://schemas.openxmlformats.org/drawingml/2006/main">
            <ns0:off x="438150" y="981075"/>
            <ns0:ext cx="197167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Successful replays</ns0:t>
            </ns0:r>
          </ns0:p>
        </p:txBody>
      </p:sp>
      <p:sp>
        <p:nvSpPr>
          <p:cNvPr id="19" name="F1-0019-text"/>
          <p:cNvSpPr txBox="1"/>
          <p:nvPr/>
        </p:nvSpPr>
        <p:spPr>
          <ns0:xfrm xmlns:ns0="http://schemas.openxmlformats.org/drawingml/2006/main">
            <ns0:off x="2495550" y="981075"/>
            <ns0:ext cx="160972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(simulation)</ns0:t>
            </ns0:r>
          </ns0:p>
        </p:txBody>
      </p:sp>
      <p:sp>
        <p:nvSpPr>
          <p:cNvPr id="20" name="F1-0020-text"/>
          <p:cNvSpPr txBox="1"/>
          <p:nvPr/>
        </p:nvSpPr>
        <p:spPr>
          <ns0:xfrm xmlns:ns0="http://schemas.openxmlformats.org/drawingml/2006/main">
            <ns0:off x="438150" y="2895600"/>
            <ns0:ext cx="191452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Reference actions</ns0:t>
            </ns0:r>
          </ns0:p>
        </p:txBody>
      </p:sp>
      <p:sp>
        <p:nvSpPr>
          <p:cNvPr id="21" name="F1-0021-text"/>
          <p:cNvSpPr txBox="1"/>
          <p:nvPr/>
        </p:nvSpPr>
        <p:spPr>
          <ns0:xfrm xmlns:ns0="http://schemas.openxmlformats.org/drawingml/2006/main">
            <ns0:off x="2438400" y="2895600"/>
            <ns0:ext cx="191452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(same episodes)</ns0:t>
            </ns0:r>
          </ns0:p>
        </p:txBody>
      </p:sp>
      <p:grpSp>
        <p:nvGrpSpPr>
          <p:cNvPr id="618" name="F1-robotTable-47-137"/>
          <p:cNvGrpSpPr/>
          <p:nvPr/>
        </p:nvGrpSpPr>
        <p:grpSpPr>
          <ns1:xfrm xmlns:ns1="http://schemas.openxmlformats.org/drawingml/2006/main">
            <ns1:off x="485965" y="1417701"/>
            <ns1:ext cx="1209295" cy="1094232"/>
            <ns1:chOff x="485965" y="1417701"/>
            <ns1:chExt cx="1209295" cy="1094232"/>
          </ns1:xfrm>
        </p:grpSpPr>
        <p:sp>
          <p:nvSpPr>
            <p:cNvPr id="22" name="F1-robotTable-47-137-0022-custom">
              <a:extLst xmlns:a="http://schemas.openxmlformats.org/drawingml/2006/main">
                <a:ext uri="{FF2B5EF4-FFF2-40B4-BE49-F238E27FC236}">
                  <a16:creationId xmlns:a16="http://schemas.microsoft.com/office/drawing/2014/main" id="{98885FD8-7473-46D1-939F-7EED208B976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965" y="2109597"/>
              <a:ext cx="1199769" cy="207264"/>
            </a:xfrm>
            <a:custGeom xmlns:a="http://schemas.openxmlformats.org/drawingml/2006/main">
              <a:pathLst>
                <a:path w="1199769" h="207264">
                  <a:moveTo>
                    <a:pt x="0" y="207264"/>
                  </a:moveTo>
                  <a:lnTo>
                    <a:pt x="204216" y="0"/>
                  </a:lnTo>
                  <a:lnTo>
                    <a:pt x="1199769" y="0"/>
                  </a:lnTo>
                  <a:lnTo>
                    <a:pt x="1046607" y="207264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23" name="F1-robotTable-47-137-0023-line">
              <a:extLst xmlns:a="http://schemas.openxmlformats.org/drawingml/2006/main">
                <a:ext uri="{FF2B5EF4-FFF2-40B4-BE49-F238E27FC236}">
                  <a16:creationId xmlns:a16="http://schemas.microsoft.com/office/drawing/2014/main" id="{92BF8404-FB45-4483-8087-0C1A8A6175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965" y="2316861"/>
              <a:ext cx="76581" cy="195072"/>
            </a:xfrm>
            <a:custGeom xmlns:a="http://schemas.openxmlformats.org/drawingml/2006/main">
              <a:pathLst>
                <a:path w="76581" h="195072">
                  <a:moveTo>
                    <a:pt x="0" y="0"/>
                  </a:moveTo>
                  <a:lnTo>
                    <a:pt x="0" y="195072"/>
                  </a:lnTo>
                  <a:lnTo>
                    <a:pt x="76581" y="195072"/>
                  </a:lnTo>
                  <a:lnTo>
                    <a:pt x="76581" y="2438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24" name="F1-robotTable-47-137-0024-line">
              <a:extLst xmlns:a="http://schemas.openxmlformats.org/drawingml/2006/main">
                <a:ext uri="{FF2B5EF4-FFF2-40B4-BE49-F238E27FC236}">
                  <a16:creationId xmlns:a16="http://schemas.microsoft.com/office/drawing/2014/main" id="{DFB2BD6B-973A-466C-B030-3F4D85D864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2572" y="2182749"/>
              <a:ext cx="153162" cy="329184"/>
            </a:xfrm>
            <a:custGeom xmlns:a="http://schemas.openxmlformats.org/drawingml/2006/main">
              <a:pathLst>
                <a:path w="153162" h="329184">
                  <a:moveTo>
                    <a:pt x="0" y="134112"/>
                  </a:moveTo>
                  <a:lnTo>
                    <a:pt x="0" y="329184"/>
                  </a:lnTo>
                  <a:lnTo>
                    <a:pt x="76581" y="329184"/>
                  </a:lnTo>
                  <a:lnTo>
                    <a:pt x="76581" y="97536"/>
                  </a:lnTo>
                  <a:lnTo>
                    <a:pt x="153162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25" name="F1-robotTable-47-137-0025-line">
              <a:extLst xmlns:a="http://schemas.openxmlformats.org/drawingml/2006/main">
                <a:ext uri="{FF2B5EF4-FFF2-40B4-BE49-F238E27FC236}">
                  <a16:creationId xmlns:a16="http://schemas.microsoft.com/office/drawing/2014/main" id="{F5597CA4-8184-4C48-876A-50C06FB765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85735" y="2121789"/>
              <a:ext cx="9525" cy="256032"/>
            </a:xfrm>
            <a:custGeom xmlns:a="http://schemas.openxmlformats.org/drawingml/2006/main">
              <a:pathLst>
                <a:path w="9525" h="256032">
                  <a:moveTo>
                    <a:pt x="0" y="0"/>
                  </a:moveTo>
                  <a:lnTo>
                    <a:pt x="0" y="256032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26" name="F1-robotTable-47-137-0026-line">
              <a:extLst xmlns:a="http://schemas.openxmlformats.org/drawingml/2006/main">
                <a:ext uri="{FF2B5EF4-FFF2-40B4-BE49-F238E27FC236}">
                  <a16:creationId xmlns:a16="http://schemas.microsoft.com/office/drawing/2014/main" id="{0C37DCCE-6913-4366-8B9A-7AF47A9B36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4256" y="2390013"/>
              <a:ext cx="1008316" cy="9525"/>
            </a:xfrm>
            <a:custGeom xmlns:a="http://schemas.openxmlformats.org/drawingml/2006/main">
              <a:pathLst>
                <a:path w="1008316" h="9525">
                  <a:moveTo>
                    <a:pt x="0" y="0"/>
                  </a:moveTo>
                  <a:lnTo>
                    <a:pt x="1008316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3C5488"/>
              </a:solidFill>
              <a:prstDash val="solid"/>
            </a:ln>
          </p:spPr>
        </p:sp>
        <p:sp>
          <p:nvSpPr>
            <p:cNvPr id="27" name="F1-robotTable-47-137-0027-rect">
              <a:extLst xmlns:a="http://schemas.openxmlformats.org/drawingml/2006/main">
                <a:ext uri="{FF2B5EF4-FFF2-40B4-BE49-F238E27FC236}">
                  <a16:creationId xmlns:a16="http://schemas.microsoft.com/office/drawing/2014/main" id="{D8529F23-DD8B-4929-B7CD-F05FC1B5F9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2174" y="2121789"/>
              <a:ext cx="140399" cy="15849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5240">
              <a:solidFill>
                <a:srgbClr val="252A32"/>
              </a:solidFill>
              <a:prstDash val="solid"/>
            </a:ln>
          </p:spPr>
        </p:sp>
        <p:sp>
          <p:nvSpPr>
            <p:cNvPr id="28" name="F1-robotTable-47-137-0028-custom">
              <a:extLst xmlns:a="http://schemas.openxmlformats.org/drawingml/2006/main">
                <a:ext uri="{FF2B5EF4-FFF2-40B4-BE49-F238E27FC236}">
                  <a16:creationId xmlns:a16="http://schemas.microsoft.com/office/drawing/2014/main" id="{308441FD-79FA-448C-817C-5726739CA6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9864" y="1774073"/>
              <a:ext cx="104851" cy="333817"/>
            </a:xfrm>
            <a:custGeom xmlns:a="http://schemas.openxmlformats.org/drawingml/2006/main">
              <a:pathLst>
                <a:path w="104851" h="333817">
                  <a:moveTo>
                    <a:pt x="104851" y="333817"/>
                  </a:moveTo>
                  <a:lnTo>
                    <a:pt x="104851" y="0"/>
                  </a:lnTo>
                  <a:lnTo>
                    <a:pt x="0" y="0"/>
                  </a:lnTo>
                  <a:lnTo>
                    <a:pt x="0" y="333817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29" name="F1-robotTable-47-137-0029-custom">
              <a:extLst xmlns:a="http://schemas.openxmlformats.org/drawingml/2006/main">
                <a:ext uri="{FF2B5EF4-FFF2-40B4-BE49-F238E27FC236}">
                  <a16:creationId xmlns:a16="http://schemas.microsoft.com/office/drawing/2014/main" id="{C57587D8-0ADE-4F16-9235-19EA604EA1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8144" y="1427541"/>
              <a:ext cx="425669" cy="386313"/>
            </a:xfrm>
            <a:custGeom xmlns:a="http://schemas.openxmlformats.org/drawingml/2006/main">
              <a:pathLst>
                <a:path w="425669" h="386313">
                  <a:moveTo>
                    <a:pt x="68291" y="386313"/>
                  </a:moveTo>
                  <a:lnTo>
                    <a:pt x="425669" y="79562"/>
                  </a:lnTo>
                  <a:lnTo>
                    <a:pt x="357378" y="0"/>
                  </a:lnTo>
                  <a:lnTo>
                    <a:pt x="0" y="306751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30" name="F1-robotTable-47-137-0030-custom">
              <a:extLst xmlns:a="http://schemas.openxmlformats.org/drawingml/2006/main">
                <a:ext uri="{FF2B5EF4-FFF2-40B4-BE49-F238E27FC236}">
                  <a16:creationId xmlns:a16="http://schemas.microsoft.com/office/drawing/2014/main" id="{CC81D05C-01EE-4EC2-8B32-CC800788AF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17654" y="1425807"/>
              <a:ext cx="344825" cy="299561"/>
            </a:xfrm>
            <a:custGeom xmlns:a="http://schemas.openxmlformats.org/drawingml/2006/main">
              <a:pathLst>
                <a:path w="344825" h="299561">
                  <a:moveTo>
                    <a:pt x="0" y="83031"/>
                  </a:moveTo>
                  <a:lnTo>
                    <a:pt x="280797" y="299561"/>
                  </a:lnTo>
                  <a:lnTo>
                    <a:pt x="344825" y="216530"/>
                  </a:lnTo>
                  <a:lnTo>
                    <a:pt x="64028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31" name="F1-robotTable-47-137-0031-custom">
              <a:extLst xmlns:a="http://schemas.openxmlformats.org/drawingml/2006/main">
                <a:ext uri="{FF2B5EF4-FFF2-40B4-BE49-F238E27FC236}">
                  <a16:creationId xmlns:a16="http://schemas.microsoft.com/office/drawing/2014/main" id="{805CC1C7-8154-482A-8411-63BDD5F7CDE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1671" y="1664678"/>
              <a:ext cx="161404" cy="200746"/>
            </a:xfrm>
            <a:custGeom xmlns:a="http://schemas.openxmlformats.org/drawingml/2006/main">
              <a:pathLst>
                <a:path w="161404" h="200746">
                  <a:moveTo>
                    <a:pt x="0" y="38349"/>
                  </a:moveTo>
                  <a:lnTo>
                    <a:pt x="63817" y="200746"/>
                  </a:lnTo>
                  <a:lnTo>
                    <a:pt x="161404" y="162397"/>
                  </a:lnTo>
                  <a:lnTo>
                    <a:pt x="97587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32" name="F1-robotTable-47-137-0032-ellipse">
              <a:extLst xmlns:a="http://schemas.openxmlformats.org/drawingml/2006/main">
                <a:ext uri="{FF2B5EF4-FFF2-40B4-BE49-F238E27FC236}">
                  <a16:creationId xmlns:a16="http://schemas.microsoft.com/office/drawing/2014/main" id="{9AB5CB67-2F65-497D-AB22-A605E9B631E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1891" y="2089846"/>
              <a:ext cx="306324" cy="90221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33" name="F1-robotTable-47-137-0033-ellipse">
              <a:extLst xmlns:a="http://schemas.openxmlformats.org/drawingml/2006/main">
                <a:ext uri="{FF2B5EF4-FFF2-40B4-BE49-F238E27FC236}">
                  <a16:creationId xmlns:a16="http://schemas.microsoft.com/office/drawing/2014/main" id="{11235D6A-A2AD-4CC1-8450-9324E47C95A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4655" y="2089846"/>
              <a:ext cx="280797" cy="54132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3C5488"/>
              </a:solidFill>
            </a:ln>
          </p:spPr>
        </p:sp>
        <p:sp>
          <p:nvSpPr>
            <p:cNvPr id="34" name="F1-robotTable-47-137-0034-ellipse">
              <a:extLst xmlns:a="http://schemas.openxmlformats.org/drawingml/2006/main">
                <a:ext uri="{FF2B5EF4-FFF2-40B4-BE49-F238E27FC236}">
                  <a16:creationId xmlns:a16="http://schemas.microsoft.com/office/drawing/2014/main" id="{50165893-9AE8-4BE3-B7B0-FCAE017992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9538" y="1724452"/>
              <a:ext cx="145504" cy="9924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35" name="F1-robotTable-47-137-0035-ellipse">
              <a:extLst xmlns:a="http://schemas.openxmlformats.org/drawingml/2006/main">
                <a:ext uri="{FF2B5EF4-FFF2-40B4-BE49-F238E27FC236}">
                  <a16:creationId xmlns:a16="http://schemas.microsoft.com/office/drawing/2014/main" id="{33EAEA8C-9795-463A-8286-6A8F225265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76916" y="1417701"/>
              <a:ext cx="145504" cy="9924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36" name="F1-robotTable-47-137-0036-ellipse">
              <a:extLst xmlns:a="http://schemas.openxmlformats.org/drawingml/2006/main">
                <a:ext uri="{FF2B5EF4-FFF2-40B4-BE49-F238E27FC236}">
                  <a16:creationId xmlns:a16="http://schemas.microsoft.com/office/drawing/2014/main" id="{6EAAB41F-D912-4AA5-A90E-987B8B28702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57713" y="1634231"/>
              <a:ext cx="145504" cy="9924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37" name="F1-robotTable-47-137-0037-ellipse">
              <a:extLst xmlns:a="http://schemas.openxmlformats.org/drawingml/2006/main">
                <a:ext uri="{FF2B5EF4-FFF2-40B4-BE49-F238E27FC236}">
                  <a16:creationId xmlns:a16="http://schemas.microsoft.com/office/drawing/2014/main" id="{C8C6E5D2-6B4A-4B6C-BFFF-50EA2453C25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1530" y="1796628"/>
              <a:ext cx="145504" cy="9924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38" name="F1-robotTable-47-137-0038-line">
              <a:extLst xmlns:a="http://schemas.openxmlformats.org/drawingml/2006/main">
                <a:ext uri="{FF2B5EF4-FFF2-40B4-BE49-F238E27FC236}">
                  <a16:creationId xmlns:a16="http://schemas.microsoft.com/office/drawing/2014/main" id="{D3398F7E-A71C-4ED5-9928-084F18D4D2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61097" y="1846250"/>
              <a:ext cx="114872" cy="63155"/>
            </a:xfrm>
            <a:custGeom xmlns:a="http://schemas.openxmlformats.org/drawingml/2006/main">
              <a:pathLst>
                <a:path w="114872" h="63155">
                  <a:moveTo>
                    <a:pt x="0" y="0"/>
                  </a:moveTo>
                  <a:lnTo>
                    <a:pt x="77857" y="63155"/>
                  </a:lnTo>
                  <a:lnTo>
                    <a:pt x="114872" y="6315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39" name="F1-robotTable-47-137-0039-line">
              <a:extLst xmlns:a="http://schemas.openxmlformats.org/drawingml/2006/main">
                <a:ext uri="{FF2B5EF4-FFF2-40B4-BE49-F238E27FC236}">
                  <a16:creationId xmlns:a16="http://schemas.microsoft.com/office/drawing/2014/main" id="{3D533DF2-E78F-4D53-8891-629CFBB559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7678" y="1846250"/>
              <a:ext cx="74028" cy="54132"/>
            </a:xfrm>
            <a:custGeom xmlns:a="http://schemas.openxmlformats.org/drawingml/2006/main">
              <a:pathLst>
                <a:path w="74028" h="54132">
                  <a:moveTo>
                    <a:pt x="0" y="0"/>
                  </a:moveTo>
                  <a:lnTo>
                    <a:pt x="74028" y="54132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</p:grpSp>
      <p:grpSp>
        <p:nvGrpSpPr>
          <p:cNvPr id="619" name="F1-records-186-166"/>
          <p:cNvGrpSpPr/>
          <p:nvPr/>
        </p:nvGrpSpPr>
        <p:grpSpPr>
          <ns1:xfrm xmlns:ns1="http://schemas.openxmlformats.org/drawingml/2006/main">
            <ns1:off x="1771650" y="1409319"/>
            <ns1:ext cx="886778" cy="788861"/>
            <ns1:chOff x="1771650" y="1409319"/>
            <ns1:chExt cx="886778" cy="788861"/>
          </ns1:xfrm>
        </p:grpSpPr>
        <p:sp>
          <p:nvSpPr>
            <p:cNvPr id="40" name="F1-records-186-166-0040-roundRect">
              <a:extLst xmlns:a="http://schemas.openxmlformats.org/drawingml/2006/main">
                <a:ext uri="{FF2B5EF4-FFF2-40B4-BE49-F238E27FC236}">
                  <a16:creationId xmlns:a16="http://schemas.microsoft.com/office/drawing/2014/main" id="{9AC1F39F-4366-4121-B90E-F101433E0B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88820" y="1409319"/>
              <a:ext cx="669608" cy="617030"/>
            </a:xfrm>
            <a:prstGeom xmlns:a="http://schemas.openxmlformats.org/drawingml/2006/main" prst="roundRect">
              <a:avLst>
                <a:gd name="adj" fmla="val 463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1430">
              <a:solidFill>
                <a:srgbClr val="3C5488"/>
              </a:solidFill>
              <a:prstDash val="solid"/>
            </a:ln>
          </p:spPr>
        </p:sp>
        <p:sp>
          <p:nvSpPr>
            <p:cNvPr id="41" name="F1-records-186-166-0041-roundRect">
              <a:extLst xmlns:a="http://schemas.openxmlformats.org/drawingml/2006/main">
                <a:ext uri="{FF2B5EF4-FFF2-40B4-BE49-F238E27FC236}">
                  <a16:creationId xmlns:a16="http://schemas.microsoft.com/office/drawing/2014/main" id="{CEEF7183-02CB-4D65-9875-873689EA16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34528" y="1452277"/>
              <a:ext cx="669608" cy="617030"/>
            </a:xfrm>
            <a:prstGeom xmlns:a="http://schemas.openxmlformats.org/drawingml/2006/main" prst="roundRect">
              <a:avLst>
                <a:gd name="adj" fmla="val 463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1430">
              <a:solidFill>
                <a:srgbClr val="3C5488"/>
              </a:solidFill>
              <a:prstDash val="solid"/>
            </a:ln>
          </p:spPr>
        </p:sp>
        <p:sp>
          <p:nvSpPr>
            <p:cNvPr id="42" name="F1-records-186-166-0042-roundRect">
              <a:extLst xmlns:a="http://schemas.openxmlformats.org/drawingml/2006/main">
                <a:ext uri="{FF2B5EF4-FFF2-40B4-BE49-F238E27FC236}">
                  <a16:creationId xmlns:a16="http://schemas.microsoft.com/office/drawing/2014/main" id="{C0B61678-916C-4D0E-B686-FF9F71D1A67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80235" y="1495235"/>
              <a:ext cx="669608" cy="617030"/>
            </a:xfrm>
            <a:prstGeom xmlns:a="http://schemas.openxmlformats.org/drawingml/2006/main" prst="roundRect">
              <a:avLst>
                <a:gd name="adj" fmla="val 463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1430">
              <a:solidFill>
                <a:srgbClr val="3C5488"/>
              </a:solidFill>
              <a:prstDash val="solid"/>
            </a:ln>
          </p:spPr>
        </p:sp>
        <p:sp>
          <p:nvSpPr>
            <p:cNvPr id="43" name="F1-records-186-166-0043-roundRect">
              <a:extLst xmlns:a="http://schemas.openxmlformats.org/drawingml/2006/main">
                <a:ext uri="{FF2B5EF4-FFF2-40B4-BE49-F238E27FC236}">
                  <a16:creationId xmlns:a16="http://schemas.microsoft.com/office/drawing/2014/main" id="{807EE6E9-8BDE-4F19-8ED0-C1C50B6A27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25943" y="1538192"/>
              <a:ext cx="669608" cy="617030"/>
            </a:xfrm>
            <a:prstGeom xmlns:a="http://schemas.openxmlformats.org/drawingml/2006/main" prst="roundRect">
              <a:avLst>
                <a:gd name="adj" fmla="val 463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1430">
              <a:solidFill>
                <a:srgbClr val="3C5488"/>
              </a:solidFill>
              <a:prstDash val="solid"/>
            </a:ln>
          </p:spPr>
        </p:sp>
        <p:sp>
          <p:nvSpPr>
            <p:cNvPr id="44" name="F1-records-186-166-0044-roundRect">
              <a:extLst xmlns:a="http://schemas.openxmlformats.org/drawingml/2006/main">
                <a:ext uri="{FF2B5EF4-FFF2-40B4-BE49-F238E27FC236}">
                  <a16:creationId xmlns:a16="http://schemas.microsoft.com/office/drawing/2014/main" id="{7FF2AB28-23D3-49DC-8D2E-DCF7397FFE8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71650" y="1581150"/>
              <a:ext cx="669608" cy="617030"/>
            </a:xfrm>
            <a:prstGeom xmlns:a="http://schemas.openxmlformats.org/drawingml/2006/main" prst="roundRect">
              <a:avLst>
                <a:gd name="adj" fmla="val 463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1430">
              <a:solidFill>
                <a:srgbClr val="3C5488"/>
              </a:solidFill>
              <a:prstDash val="solid"/>
            </a:ln>
          </p:spPr>
        </p:sp>
      </p:grpSp>
      <p:grpSp>
        <p:nvGrpSpPr>
          <p:cNvPr id="620" name="F1-robotTable-191-177"/>
          <p:cNvGrpSpPr/>
          <p:nvPr/>
        </p:nvGrpSpPr>
        <p:grpSpPr>
          <ns1:xfrm xmlns:ns1="http://schemas.openxmlformats.org/drawingml/2006/main">
            <ns1:off x="1833724" y="1731678"/>
            <ns1:ext cx="536887" cy="399566"/>
            <ns1:chOff x="1833724" y="1731678"/>
            <ns1:chExt cx="536887" cy="399566"/>
          </ns1:xfrm>
        </p:grpSpPr>
        <p:sp>
          <p:nvSpPr>
            <p:cNvPr id="45" name="F1-robotTable-191-177-0045-custom">
              <a:extLst xmlns:a="http://schemas.openxmlformats.org/drawingml/2006/main">
                <a:ext uri="{FF2B5EF4-FFF2-40B4-BE49-F238E27FC236}">
                  <a16:creationId xmlns:a16="http://schemas.microsoft.com/office/drawing/2014/main" id="{5ADCC286-654A-4DFE-B92C-8121D9808D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33724" y="1984328"/>
              <a:ext cx="527361" cy="75684"/>
            </a:xfrm>
            <a:custGeom xmlns:a="http://schemas.openxmlformats.org/drawingml/2006/main">
              <a:pathLst>
                <a:path w="527361" h="75684">
                  <a:moveTo>
                    <a:pt x="0" y="75684"/>
                  </a:moveTo>
                  <a:lnTo>
                    <a:pt x="89764" y="0"/>
                  </a:lnTo>
                  <a:lnTo>
                    <a:pt x="527361" y="0"/>
                  </a:lnTo>
                  <a:lnTo>
                    <a:pt x="460038" y="75684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46" name="F1-robotTable-191-177-0046-line">
              <a:extLst xmlns:a="http://schemas.openxmlformats.org/drawingml/2006/main">
                <a:ext uri="{FF2B5EF4-FFF2-40B4-BE49-F238E27FC236}">
                  <a16:creationId xmlns:a16="http://schemas.microsoft.com/office/drawing/2014/main" id="{AF16E663-B278-436B-816C-AED9CF39C5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33724" y="2060012"/>
              <a:ext cx="33661" cy="71232"/>
            </a:xfrm>
            <a:custGeom xmlns:a="http://schemas.openxmlformats.org/drawingml/2006/main">
              <a:pathLst>
                <a:path w="33661" h="71232">
                  <a:moveTo>
                    <a:pt x="0" y="0"/>
                  </a:moveTo>
                  <a:lnTo>
                    <a:pt x="0" y="71232"/>
                  </a:lnTo>
                  <a:lnTo>
                    <a:pt x="33661" y="71232"/>
                  </a:lnTo>
                  <a:lnTo>
                    <a:pt x="33661" y="890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47" name="F1-robotTable-191-177-0047-line">
              <a:extLst xmlns:a="http://schemas.openxmlformats.org/drawingml/2006/main">
                <a:ext uri="{FF2B5EF4-FFF2-40B4-BE49-F238E27FC236}">
                  <a16:creationId xmlns:a16="http://schemas.microsoft.com/office/drawing/2014/main" id="{3D1248FD-D537-4329-B12E-3EF5523287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93763" y="2011040"/>
              <a:ext cx="67323" cy="120204"/>
            </a:xfrm>
            <a:custGeom xmlns:a="http://schemas.openxmlformats.org/drawingml/2006/main">
              <a:pathLst>
                <a:path w="67323" h="120204">
                  <a:moveTo>
                    <a:pt x="0" y="48972"/>
                  </a:moveTo>
                  <a:lnTo>
                    <a:pt x="0" y="120204"/>
                  </a:lnTo>
                  <a:lnTo>
                    <a:pt x="33661" y="120204"/>
                  </a:lnTo>
                  <a:lnTo>
                    <a:pt x="33661" y="35616"/>
                  </a:lnTo>
                  <a:lnTo>
                    <a:pt x="67323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48" name="F1-robotTable-191-177-0048-line">
              <a:extLst xmlns:a="http://schemas.openxmlformats.org/drawingml/2006/main">
                <a:ext uri="{FF2B5EF4-FFF2-40B4-BE49-F238E27FC236}">
                  <a16:creationId xmlns:a16="http://schemas.microsoft.com/office/drawing/2014/main" id="{370C96A3-7D88-46AB-AF32-5F1776E11E4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61086" y="1988780"/>
              <a:ext cx="9525" cy="93492"/>
            </a:xfrm>
            <a:custGeom xmlns:a="http://schemas.openxmlformats.org/drawingml/2006/main">
              <a:pathLst>
                <a:path w="9525" h="93492">
                  <a:moveTo>
                    <a:pt x="0" y="0"/>
                  </a:moveTo>
                  <a:lnTo>
                    <a:pt x="0" y="93492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49" name="F1-robotTable-191-177-0049-line">
              <a:extLst xmlns:a="http://schemas.openxmlformats.org/drawingml/2006/main">
                <a:ext uri="{FF2B5EF4-FFF2-40B4-BE49-F238E27FC236}">
                  <a16:creationId xmlns:a16="http://schemas.microsoft.com/office/drawing/2014/main" id="{F53AFCED-0250-4D49-9D16-3566FF392E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50555" y="2086724"/>
              <a:ext cx="443208" cy="9525"/>
            </a:xfrm>
            <a:custGeom xmlns:a="http://schemas.openxmlformats.org/drawingml/2006/main">
              <a:pathLst>
                <a:path w="443208" h="9525">
                  <a:moveTo>
                    <a:pt x="0" y="0"/>
                  </a:moveTo>
                  <a:lnTo>
                    <a:pt x="443208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3C5488"/>
              </a:solidFill>
              <a:prstDash val="solid"/>
            </a:ln>
          </p:spPr>
        </p:sp>
        <p:sp>
          <p:nvSpPr>
            <p:cNvPr id="50" name="F1-robotTable-191-177-0050-rect">
              <a:extLst xmlns:a="http://schemas.openxmlformats.org/drawingml/2006/main">
                <a:ext uri="{FF2B5EF4-FFF2-40B4-BE49-F238E27FC236}">
                  <a16:creationId xmlns:a16="http://schemas.microsoft.com/office/drawing/2014/main" id="{5956610C-AE18-473F-8F83-00503573270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32050" y="1988780"/>
              <a:ext cx="61712" cy="57876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5240">
              <a:solidFill>
                <a:srgbClr val="252A32"/>
              </a:solidFill>
              <a:prstDash val="solid"/>
            </a:ln>
          </p:spPr>
        </p:sp>
        <p:sp>
          <p:nvSpPr>
            <p:cNvPr id="51" name="F1-robotTable-191-177-0051-custom">
              <a:extLst xmlns:a="http://schemas.openxmlformats.org/drawingml/2006/main">
                <a:ext uri="{FF2B5EF4-FFF2-40B4-BE49-F238E27FC236}">
                  <a16:creationId xmlns:a16="http://schemas.microsoft.com/office/drawing/2014/main" id="{56749BBD-BE19-41AE-8BFC-4351264D12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49226" y="1861809"/>
              <a:ext cx="38287" cy="121895"/>
            </a:xfrm>
            <a:custGeom xmlns:a="http://schemas.openxmlformats.org/drawingml/2006/main">
              <a:pathLst>
                <a:path w="38287" h="121895">
                  <a:moveTo>
                    <a:pt x="38287" y="121895"/>
                  </a:moveTo>
                  <a:lnTo>
                    <a:pt x="38287" y="0"/>
                  </a:lnTo>
                  <a:lnTo>
                    <a:pt x="0" y="0"/>
                  </a:lnTo>
                  <a:lnTo>
                    <a:pt x="0" y="121895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52" name="F1-robotTable-191-177-0052-custom">
              <a:extLst xmlns:a="http://schemas.openxmlformats.org/drawingml/2006/main">
                <a:ext uri="{FF2B5EF4-FFF2-40B4-BE49-F238E27FC236}">
                  <a16:creationId xmlns:a16="http://schemas.microsoft.com/office/drawing/2014/main" id="{2679B718-0FFE-412F-BDFF-0AF106B7C7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57256" y="1734211"/>
              <a:ext cx="179315" cy="143185"/>
            </a:xfrm>
            <a:custGeom xmlns:a="http://schemas.openxmlformats.org/drawingml/2006/main">
              <a:pathLst>
                <a:path w="179315" h="143185">
                  <a:moveTo>
                    <a:pt x="22229" y="143185"/>
                  </a:moveTo>
                  <a:lnTo>
                    <a:pt x="179315" y="31174"/>
                  </a:lnTo>
                  <a:lnTo>
                    <a:pt x="157086" y="0"/>
                  </a:lnTo>
                  <a:lnTo>
                    <a:pt x="0" y="112012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53" name="F1-robotTable-191-177-0053-custom">
              <a:extLst xmlns:a="http://schemas.openxmlformats.org/drawingml/2006/main">
                <a:ext uri="{FF2B5EF4-FFF2-40B4-BE49-F238E27FC236}">
                  <a16:creationId xmlns:a16="http://schemas.microsoft.com/office/drawing/2014/main" id="{9C7183C7-5D89-4A5D-8F4C-88994A4405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15130" y="1733678"/>
              <a:ext cx="144078" cy="111306"/>
            </a:xfrm>
            <a:custGeom xmlns:a="http://schemas.openxmlformats.org/drawingml/2006/main">
              <a:pathLst>
                <a:path w="144078" h="111306">
                  <a:moveTo>
                    <a:pt x="0" y="32239"/>
                  </a:moveTo>
                  <a:lnTo>
                    <a:pt x="123425" y="111306"/>
                  </a:lnTo>
                  <a:lnTo>
                    <a:pt x="144078" y="79067"/>
                  </a:lnTo>
                  <a:lnTo>
                    <a:pt x="20653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54" name="F1-robotTable-191-177-0054-custom">
              <a:extLst xmlns:a="http://schemas.openxmlformats.org/drawingml/2006/main">
                <a:ext uri="{FF2B5EF4-FFF2-40B4-BE49-F238E27FC236}">
                  <a16:creationId xmlns:a16="http://schemas.microsoft.com/office/drawing/2014/main" id="{8849216B-9B47-4C9A-B425-2CEDD6EB2D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31576" y="1820679"/>
              <a:ext cx="62661" cy="75672"/>
            </a:xfrm>
            <a:custGeom xmlns:a="http://schemas.openxmlformats.org/drawingml/2006/main">
              <a:pathLst>
                <a:path w="62661" h="75672">
                  <a:moveTo>
                    <a:pt x="0" y="16372"/>
                  </a:moveTo>
                  <a:lnTo>
                    <a:pt x="28051" y="75672"/>
                  </a:lnTo>
                  <a:lnTo>
                    <a:pt x="62661" y="59300"/>
                  </a:lnTo>
                  <a:lnTo>
                    <a:pt x="34610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55" name="F1-robotTable-191-177-0055-ellipse">
              <a:extLst xmlns:a="http://schemas.openxmlformats.org/drawingml/2006/main">
                <a:ext uri="{FF2B5EF4-FFF2-40B4-BE49-F238E27FC236}">
                  <a16:creationId xmlns:a16="http://schemas.microsoft.com/office/drawing/2014/main" id="{D5C09B61-CE7F-445B-8306-37D63FB6D8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06657" y="1977116"/>
              <a:ext cx="134645" cy="3294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56" name="F1-robotTable-191-177-0056-ellipse">
              <a:extLst xmlns:a="http://schemas.openxmlformats.org/drawingml/2006/main">
                <a:ext uri="{FF2B5EF4-FFF2-40B4-BE49-F238E27FC236}">
                  <a16:creationId xmlns:a16="http://schemas.microsoft.com/office/drawing/2014/main" id="{2FA25727-60B0-41A7-85D3-6B67B939F8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12268" y="1977116"/>
              <a:ext cx="123425" cy="19767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3C5488"/>
              </a:solidFill>
            </a:ln>
          </p:spPr>
        </p:sp>
        <p:sp>
          <p:nvSpPr>
            <p:cNvPr id="57" name="F1-robotTable-191-177-0057-ellipse">
              <a:extLst xmlns:a="http://schemas.openxmlformats.org/drawingml/2006/main">
                <a:ext uri="{FF2B5EF4-FFF2-40B4-BE49-F238E27FC236}">
                  <a16:creationId xmlns:a16="http://schemas.microsoft.com/office/drawing/2014/main" id="{29A49C69-915A-4C85-A06D-7105128CEC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36392" y="1843690"/>
              <a:ext cx="63957" cy="36239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58" name="F1-robotTable-191-177-0058-ellipse">
              <a:extLst xmlns:a="http://schemas.openxmlformats.org/drawingml/2006/main">
                <a:ext uri="{FF2B5EF4-FFF2-40B4-BE49-F238E27FC236}">
                  <a16:creationId xmlns:a16="http://schemas.microsoft.com/office/drawing/2014/main" id="{8D8A04BC-C2D1-46FC-A442-21C9741661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93478" y="1731678"/>
              <a:ext cx="63957" cy="36239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59" name="F1-robotTable-191-177-0059-ellipse">
              <a:extLst xmlns:a="http://schemas.openxmlformats.org/drawingml/2006/main">
                <a:ext uri="{FF2B5EF4-FFF2-40B4-BE49-F238E27FC236}">
                  <a16:creationId xmlns:a16="http://schemas.microsoft.com/office/drawing/2014/main" id="{2812AD10-1126-4090-A3A6-9E3174B45C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16903" y="1810745"/>
              <a:ext cx="63957" cy="36239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60" name="F1-robotTable-191-177-0060-ellipse">
              <a:extLst xmlns:a="http://schemas.openxmlformats.org/drawingml/2006/main">
                <a:ext uri="{FF2B5EF4-FFF2-40B4-BE49-F238E27FC236}">
                  <a16:creationId xmlns:a16="http://schemas.microsoft.com/office/drawing/2014/main" id="{2B51728A-DB3A-4E60-BF10-2D105AF83AF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44954" y="1870046"/>
              <a:ext cx="63957" cy="36239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61" name="F1-robotTable-191-177-0061-line">
              <a:extLst xmlns:a="http://schemas.openxmlformats.org/drawingml/2006/main">
                <a:ext uri="{FF2B5EF4-FFF2-40B4-BE49-F238E27FC236}">
                  <a16:creationId xmlns:a16="http://schemas.microsoft.com/office/drawing/2014/main" id="{F0574A82-10A4-41E7-9A92-86DA7D1531E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62346" y="1888165"/>
              <a:ext cx="50492" cy="23061"/>
            </a:xfrm>
            <a:custGeom xmlns:a="http://schemas.openxmlformats.org/drawingml/2006/main">
              <a:pathLst>
                <a:path w="50492" h="23061">
                  <a:moveTo>
                    <a:pt x="0" y="0"/>
                  </a:moveTo>
                  <a:lnTo>
                    <a:pt x="34222" y="23061"/>
                  </a:lnTo>
                  <a:lnTo>
                    <a:pt x="50492" y="2306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62" name="F1-robotTable-191-177-0062-line">
              <a:extLst xmlns:a="http://schemas.openxmlformats.org/drawingml/2006/main">
                <a:ext uri="{FF2B5EF4-FFF2-40B4-BE49-F238E27FC236}">
                  <a16:creationId xmlns:a16="http://schemas.microsoft.com/office/drawing/2014/main" id="{6FE1F13E-ECF9-4497-9204-4FB60E14C8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96007" y="1888165"/>
              <a:ext cx="32539" cy="19767"/>
            </a:xfrm>
            <a:custGeom xmlns:a="http://schemas.openxmlformats.org/drawingml/2006/main">
              <a:pathLst>
                <a:path w="32539" h="19767">
                  <a:moveTo>
                    <a:pt x="0" y="0"/>
                  </a:moveTo>
                  <a:lnTo>
                    <a:pt x="32539" y="19767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</p:grpSp>
      <p:grpSp>
        <p:nvGrpSpPr>
          <p:cNvPr id="621" name="F1-robotTable-47-337"/>
          <p:cNvGrpSpPr/>
          <p:nvPr/>
        </p:nvGrpSpPr>
        <p:grpSpPr>
          <ns1:xfrm xmlns:ns1="http://schemas.openxmlformats.org/drawingml/2006/main">
            <ns1:off x="485965" y="3320058"/>
            <ns1:ext cx="1209295" cy="1068586"/>
            <ns1:chOff x="485965" y="3320058"/>
            <ns1:chExt cx="1209295" cy="1068586"/>
          </ns1:xfrm>
        </p:grpSpPr>
        <p:sp>
          <p:nvSpPr>
            <p:cNvPr id="63" name="F1-robotTable-47-337-0063-custom">
              <a:extLst xmlns:a="http://schemas.openxmlformats.org/drawingml/2006/main">
                <a:ext uri="{FF2B5EF4-FFF2-40B4-BE49-F238E27FC236}">
                  <a16:creationId xmlns:a16="http://schemas.microsoft.com/office/drawing/2014/main" id="{A954EDB7-4F14-4D08-9C0A-5D90EB51EC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965" y="3995738"/>
              <a:ext cx="1199769" cy="202406"/>
            </a:xfrm>
            <a:custGeom xmlns:a="http://schemas.openxmlformats.org/drawingml/2006/main">
              <a:pathLst>
                <a:path w="1199769" h="202406">
                  <a:moveTo>
                    <a:pt x="0" y="202406"/>
                  </a:moveTo>
                  <a:lnTo>
                    <a:pt x="204216" y="0"/>
                  </a:lnTo>
                  <a:lnTo>
                    <a:pt x="1199769" y="0"/>
                  </a:lnTo>
                  <a:lnTo>
                    <a:pt x="1046607" y="202406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64" name="F1-robotTable-47-337-0064-line">
              <a:extLst xmlns:a="http://schemas.openxmlformats.org/drawingml/2006/main">
                <a:ext uri="{FF2B5EF4-FFF2-40B4-BE49-F238E27FC236}">
                  <a16:creationId xmlns:a16="http://schemas.microsoft.com/office/drawing/2014/main" id="{EA7BA5E0-8A3B-4B1F-B047-60A1191865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965" y="4198144"/>
              <a:ext cx="76581" cy="190500"/>
            </a:xfrm>
            <a:custGeom xmlns:a="http://schemas.openxmlformats.org/drawingml/2006/main">
              <a:pathLst>
                <a:path w="76581" h="190500">
                  <a:moveTo>
                    <a:pt x="0" y="0"/>
                  </a:moveTo>
                  <a:lnTo>
                    <a:pt x="0" y="190500"/>
                  </a:lnTo>
                  <a:lnTo>
                    <a:pt x="76581" y="190500"/>
                  </a:lnTo>
                  <a:lnTo>
                    <a:pt x="76581" y="23813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65" name="F1-robotTable-47-337-0065-line">
              <a:extLst xmlns:a="http://schemas.openxmlformats.org/drawingml/2006/main">
                <a:ext uri="{FF2B5EF4-FFF2-40B4-BE49-F238E27FC236}">
                  <a16:creationId xmlns:a16="http://schemas.microsoft.com/office/drawing/2014/main" id="{22AC4A50-ED2F-4CF2-8A83-52811407AD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2572" y="4067175"/>
              <a:ext cx="153162" cy="321469"/>
            </a:xfrm>
            <a:custGeom xmlns:a="http://schemas.openxmlformats.org/drawingml/2006/main">
              <a:pathLst>
                <a:path w="153162" h="321469">
                  <a:moveTo>
                    <a:pt x="0" y="130969"/>
                  </a:moveTo>
                  <a:lnTo>
                    <a:pt x="0" y="321469"/>
                  </a:lnTo>
                  <a:lnTo>
                    <a:pt x="76581" y="321469"/>
                  </a:lnTo>
                  <a:lnTo>
                    <a:pt x="76581" y="95250"/>
                  </a:lnTo>
                  <a:lnTo>
                    <a:pt x="153162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66" name="F1-robotTable-47-337-0066-line">
              <a:extLst xmlns:a="http://schemas.openxmlformats.org/drawingml/2006/main">
                <a:ext uri="{FF2B5EF4-FFF2-40B4-BE49-F238E27FC236}">
                  <a16:creationId xmlns:a16="http://schemas.microsoft.com/office/drawing/2014/main" id="{420E8C47-C050-4CC3-B680-CF03D1461A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85735" y="4007644"/>
              <a:ext cx="9525" cy="250031"/>
            </a:xfrm>
            <a:custGeom xmlns:a="http://schemas.openxmlformats.org/drawingml/2006/main">
              <a:pathLst>
                <a:path w="9525" h="250031">
                  <a:moveTo>
                    <a:pt x="0" y="0"/>
                  </a:moveTo>
                  <a:lnTo>
                    <a:pt x="0" y="25003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67" name="F1-robotTable-47-337-0067-line">
              <a:extLst xmlns:a="http://schemas.openxmlformats.org/drawingml/2006/main">
                <a:ext uri="{FF2B5EF4-FFF2-40B4-BE49-F238E27FC236}">
                  <a16:creationId xmlns:a16="http://schemas.microsoft.com/office/drawing/2014/main" id="{7C0A6A39-123B-4F5D-9F33-2FD8351F51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4256" y="4269581"/>
              <a:ext cx="1008316" cy="9525"/>
            </a:xfrm>
            <a:custGeom xmlns:a="http://schemas.openxmlformats.org/drawingml/2006/main">
              <a:pathLst>
                <a:path w="1008316" h="9525">
                  <a:moveTo>
                    <a:pt x="0" y="0"/>
                  </a:moveTo>
                  <a:lnTo>
                    <a:pt x="1008316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C47156"/>
              </a:solidFill>
              <a:prstDash val="solid"/>
            </a:ln>
          </p:spPr>
        </p:sp>
        <p:sp>
          <p:nvSpPr>
            <p:cNvPr id="68" name="F1-robotTable-47-337-0068-rect">
              <a:extLst xmlns:a="http://schemas.openxmlformats.org/drawingml/2006/main">
                <a:ext uri="{FF2B5EF4-FFF2-40B4-BE49-F238E27FC236}">
                  <a16:creationId xmlns:a16="http://schemas.microsoft.com/office/drawing/2014/main" id="{6F9D434A-DF97-4638-AAB6-1729424507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2174" y="4007644"/>
              <a:ext cx="140399" cy="15478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5240">
              <a:solidFill>
                <a:srgbClr val="252A32"/>
              </a:solidFill>
              <a:prstDash val="solid"/>
            </a:ln>
          </p:spPr>
        </p:sp>
        <p:sp>
          <p:nvSpPr>
            <p:cNvPr id="69" name="F1-robotTable-47-337-0069-custom">
              <a:extLst xmlns:a="http://schemas.openxmlformats.org/drawingml/2006/main">
                <a:ext uri="{FF2B5EF4-FFF2-40B4-BE49-F238E27FC236}">
                  <a16:creationId xmlns:a16="http://schemas.microsoft.com/office/drawing/2014/main" id="{FFF3D7FC-7F75-494A-A394-43046DA47D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1093" y="3668078"/>
              <a:ext cx="102394" cy="325993"/>
            </a:xfrm>
            <a:custGeom xmlns:a="http://schemas.openxmlformats.org/drawingml/2006/main">
              <a:pathLst>
                <a:path w="102394" h="325993">
                  <a:moveTo>
                    <a:pt x="102394" y="325993"/>
                  </a:moveTo>
                  <a:lnTo>
                    <a:pt x="102394" y="0"/>
                  </a:lnTo>
                  <a:lnTo>
                    <a:pt x="0" y="0"/>
                  </a:lnTo>
                  <a:lnTo>
                    <a:pt x="0" y="325993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70" name="F1-robotTable-47-337-0070-custom">
              <a:extLst xmlns:a="http://schemas.openxmlformats.org/drawingml/2006/main">
                <a:ext uri="{FF2B5EF4-FFF2-40B4-BE49-F238E27FC236}">
                  <a16:creationId xmlns:a16="http://schemas.microsoft.com/office/drawing/2014/main" id="{005C7DF1-70E2-403B-BB6A-49C37530C3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9401" y="3329280"/>
              <a:ext cx="423155" cy="378033"/>
            </a:xfrm>
            <a:custGeom xmlns:a="http://schemas.openxmlformats.org/drawingml/2006/main">
              <a:pathLst>
                <a:path w="423155" h="378033">
                  <a:moveTo>
                    <a:pt x="65777" y="378033"/>
                  </a:moveTo>
                  <a:lnTo>
                    <a:pt x="423155" y="78472"/>
                  </a:lnTo>
                  <a:lnTo>
                    <a:pt x="357378" y="0"/>
                  </a:lnTo>
                  <a:lnTo>
                    <a:pt x="0" y="299561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71" name="F1-robotTable-47-337-0071-custom">
              <a:extLst xmlns:a="http://schemas.openxmlformats.org/drawingml/2006/main">
                <a:ext uri="{FF2B5EF4-FFF2-40B4-BE49-F238E27FC236}">
                  <a16:creationId xmlns:a16="http://schemas.microsoft.com/office/drawing/2014/main" id="{E8D699E4-1B76-4802-BAC4-EB8A330595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18870" y="3327619"/>
              <a:ext cx="342393" cy="293250"/>
            </a:xfrm>
            <a:custGeom xmlns:a="http://schemas.openxmlformats.org/drawingml/2006/main">
              <a:pathLst>
                <a:path w="342393" h="293250">
                  <a:moveTo>
                    <a:pt x="0" y="81795"/>
                  </a:moveTo>
                  <a:lnTo>
                    <a:pt x="280797" y="293250"/>
                  </a:lnTo>
                  <a:lnTo>
                    <a:pt x="342393" y="211455"/>
                  </a:lnTo>
                  <a:lnTo>
                    <a:pt x="61596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72" name="F1-robotTable-47-337-0072-custom">
              <a:extLst xmlns:a="http://schemas.openxmlformats.org/drawingml/2006/main">
                <a:ext uri="{FF2B5EF4-FFF2-40B4-BE49-F238E27FC236}">
                  <a16:creationId xmlns:a16="http://schemas.microsoft.com/office/drawing/2014/main" id="{DA8D2254-BEAD-4A4A-95C2-629FFAAED29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2969" y="3560859"/>
              <a:ext cx="158809" cy="196816"/>
            </a:xfrm>
            <a:custGeom xmlns:a="http://schemas.openxmlformats.org/drawingml/2006/main">
              <a:pathLst>
                <a:path w="158809" h="196816">
                  <a:moveTo>
                    <a:pt x="0" y="38225"/>
                  </a:moveTo>
                  <a:lnTo>
                    <a:pt x="63817" y="196816"/>
                  </a:lnTo>
                  <a:lnTo>
                    <a:pt x="158809" y="158591"/>
                  </a:lnTo>
                  <a:lnTo>
                    <a:pt x="94991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73" name="F1-robotTable-47-337-0073-ellipse">
              <a:extLst xmlns:a="http://schemas.openxmlformats.org/drawingml/2006/main">
                <a:ext uri="{FF2B5EF4-FFF2-40B4-BE49-F238E27FC236}">
                  <a16:creationId xmlns:a16="http://schemas.microsoft.com/office/drawing/2014/main" id="{0B791274-9CE9-438B-BE78-2690AF774EE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1891" y="3976449"/>
              <a:ext cx="306324" cy="88106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74" name="F1-robotTable-47-337-0074-ellipse">
              <a:extLst xmlns:a="http://schemas.openxmlformats.org/drawingml/2006/main">
                <a:ext uri="{FF2B5EF4-FFF2-40B4-BE49-F238E27FC236}">
                  <a16:creationId xmlns:a16="http://schemas.microsoft.com/office/drawing/2014/main" id="{367A5A84-DD60-432B-9908-4C1C2C75E1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4655" y="3976449"/>
              <a:ext cx="280797" cy="5286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C47156"/>
              </a:solidFill>
            </a:ln>
          </p:spPr>
        </p:sp>
        <p:sp>
          <p:nvSpPr>
            <p:cNvPr id="75" name="F1-robotTable-47-337-0075-ellipse">
              <a:extLst xmlns:a="http://schemas.openxmlformats.org/drawingml/2006/main">
                <a:ext uri="{FF2B5EF4-FFF2-40B4-BE49-F238E27FC236}">
                  <a16:creationId xmlns:a16="http://schemas.microsoft.com/office/drawing/2014/main" id="{EA8CA55C-3B41-4C28-905A-388F7CB230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9538" y="3619619"/>
              <a:ext cx="145504" cy="96917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76" name="F1-robotTable-47-337-0076-ellipse">
              <a:extLst xmlns:a="http://schemas.openxmlformats.org/drawingml/2006/main">
                <a:ext uri="{FF2B5EF4-FFF2-40B4-BE49-F238E27FC236}">
                  <a16:creationId xmlns:a16="http://schemas.microsoft.com/office/drawing/2014/main" id="{C3871413-1416-412F-8507-D9A592CD6E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76916" y="3320058"/>
              <a:ext cx="145504" cy="96917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77" name="F1-robotTable-47-337-0077-ellipse">
              <a:extLst xmlns:a="http://schemas.openxmlformats.org/drawingml/2006/main">
                <a:ext uri="{FF2B5EF4-FFF2-40B4-BE49-F238E27FC236}">
                  <a16:creationId xmlns:a16="http://schemas.microsoft.com/office/drawing/2014/main" id="{FE2B75E1-89B5-4295-869F-53CEC3F25F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57713" y="3531513"/>
              <a:ext cx="145504" cy="96917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78" name="F1-robotTable-47-337-0078-ellipse">
              <a:extLst xmlns:a="http://schemas.openxmlformats.org/drawingml/2006/main">
                <a:ext uri="{FF2B5EF4-FFF2-40B4-BE49-F238E27FC236}">
                  <a16:creationId xmlns:a16="http://schemas.microsoft.com/office/drawing/2014/main" id="{70A8F913-6038-4824-88B7-3F7F962183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1530" y="3690104"/>
              <a:ext cx="145504" cy="96917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79" name="F1-robotTable-47-337-0079-line">
              <a:extLst xmlns:a="http://schemas.openxmlformats.org/drawingml/2006/main">
                <a:ext uri="{FF2B5EF4-FFF2-40B4-BE49-F238E27FC236}">
                  <a16:creationId xmlns:a16="http://schemas.microsoft.com/office/drawing/2014/main" id="{BC8AC07E-8686-459E-947B-D38E906666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61097" y="3738563"/>
              <a:ext cx="114872" cy="61674"/>
            </a:xfrm>
            <a:custGeom xmlns:a="http://schemas.openxmlformats.org/drawingml/2006/main">
              <a:pathLst>
                <a:path w="114872" h="61674">
                  <a:moveTo>
                    <a:pt x="0" y="0"/>
                  </a:moveTo>
                  <a:lnTo>
                    <a:pt x="77857" y="61674"/>
                  </a:lnTo>
                  <a:lnTo>
                    <a:pt x="114872" y="6167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80" name="F1-robotTable-47-337-0080-line">
              <a:extLst xmlns:a="http://schemas.openxmlformats.org/drawingml/2006/main">
                <a:ext uri="{FF2B5EF4-FFF2-40B4-BE49-F238E27FC236}">
                  <a16:creationId xmlns:a16="http://schemas.microsoft.com/office/drawing/2014/main" id="{1E678AA5-EF6C-4A69-A4FC-0BAAFAFE9E4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7678" y="3738563"/>
              <a:ext cx="74028" cy="52864"/>
            </a:xfrm>
            <a:custGeom xmlns:a="http://schemas.openxmlformats.org/drawingml/2006/main">
              <a:pathLst>
                <a:path w="74028" h="52864">
                  <a:moveTo>
                    <a:pt x="0" y="0"/>
                  </a:moveTo>
                  <a:lnTo>
                    <a:pt x="74028" y="5286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</p:grpSp>
      <p:grpSp>
        <p:nvGrpSpPr>
          <p:cNvPr id="622" name="F1-records-186-367"/>
          <p:cNvGrpSpPr/>
          <p:nvPr/>
        </p:nvGrpSpPr>
        <p:grpSpPr>
          <ns1:xfrm xmlns:ns1="http://schemas.openxmlformats.org/drawingml/2006/main">
            <ns1:off x="1771650" y="3330131"/>
            <ns1:ext cx="886778" cy="759999"/>
            <ns1:chOff x="1771650" y="3330131"/>
            <ns1:chExt cx="886778" cy="759999"/>
          </ns1:xfrm>
        </p:grpSpPr>
        <p:sp>
          <p:nvSpPr>
            <p:cNvPr id="81" name="F1-records-186-367-0081-roundRect">
              <a:extLst xmlns:a="http://schemas.openxmlformats.org/drawingml/2006/main">
                <a:ext uri="{FF2B5EF4-FFF2-40B4-BE49-F238E27FC236}">
                  <a16:creationId xmlns:a16="http://schemas.microsoft.com/office/drawing/2014/main" id="{6A63922E-7624-44C9-B4B2-233E4331A1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88820" y="3330131"/>
              <a:ext cx="669608" cy="594455"/>
            </a:xfrm>
            <a:prstGeom xmlns:a="http://schemas.openxmlformats.org/drawingml/2006/main" prst="roundRect">
              <a:avLst>
                <a:gd name="adj" fmla="val 480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1430">
              <a:solidFill>
                <a:srgbClr val="C47156"/>
              </a:solidFill>
              <a:prstDash val="solid"/>
            </a:ln>
          </p:spPr>
        </p:sp>
        <p:sp>
          <p:nvSpPr>
            <p:cNvPr id="82" name="F1-records-186-367-0082-roundRect">
              <a:extLst xmlns:a="http://schemas.openxmlformats.org/drawingml/2006/main">
                <a:ext uri="{FF2B5EF4-FFF2-40B4-BE49-F238E27FC236}">
                  <a16:creationId xmlns:a16="http://schemas.microsoft.com/office/drawing/2014/main" id="{11D5A805-E356-4C58-8C89-77B88005BAB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34528" y="3371517"/>
              <a:ext cx="669608" cy="594455"/>
            </a:xfrm>
            <a:prstGeom xmlns:a="http://schemas.openxmlformats.org/drawingml/2006/main" prst="roundRect">
              <a:avLst>
                <a:gd name="adj" fmla="val 480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1430">
              <a:solidFill>
                <a:srgbClr val="C47156"/>
              </a:solidFill>
              <a:prstDash val="solid"/>
            </a:ln>
          </p:spPr>
        </p:sp>
        <p:sp>
          <p:nvSpPr>
            <p:cNvPr id="83" name="F1-records-186-367-0083-roundRect">
              <a:extLst xmlns:a="http://schemas.openxmlformats.org/drawingml/2006/main">
                <a:ext uri="{FF2B5EF4-FFF2-40B4-BE49-F238E27FC236}">
                  <a16:creationId xmlns:a16="http://schemas.microsoft.com/office/drawing/2014/main" id="{8D66C508-3E6A-4EC5-A710-5F4DBED4C4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80235" y="3412903"/>
              <a:ext cx="669608" cy="594455"/>
            </a:xfrm>
            <a:prstGeom xmlns:a="http://schemas.openxmlformats.org/drawingml/2006/main" prst="roundRect">
              <a:avLst>
                <a:gd name="adj" fmla="val 480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1430">
              <a:solidFill>
                <a:srgbClr val="C47156"/>
              </a:solidFill>
              <a:prstDash val="solid"/>
            </a:ln>
          </p:spPr>
        </p:sp>
        <p:sp>
          <p:nvSpPr>
            <p:cNvPr id="84" name="F1-records-186-367-0084-roundRect">
              <a:extLst xmlns:a="http://schemas.openxmlformats.org/drawingml/2006/main">
                <a:ext uri="{FF2B5EF4-FFF2-40B4-BE49-F238E27FC236}">
                  <a16:creationId xmlns:a16="http://schemas.microsoft.com/office/drawing/2014/main" id="{6C48D2B5-E35D-47F2-83F6-2F28C07BBF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25943" y="3454289"/>
              <a:ext cx="669608" cy="594455"/>
            </a:xfrm>
            <a:prstGeom xmlns:a="http://schemas.openxmlformats.org/drawingml/2006/main" prst="roundRect">
              <a:avLst>
                <a:gd name="adj" fmla="val 480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1430">
              <a:solidFill>
                <a:srgbClr val="C47156"/>
              </a:solidFill>
              <a:prstDash val="solid"/>
            </a:ln>
          </p:spPr>
        </p:sp>
        <p:sp>
          <p:nvSpPr>
            <p:cNvPr id="85" name="F1-records-186-367-0085-roundRect">
              <a:extLst xmlns:a="http://schemas.openxmlformats.org/drawingml/2006/main">
                <a:ext uri="{FF2B5EF4-FFF2-40B4-BE49-F238E27FC236}">
                  <a16:creationId xmlns:a16="http://schemas.microsoft.com/office/drawing/2014/main" id="{3E8475D0-BDC3-4214-8D5A-4B29C87C2C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71650" y="3495675"/>
              <a:ext cx="669608" cy="594455"/>
            </a:xfrm>
            <a:prstGeom xmlns:a="http://schemas.openxmlformats.org/drawingml/2006/main" prst="roundRect">
              <a:avLst>
                <a:gd name="adj" fmla="val 480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1430">
              <a:solidFill>
                <a:srgbClr val="C47156"/>
              </a:solidFill>
              <a:prstDash val="solid"/>
            </a:ln>
          </p:spPr>
        </p:sp>
      </p:grpSp>
      <p:grpSp>
        <p:nvGrpSpPr>
          <p:cNvPr id="623" name="F1-robotTable-191-378"/>
          <p:cNvGrpSpPr/>
          <p:nvPr/>
        </p:nvGrpSpPr>
        <p:grpSpPr>
          <ns1:xfrm xmlns:ns1="http://schemas.openxmlformats.org/drawingml/2006/main">
            <ns1:off x="1833724" y="3640696"/>
            <ns1:ext cx="536887" cy="384947"/>
            <ns1:chOff x="1833724" y="3640696"/>
            <ns1:chExt cx="536887" cy="384947"/>
          </ns1:xfrm>
        </p:grpSpPr>
        <p:sp>
          <p:nvSpPr>
            <p:cNvPr id="86" name="F1-robotTable-191-378-0086-custom">
              <a:extLst xmlns:a="http://schemas.openxmlformats.org/drawingml/2006/main">
                <a:ext uri="{FF2B5EF4-FFF2-40B4-BE49-F238E27FC236}">
                  <a16:creationId xmlns:a16="http://schemas.microsoft.com/office/drawing/2014/main" id="{391A6B1C-306B-493D-AE13-B9012460BA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33724" y="3884103"/>
              <a:ext cx="527361" cy="72915"/>
            </a:xfrm>
            <a:custGeom xmlns:a="http://schemas.openxmlformats.org/drawingml/2006/main">
              <a:pathLst>
                <a:path w="527361" h="72915">
                  <a:moveTo>
                    <a:pt x="0" y="72915"/>
                  </a:moveTo>
                  <a:lnTo>
                    <a:pt x="89764" y="0"/>
                  </a:lnTo>
                  <a:lnTo>
                    <a:pt x="527361" y="0"/>
                  </a:lnTo>
                  <a:lnTo>
                    <a:pt x="460038" y="72915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87" name="F1-robotTable-191-378-0087-line">
              <a:extLst xmlns:a="http://schemas.openxmlformats.org/drawingml/2006/main">
                <a:ext uri="{FF2B5EF4-FFF2-40B4-BE49-F238E27FC236}">
                  <a16:creationId xmlns:a16="http://schemas.microsoft.com/office/drawing/2014/main" id="{96BFFB12-DF75-4946-B2E3-245799E862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33724" y="3957017"/>
              <a:ext cx="33661" cy="68626"/>
            </a:xfrm>
            <a:custGeom xmlns:a="http://schemas.openxmlformats.org/drawingml/2006/main">
              <a:pathLst>
                <a:path w="33661" h="68626">
                  <a:moveTo>
                    <a:pt x="0" y="0"/>
                  </a:moveTo>
                  <a:lnTo>
                    <a:pt x="0" y="68626"/>
                  </a:lnTo>
                  <a:lnTo>
                    <a:pt x="33661" y="68626"/>
                  </a:lnTo>
                  <a:lnTo>
                    <a:pt x="33661" y="857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88" name="F1-robotTable-191-378-0088-line">
              <a:extLst xmlns:a="http://schemas.openxmlformats.org/drawingml/2006/main">
                <a:ext uri="{FF2B5EF4-FFF2-40B4-BE49-F238E27FC236}">
                  <a16:creationId xmlns:a16="http://schemas.microsoft.com/office/drawing/2014/main" id="{27069232-3B18-4F76-8C8B-838DD3169C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93763" y="3909837"/>
              <a:ext cx="67323" cy="115806"/>
            </a:xfrm>
            <a:custGeom xmlns:a="http://schemas.openxmlformats.org/drawingml/2006/main">
              <a:pathLst>
                <a:path w="67323" h="115806">
                  <a:moveTo>
                    <a:pt x="0" y="47180"/>
                  </a:moveTo>
                  <a:lnTo>
                    <a:pt x="0" y="115806"/>
                  </a:lnTo>
                  <a:lnTo>
                    <a:pt x="33661" y="115806"/>
                  </a:lnTo>
                  <a:lnTo>
                    <a:pt x="33661" y="34313"/>
                  </a:lnTo>
                  <a:lnTo>
                    <a:pt x="67323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89" name="F1-robotTable-191-378-0089-line">
              <a:extLst xmlns:a="http://schemas.openxmlformats.org/drawingml/2006/main">
                <a:ext uri="{FF2B5EF4-FFF2-40B4-BE49-F238E27FC236}">
                  <a16:creationId xmlns:a16="http://schemas.microsoft.com/office/drawing/2014/main" id="{57664A4E-B8E6-481B-BB00-49169F14F9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61086" y="3888392"/>
              <a:ext cx="9525" cy="90071"/>
            </a:xfrm>
            <a:custGeom xmlns:a="http://schemas.openxmlformats.org/drawingml/2006/main">
              <a:pathLst>
                <a:path w="9525" h="90071">
                  <a:moveTo>
                    <a:pt x="0" y="0"/>
                  </a:moveTo>
                  <a:lnTo>
                    <a:pt x="0" y="9007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90" name="F1-robotTable-191-378-0090-line">
              <a:extLst xmlns:a="http://schemas.openxmlformats.org/drawingml/2006/main">
                <a:ext uri="{FF2B5EF4-FFF2-40B4-BE49-F238E27FC236}">
                  <a16:creationId xmlns:a16="http://schemas.microsoft.com/office/drawing/2014/main" id="{58645247-6D7B-401B-A170-2B93E9FCD1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50555" y="3982752"/>
              <a:ext cx="443208" cy="9525"/>
            </a:xfrm>
            <a:custGeom xmlns:a="http://schemas.openxmlformats.org/drawingml/2006/main">
              <a:pathLst>
                <a:path w="443208" h="9525">
                  <a:moveTo>
                    <a:pt x="0" y="0"/>
                  </a:moveTo>
                  <a:lnTo>
                    <a:pt x="443208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C47156"/>
              </a:solidFill>
              <a:prstDash val="solid"/>
            </a:ln>
          </p:spPr>
        </p:sp>
        <p:sp>
          <p:nvSpPr>
            <p:cNvPr id="91" name="F1-robotTable-191-378-0091-rect">
              <a:extLst xmlns:a="http://schemas.openxmlformats.org/drawingml/2006/main">
                <a:ext uri="{FF2B5EF4-FFF2-40B4-BE49-F238E27FC236}">
                  <a16:creationId xmlns:a16="http://schemas.microsoft.com/office/drawing/2014/main" id="{118D70F2-1433-42F5-AA71-2E1896C086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32050" y="3888392"/>
              <a:ext cx="61712" cy="55758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5240">
              <a:solidFill>
                <a:srgbClr val="252A32"/>
              </a:solidFill>
              <a:prstDash val="solid"/>
            </a:ln>
          </p:spPr>
        </p:sp>
        <p:sp>
          <p:nvSpPr>
            <p:cNvPr id="92" name="F1-robotTable-191-378-0092-custom">
              <a:extLst xmlns:a="http://schemas.openxmlformats.org/drawingml/2006/main">
                <a:ext uri="{FF2B5EF4-FFF2-40B4-BE49-F238E27FC236}">
                  <a16:creationId xmlns:a16="http://schemas.microsoft.com/office/drawing/2014/main" id="{3AE95DF4-DB0B-4CE9-822C-BA71D36C94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49927" y="3766066"/>
              <a:ext cx="36886" cy="117436"/>
            </a:xfrm>
            <a:custGeom xmlns:a="http://schemas.openxmlformats.org/drawingml/2006/main">
              <a:pathLst>
                <a:path w="36886" h="117436">
                  <a:moveTo>
                    <a:pt x="36886" y="117436"/>
                  </a:moveTo>
                  <a:lnTo>
                    <a:pt x="36886" y="0"/>
                  </a:lnTo>
                  <a:lnTo>
                    <a:pt x="0" y="0"/>
                  </a:lnTo>
                  <a:lnTo>
                    <a:pt x="0" y="117436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93" name="F1-robotTable-191-378-0093-custom">
              <a:extLst xmlns:a="http://schemas.openxmlformats.org/drawingml/2006/main">
                <a:ext uri="{FF2B5EF4-FFF2-40B4-BE49-F238E27FC236}">
                  <a16:creationId xmlns:a16="http://schemas.microsoft.com/office/drawing/2014/main" id="{A55DA508-3934-4D37-8FAA-A346440ECC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57927" y="3642951"/>
              <a:ext cx="177973" cy="138317"/>
            </a:xfrm>
            <a:custGeom xmlns:a="http://schemas.openxmlformats.org/drawingml/2006/main">
              <a:pathLst>
                <a:path w="177973" h="138317">
                  <a:moveTo>
                    <a:pt x="20886" y="138317"/>
                  </a:moveTo>
                  <a:lnTo>
                    <a:pt x="177973" y="30403"/>
                  </a:lnTo>
                  <a:lnTo>
                    <a:pt x="157086" y="0"/>
                  </a:lnTo>
                  <a:lnTo>
                    <a:pt x="0" y="107914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94" name="F1-robotTable-191-378-0094-custom">
              <a:extLst xmlns:a="http://schemas.openxmlformats.org/drawingml/2006/main">
                <a:ext uri="{FF2B5EF4-FFF2-40B4-BE49-F238E27FC236}">
                  <a16:creationId xmlns:a16="http://schemas.microsoft.com/office/drawing/2014/main" id="{29AB70B7-80EC-4578-BFBF-18BF0A7F50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15770" y="3642458"/>
              <a:ext cx="142798" cy="107564"/>
            </a:xfrm>
            <a:custGeom xmlns:a="http://schemas.openxmlformats.org/drawingml/2006/main">
              <a:pathLst>
                <a:path w="142798" h="107564">
                  <a:moveTo>
                    <a:pt x="0" y="31389"/>
                  </a:moveTo>
                  <a:lnTo>
                    <a:pt x="123425" y="107564"/>
                  </a:lnTo>
                  <a:lnTo>
                    <a:pt x="142798" y="76175"/>
                  </a:lnTo>
                  <a:lnTo>
                    <a:pt x="19373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95" name="F1-robotTable-191-378-0095-custom">
              <a:extLst xmlns:a="http://schemas.openxmlformats.org/drawingml/2006/main">
                <a:ext uri="{FF2B5EF4-FFF2-40B4-BE49-F238E27FC236}">
                  <a16:creationId xmlns:a16="http://schemas.microsoft.com/office/drawing/2014/main" id="{156C4D02-C7D8-4BB1-B561-560DA1587D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32326" y="3726198"/>
              <a:ext cx="61162" cy="73388"/>
            </a:xfrm>
            <a:custGeom xmlns:a="http://schemas.openxmlformats.org/drawingml/2006/main">
              <a:pathLst>
                <a:path w="61162" h="73388">
                  <a:moveTo>
                    <a:pt x="0" y="16257"/>
                  </a:moveTo>
                  <a:lnTo>
                    <a:pt x="28051" y="73388"/>
                  </a:lnTo>
                  <a:lnTo>
                    <a:pt x="61162" y="57131"/>
                  </a:lnTo>
                  <a:lnTo>
                    <a:pt x="33111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96" name="F1-robotTable-191-378-0096-ellipse">
              <a:extLst xmlns:a="http://schemas.openxmlformats.org/drawingml/2006/main">
                <a:ext uri="{FF2B5EF4-FFF2-40B4-BE49-F238E27FC236}">
                  <a16:creationId xmlns:a16="http://schemas.microsoft.com/office/drawing/2014/main" id="{DFAB116E-432C-4415-B88A-ACA61C11CC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06657" y="3877154"/>
              <a:ext cx="134645" cy="31739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97" name="F1-robotTable-191-378-0097-ellipse">
              <a:extLst xmlns:a="http://schemas.openxmlformats.org/drawingml/2006/main">
                <a:ext uri="{FF2B5EF4-FFF2-40B4-BE49-F238E27FC236}">
                  <a16:creationId xmlns:a16="http://schemas.microsoft.com/office/drawing/2014/main" id="{5F694CE4-5C43-48EF-B2D8-E80DED11AD7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12268" y="3877154"/>
              <a:ext cx="123425" cy="1904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C47156"/>
              </a:solidFill>
            </a:ln>
          </p:spPr>
        </p:sp>
        <p:sp>
          <p:nvSpPr>
            <p:cNvPr id="98" name="F1-robotTable-191-378-0098-ellipse">
              <a:extLst xmlns:a="http://schemas.openxmlformats.org/drawingml/2006/main">
                <a:ext uri="{FF2B5EF4-FFF2-40B4-BE49-F238E27FC236}">
                  <a16:creationId xmlns:a16="http://schemas.microsoft.com/office/drawing/2014/main" id="{47838DEB-F7F8-463B-8698-B33BFAEF4F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36392" y="3748610"/>
              <a:ext cx="63957" cy="3491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99" name="F1-robotTable-191-378-0099-ellipse">
              <a:extLst xmlns:a="http://schemas.openxmlformats.org/drawingml/2006/main">
                <a:ext uri="{FF2B5EF4-FFF2-40B4-BE49-F238E27FC236}">
                  <a16:creationId xmlns:a16="http://schemas.microsoft.com/office/drawing/2014/main" id="{DCBB27EA-8B2F-4E4F-812C-9F27C567365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93478" y="3640696"/>
              <a:ext cx="63957" cy="3491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100" name="F1-robotTable-191-378-0100-ellipse">
              <a:extLst xmlns:a="http://schemas.openxmlformats.org/drawingml/2006/main">
                <a:ext uri="{FF2B5EF4-FFF2-40B4-BE49-F238E27FC236}">
                  <a16:creationId xmlns:a16="http://schemas.microsoft.com/office/drawing/2014/main" id="{2EB3E505-35D6-4BEF-8AD9-DCF8467D3F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16903" y="3716870"/>
              <a:ext cx="63957" cy="3491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101" name="F1-robotTable-191-378-0101-ellipse">
              <a:extLst xmlns:a="http://schemas.openxmlformats.org/drawingml/2006/main">
                <a:ext uri="{FF2B5EF4-FFF2-40B4-BE49-F238E27FC236}">
                  <a16:creationId xmlns:a16="http://schemas.microsoft.com/office/drawing/2014/main" id="{5BB3CBBA-65D2-45CC-8E7E-AB2CF9064E6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44954" y="3774001"/>
              <a:ext cx="63957" cy="3491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102" name="F1-robotTable-191-378-0102-line">
              <a:extLst xmlns:a="http://schemas.openxmlformats.org/drawingml/2006/main">
                <a:ext uri="{FF2B5EF4-FFF2-40B4-BE49-F238E27FC236}">
                  <a16:creationId xmlns:a16="http://schemas.microsoft.com/office/drawing/2014/main" id="{56111D00-882E-487A-9428-9A821A970A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62346" y="3791458"/>
              <a:ext cx="50492" cy="22218"/>
            </a:xfrm>
            <a:custGeom xmlns:a="http://schemas.openxmlformats.org/drawingml/2006/main">
              <a:pathLst>
                <a:path w="50492" h="22218">
                  <a:moveTo>
                    <a:pt x="0" y="0"/>
                  </a:moveTo>
                  <a:lnTo>
                    <a:pt x="34222" y="22218"/>
                  </a:lnTo>
                  <a:lnTo>
                    <a:pt x="50492" y="2221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103" name="F1-robotTable-191-378-0103-line">
              <a:extLst xmlns:a="http://schemas.openxmlformats.org/drawingml/2006/main">
                <a:ext uri="{FF2B5EF4-FFF2-40B4-BE49-F238E27FC236}">
                  <a16:creationId xmlns:a16="http://schemas.microsoft.com/office/drawing/2014/main" id="{D2344DE2-9D3D-4755-BB0F-001BC75D465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96007" y="3791458"/>
              <a:ext cx="32539" cy="19044"/>
            </a:xfrm>
            <a:custGeom xmlns:a="http://schemas.openxmlformats.org/drawingml/2006/main">
              <a:pathLst>
                <a:path w="32539" h="19044">
                  <a:moveTo>
                    <a:pt x="0" y="0"/>
                  </a:moveTo>
                  <a:lnTo>
                    <a:pt x="32539" y="1904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</p:grpSp>
      <p:sp>
        <p:nvSpPr>
          <p:cNvPr id="104" name="F1-0104-text"/>
          <p:cNvSpPr txBox="1"/>
          <p:nvPr/>
        </p:nvSpPr>
        <p:spPr>
          <ns0:xfrm xmlns:ns0="http://schemas.openxmlformats.org/drawingml/2006/main">
            <ns0:off x="2895600" y="1451134"/>
            <ns0:ext cx="207645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• 50 episodes per task</ns0:t>
            </ns0:r>
          </ns0:p>
        </p:txBody>
      </p:sp>
      <p:sp>
        <p:nvSpPr>
          <p:cNvPr id="105" name="F1-0105-text"/>
          <p:cNvSpPr txBox="1"/>
          <p:nvPr/>
        </p:nvSpPr>
        <p:spPr>
          <ns0:xfrm xmlns:ns0="http://schemas.openxmlformats.org/drawingml/2006/main">
            <ns0:off x="2895600" y="1703546"/>
            <ns0:ext cx="207645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• Current states</ns0:t>
            </ns0:r>
          </ns0:p>
        </p:txBody>
      </p:sp>
      <p:sp>
        <p:nvSpPr>
          <p:cNvPr id="106" name="F1-0106-text"/>
          <p:cNvSpPr txBox="1"/>
          <p:nvPr/>
        </p:nvSpPr>
        <p:spPr>
          <ns0:xfrm xmlns:ns0="http://schemas.openxmlformats.org/drawingml/2006/main">
            <ns0:off x="2895600" y="1952625"/>
            <ns0:ext cx="1333500" cy="2667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 actions</ns0:t>
            </ns0:r>
          </ns0:p>
        </p:txBody>
      </p:sp>
      <p:sp>
        <p:nvSpPr>
          <p:cNvPr id="624" name="F1-math-427-205"/>
          <p:cNvSpPr txBox="1"/>
          <p:nvPr/>
        </p:nvSpPr>
        <p:spPr>
          <ns0:xfrm xmlns:ns0="http://schemas.openxmlformats.org/drawingml/2006/main">
            <ns0:off x="4229100" y="1914525"/>
            <ns0:ext cx="63817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ref</ns0:t>
            </ns0:r>
          </ns0:p>
        </p:txBody>
      </p:sp>
      <p:sp>
        <p:nvSpPr>
          <p:cNvPr id="109" name="F1-0109-text"/>
          <p:cNvSpPr txBox="1"/>
          <p:nvPr/>
        </p:nvSpPr>
        <p:spPr>
          <ns0:xfrm xmlns:ns0="http://schemas.openxmlformats.org/drawingml/2006/main">
            <ns0:off x="2895600" y="3375184"/>
            <ns0:ext cx="207645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• 400-step episodes</ns0:t>
            </ns0:r>
          </ns0:p>
        </p:txBody>
      </p:sp>
      <p:sp>
        <p:nvSpPr>
          <p:cNvPr id="110" name="F1-0110-text"/>
          <p:cNvSpPr txBox="1"/>
          <p:nvPr/>
        </p:nvSpPr>
        <p:spPr>
          <ns0:xfrm xmlns:ns0="http://schemas.openxmlformats.org/drawingml/2006/main">
            <ns0:off x="2895600" y="3627596"/>
            <ns0:ext cx="207645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• 14 action channels</ns0:t>
            </ns0:r>
          </ns0:p>
        </p:txBody>
      </p:sp>
      <p:sp>
        <p:nvSpPr>
          <p:cNvPr id="111" name="F1-0111-text"/>
          <p:cNvSpPr txBox="1"/>
          <p:nvPr/>
        </p:nvSpPr>
        <p:spPr>
          <ns0:xfrm xmlns:ns0="http://schemas.openxmlformats.org/drawingml/2006/main">
            <ns0:off x="2895600" y="3876675"/>
            <ns0:ext cx="1257300" cy="2667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 actions</ns0:t>
            </ns0:r>
          </ns0:p>
        </p:txBody>
      </p:sp>
      <p:sp>
        <p:nvSpPr>
          <p:cNvPr id="625" name="F1-math-427-407"/>
          <p:cNvSpPr txBox="1"/>
          <p:nvPr/>
        </p:nvSpPr>
        <p:spPr>
          <ns0:xfrm xmlns:ns0="http://schemas.openxmlformats.org/drawingml/2006/main">
            <ns0:off x="4162425" y="3829050"/>
            <ns0:ext cx="685800" cy="3238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ref</ns0:t>
            </ns0:r>
          </ns0:p>
        </p:txBody>
      </p:sp>
      <p:sp>
        <p:nvSpPr>
          <p:cNvPr id="114" name="F1-0114-roundRect">
            <a:extLst xmlns:a="http://schemas.openxmlformats.org/drawingml/2006/main">
              <a:ext uri="{FF2B5EF4-FFF2-40B4-BE49-F238E27FC236}">
                <a16:creationId xmlns:a16="http://schemas.microsoft.com/office/drawing/2014/main" id="{DA0DEB17-C4C1-4E56-9B80-18C4A3DC222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19300" y="2333625"/>
            <a:ext cx="14573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9BA9C3"/>
            </a:solidFill>
            <a:prstDash val="solid"/>
          </a:ln>
        </p:spPr>
      </p:sp>
      <p:sp>
        <p:nvSpPr>
          <p:cNvPr id="115" name="F1-0115-text"/>
          <p:cNvSpPr txBox="1"/>
          <p:nvPr/>
        </p:nvSpPr>
        <p:spPr>
          <ns0:xfrm xmlns:ns0="http://schemas.openxmlformats.org/drawingml/2006/main">
            <ns0:off x="2114550" y="2388632"/>
            <ns0:ext cx="1266825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State records</ns0:t>
            </ns0:r>
          </ns0:p>
        </p:txBody>
      </p:sp>
      <p:sp>
        <p:nvSpPr>
          <p:cNvPr id="116" name="F1-0116-roundRect">
            <a:extLst xmlns:a="http://schemas.openxmlformats.org/drawingml/2006/main">
              <a:ext uri="{FF2B5EF4-FFF2-40B4-BE49-F238E27FC236}">
                <a16:creationId xmlns:a16="http://schemas.microsoft.com/office/drawing/2014/main" id="{CEFB1A61-2C58-4D57-BB44-CFA04DA6DF6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71675" y="4219575"/>
            <a:ext cx="147637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FAE9F"/>
            </a:solidFill>
            <a:prstDash val="solid"/>
          </a:ln>
        </p:spPr>
      </p:sp>
      <p:sp>
        <p:nvSpPr>
          <p:cNvPr id="117" name="F1-0117-text"/>
          <p:cNvSpPr txBox="1"/>
          <p:nvPr/>
        </p:nvSpPr>
        <p:spPr>
          <ns0:xfrm xmlns:ns0="http://schemas.openxmlformats.org/drawingml/2006/main">
            <ns0:off x="1968500" y="4274582"/>
            <ns0:ext cx="1498600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Action records</ns0:t>
            </ns0:r>
          </ns0:p>
        </p:txBody>
      </p:sp>
      <p:grpSp>
        <p:nvGrpSpPr>
          <p:cNvPr id="626" name="F1-route-118"/>
          <p:cNvGrpSpPr/>
          <p:nvPr/>
        </p:nvGrpSpPr>
        <p:grpSpPr>
          <ns1:xfrm xmlns:ns1="http://schemas.openxmlformats.org/drawingml/2006/main">
            <ns1:off x="3476625" y="2524125"/>
            <ns1:ext cx="1524000" cy="2171700"/>
            <ns1:chOff x="3476625" y="2524125"/>
            <ns1:chExt cx="1524000" cy="2171700"/>
          </ns1:xfrm>
        </p:grpSpPr>
        <p:sp>
          <p:nvSpPr>
            <p:cNvPr id="118" name="F1-route-118-0118-arrow-route">
              <a:extLst xmlns:a="http://schemas.openxmlformats.org/drawingml/2006/main">
                <a:ext uri="{FF2B5EF4-FFF2-40B4-BE49-F238E27FC236}">
                  <a16:creationId xmlns:a16="http://schemas.microsoft.com/office/drawing/2014/main" id="{50690A0A-B0E7-4BBB-B95A-DB8CC545B3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76625" y="2524125"/>
              <a:ext cx="1524000" cy="2171700"/>
            </a:xfrm>
            <a:custGeom xmlns:a="http://schemas.openxmlformats.org/drawingml/2006/main">
              <a:pathLst>
                <a:path w="1524000" h="2171700">
                  <a:moveTo>
                    <a:pt x="0" y="0"/>
                  </a:moveTo>
                  <a:lnTo>
                    <a:pt x="1524000" y="0"/>
                  </a:lnTo>
                  <a:lnTo>
                    <a:pt x="1524000" y="1981200"/>
                  </a:lnTo>
                  <a:lnTo>
                    <a:pt x="247650" y="1981200"/>
                  </a:lnTo>
                  <a:lnTo>
                    <a:pt x="247650" y="21717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0480">
              <a:solidFill>
                <a:srgbClr val="3C5488"/>
              </a:solidFill>
              <a:prstDash val="solid"/>
            </a:ln>
          </p:spPr>
        </p:sp>
        <p:sp>
          <p:nvSpPr>
            <p:cNvPr id="119" name="F1-route-118-0119-custom">
              <a:extLst xmlns:a="http://schemas.openxmlformats.org/drawingml/2006/main">
                <a:ext uri="{FF2B5EF4-FFF2-40B4-BE49-F238E27FC236}">
                  <a16:creationId xmlns:a16="http://schemas.microsoft.com/office/drawing/2014/main" id="{31BAEF59-358D-4713-B96C-29025F3CD5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63925" y="4586097"/>
              <a:ext cx="120701" cy="109728"/>
            </a:xfrm>
            <a:custGeom xmlns:a="http://schemas.openxmlformats.org/drawingml/2006/main">
              <a:pathLst>
                <a:path w="120701" h="109728">
                  <a:moveTo>
                    <a:pt x="60350" y="109728"/>
                  </a:moveTo>
                  <a:lnTo>
                    <a:pt x="0" y="0"/>
                  </a:lnTo>
                  <a:lnTo>
                    <a:pt x="120701" y="0"/>
                  </a:lnTo>
                  <a:close/>
                </a:path>
              </a:pathLst>
            </a:custGeom>
            <a:solidFill xmlns:a="http://schemas.openxmlformats.org/drawingml/2006/main">
              <a:srgbClr val="3C5488"/>
            </a:solidFill>
            <a:ln xmlns:a="http://schemas.openxmlformats.org/drawingml/2006/main" w="953">
              <a:solidFill>
                <a:srgbClr val="3C5488"/>
              </a:solidFill>
            </a:ln>
          </p:spPr>
        </p:sp>
      </p:grpSp>
      <p:grpSp>
        <p:nvGrpSpPr>
          <p:cNvPr id="627" name="F1-route-120"/>
          <p:cNvGrpSpPr/>
          <p:nvPr/>
        </p:nvGrpSpPr>
        <p:grpSpPr>
          <ns1:xfrm xmlns:ns1="http://schemas.openxmlformats.org/drawingml/2006/main">
            <ns1:off x="2578075" y="4586097"/>
            <ns1:ext cx="120701" cy="109728"/>
            <ns1:chOff x="2578075" y="4586097"/>
            <ns1:chExt cx="120701" cy="109728"/>
          </ns1:xfrm>
        </p:grpSpPr>
        <p:sp>
          <p:nvSpPr>
            <p:cNvPr id="120" name="F1-route-120-0120-arrow-route">
              <a:extLst xmlns:a="http://schemas.openxmlformats.org/drawingml/2006/main">
                <a:ext uri="{FF2B5EF4-FFF2-40B4-BE49-F238E27FC236}">
                  <a16:creationId xmlns:a16="http://schemas.microsoft.com/office/drawing/2014/main" id="{D81AE5D6-1923-42AC-B565-FEBA122E60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38425" y="4600575"/>
              <a:ext cx="9525" cy="95250"/>
            </a:xfrm>
            <a:custGeom xmlns:a="http://schemas.openxmlformats.org/drawingml/2006/main"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0480">
              <a:solidFill>
                <a:srgbClr val="C47156"/>
              </a:solidFill>
              <a:prstDash val="solid"/>
            </a:ln>
          </p:spPr>
        </p:sp>
        <p:sp>
          <p:nvSpPr>
            <p:cNvPr id="121" name="F1-route-120-0121-custom">
              <a:extLst xmlns:a="http://schemas.openxmlformats.org/drawingml/2006/main">
                <a:ext uri="{FF2B5EF4-FFF2-40B4-BE49-F238E27FC236}">
                  <a16:creationId xmlns:a16="http://schemas.microsoft.com/office/drawing/2014/main" id="{ADFCD037-2398-45D3-A994-C1242E7B2D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78075" y="4586097"/>
              <a:ext cx="120701" cy="109728"/>
            </a:xfrm>
            <a:custGeom xmlns:a="http://schemas.openxmlformats.org/drawingml/2006/main">
              <a:pathLst>
                <a:path w="120701" h="109728">
                  <a:moveTo>
                    <a:pt x="60350" y="109728"/>
                  </a:moveTo>
                  <a:lnTo>
                    <a:pt x="0" y="0"/>
                  </a:lnTo>
                  <a:lnTo>
                    <a:pt x="120701" y="0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sp>
        <p:nvSpPr>
          <p:cNvPr id="122" name="F1-0122-roundRect">
            <a:extLst xmlns:a="http://schemas.openxmlformats.org/drawingml/2006/main">
              <a:ext uri="{FF2B5EF4-FFF2-40B4-BE49-F238E27FC236}">
                <a16:creationId xmlns:a16="http://schemas.microsoft.com/office/drawing/2014/main" id="{70CD0977-B20E-4086-A328-4F400463E5F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4325" y="4695825"/>
            <a:ext cx="47148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123" name="F1-0123-text">
            <a:extLst xmlns:a="http://schemas.openxmlformats.org/drawingml/2006/main">
              <a:ext uri="{FF2B5EF4-FFF2-40B4-BE49-F238E27FC236}">
                <a16:creationId xmlns:a16="http://schemas.microsoft.com/office/drawing/2014/main" id="{FBC45723-A570-4077-A9A5-D87BA98592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57200" y="4764405"/>
            <a:ext cx="158115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Preprocessing</a:t>
            </a:r>
          </a:p>
        </p:txBody>
      </p:sp>
      <p:sp>
        <p:nvSpPr>
          <p:cNvPr id="124" name="F1-0124-text">
            <a:extLst xmlns:a="http://schemas.openxmlformats.org/drawingml/2006/main">
              <a:ext uri="{FF2B5EF4-FFF2-40B4-BE49-F238E27FC236}">
                <a16:creationId xmlns:a16="http://schemas.microsoft.com/office/drawing/2014/main" id="{99EEC3BB-D327-4199-8CE7-1CF17E9E3A7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2095500" y="4775359"/>
            <a:ext cx="27622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(build training records)</a:t>
            </a:r>
          </a:p>
        </p:txBody>
      </p:sp>
      <p:sp>
        <p:nvSpPr>
          <p:cNvPr id="125" name="F1-0125-roundRect">
            <a:extLst xmlns:a="http://schemas.openxmlformats.org/drawingml/2006/main">
              <a:ext uri="{FF2B5EF4-FFF2-40B4-BE49-F238E27FC236}">
                <a16:creationId xmlns:a16="http://schemas.microsoft.com/office/drawing/2014/main" id="{137CDCC7-A568-40B0-8ADD-E2826304BD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9575" y="5114925"/>
            <a:ext cx="1285875" cy="638175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126" name="F1-0126-text"/>
          <p:cNvSpPr txBox="1"/>
          <p:nvPr/>
        </p:nvSpPr>
        <p:spPr>
          <ns0:xfrm xmlns:ns0="http://schemas.openxmlformats.org/drawingml/2006/main">
            <ns0:off x="447675" y="5182459"/>
            <ns0:ext cx="1209675" cy="27060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Verify</ns0:t>
            </ns0:r>
          </ns0:p>
        </p:txBody>
      </p:sp>
      <p:sp>
        <p:nvSpPr>
          <p:cNvPr id="127" name="F1-0127-text"/>
          <p:cNvSpPr txBox="1"/>
          <p:nvPr/>
        </p:nvSpPr>
        <p:spPr>
          <ns0:xfrm xmlns:ns0="http://schemas.openxmlformats.org/drawingml/2006/main">
            <ns0:off x="447675" y="5434013"/>
            <ns0:ext cx="1209675" cy="27060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source ID</ns0:t>
            </ns0:r>
          </ns0:p>
        </p:txBody>
      </p:sp>
      <p:sp>
        <p:nvSpPr>
          <p:cNvPr id="128" name="F1-0128-roundRect">
            <a:extLst xmlns:a="http://schemas.openxmlformats.org/drawingml/2006/main">
              <a:ext uri="{FF2B5EF4-FFF2-40B4-BE49-F238E27FC236}">
                <a16:creationId xmlns:a16="http://schemas.microsoft.com/office/drawing/2014/main" id="{C176BAE8-16ED-40F5-829B-D83E0BBD357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28825" y="5114925"/>
            <a:ext cx="1285875" cy="638175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129" name="F1-0129-text"/>
          <p:cNvSpPr txBox="1"/>
          <p:nvPr/>
        </p:nvSpPr>
        <p:spPr>
          <ns0:xfrm xmlns:ns0="http://schemas.openxmlformats.org/drawingml/2006/main">
            <ns0:off x="2032000" y="5184985"/>
            <ns0:ext cx="1279525" cy="26807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40 / 10</ns0:t>
            </ns0:r>
          </ns0:p>
        </p:txBody>
      </p:sp>
      <p:sp>
        <p:nvSpPr>
          <p:cNvPr id="130" name="F1-0130-text"/>
          <p:cNvSpPr txBox="1"/>
          <p:nvPr/>
        </p:nvSpPr>
        <p:spPr>
          <ns0:xfrm xmlns:ns0="http://schemas.openxmlformats.org/drawingml/2006/main">
            <ns0:off x="2066925" y="5434013"/>
            <ns0:ext cx="1209675" cy="26807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train / dev</ns0:t>
            </ns0:r>
          </ns0:p>
        </p:txBody>
      </p:sp>
      <p:sp>
        <p:nvSpPr>
          <p:cNvPr id="131" name="F1-0131-roundRect">
            <a:extLst xmlns:a="http://schemas.openxmlformats.org/drawingml/2006/main">
              <a:ext uri="{FF2B5EF4-FFF2-40B4-BE49-F238E27FC236}">
                <a16:creationId xmlns:a16="http://schemas.microsoft.com/office/drawing/2014/main" id="{FF978906-B5DE-45A7-8982-47247A642BE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67125" y="5114925"/>
            <a:ext cx="1238250" cy="638175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132" name="F1-0132-text">
            <a:extLst xmlns:a="http://schemas.openxmlformats.org/drawingml/2006/main">
              <a:ext uri="{FF2B5EF4-FFF2-40B4-BE49-F238E27FC236}">
                <a16:creationId xmlns:a16="http://schemas.microsoft.com/office/drawing/2014/main" id="{B59D1231-03DD-4668-BA3F-6E0FE2DB53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3705225" y="5182076"/>
            <a:ext cx="1162050" cy="27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Build</a:t>
            </a:r>
          </a:p>
        </p:txBody>
      </p:sp>
      <p:sp>
        <p:nvSpPr>
          <p:cNvPr id="133" name="F1-0133-text">
            <a:extLst xmlns:a="http://schemas.openxmlformats.org/drawingml/2006/main">
              <a:ext uri="{FF2B5EF4-FFF2-40B4-BE49-F238E27FC236}">
                <a16:creationId xmlns:a16="http://schemas.microsoft.com/office/drawing/2014/main" id="{D47A11CC-26FA-48A3-888D-87501067A28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3705225" y="5434013"/>
            <a:ext cx="1162050" cy="27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chunks</a:t>
            </a:r>
          </a:p>
        </p:txBody>
      </p:sp>
      <p:grpSp>
        <p:nvGrpSpPr>
          <p:cNvPr id="628" name="F1-route-134"/>
          <p:cNvGrpSpPr/>
          <p:nvPr/>
        </p:nvGrpSpPr>
        <p:grpSpPr>
          <ns1:xfrm xmlns:ns1="http://schemas.openxmlformats.org/drawingml/2006/main">
            <ns1:off x="1695450" y="5401151"/>
            <ns1:ext cx="333375" cy="94298"/>
            <ns1:chOff x="1695450" y="5401151"/>
            <ns1:chExt cx="333375" cy="94298"/>
          </ns1:xfrm>
        </p:grpSpPr>
        <p:sp>
          <p:nvSpPr>
            <p:cNvPr id="134" name="F1-route-134-0134-arrow-route">
              <a:extLst xmlns:a="http://schemas.openxmlformats.org/drawingml/2006/main">
                <a:ext uri="{FF2B5EF4-FFF2-40B4-BE49-F238E27FC236}">
                  <a16:creationId xmlns:a16="http://schemas.microsoft.com/office/drawing/2014/main" id="{E15AEE0C-80A4-4C54-A6CD-4979F88900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95450" y="5448300"/>
              <a:ext cx="333375" cy="9525"/>
            </a:xfrm>
            <a:custGeom xmlns:a="http://schemas.openxmlformats.org/drawingml/2006/main"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3813">
              <a:solidFill>
                <a:srgbClr val="68717D"/>
              </a:solidFill>
              <a:prstDash val="solid"/>
            </a:ln>
          </p:spPr>
        </p:sp>
        <p:sp>
          <p:nvSpPr>
            <p:cNvPr id="135" name="F1-route-134-0135-custom">
              <a:extLst xmlns:a="http://schemas.openxmlformats.org/drawingml/2006/main">
                <a:ext uri="{FF2B5EF4-FFF2-40B4-BE49-F238E27FC236}">
                  <a16:creationId xmlns:a16="http://schemas.microsoft.com/office/drawing/2014/main" id="{5C4B0B1F-9B53-404D-B784-B214722276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43100" y="5401151"/>
              <a:ext cx="85725" cy="94298"/>
            </a:xfrm>
            <a:custGeom xmlns:a="http://schemas.openxmlformats.org/drawingml/2006/main">
              <a:pathLst>
                <a:path w="85725" h="94298">
                  <a:moveTo>
                    <a:pt x="85725" y="47149"/>
                  </a:moveTo>
                  <a:lnTo>
                    <a:pt x="0" y="94298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grpSp>
        <p:nvGrpSpPr>
          <p:cNvPr id="629" name="F1-route-136"/>
          <p:cNvGrpSpPr/>
          <p:nvPr/>
        </p:nvGrpSpPr>
        <p:grpSpPr>
          <ns1:xfrm xmlns:ns1="http://schemas.openxmlformats.org/drawingml/2006/main">
            <ns1:off x="3314700" y="5401151"/>
            <ns1:ext cx="352425" cy="94298"/>
            <ns1:chOff x="3314700" y="5401151"/>
            <ns1:chExt cx="352425" cy="94298"/>
          </ns1:xfrm>
        </p:grpSpPr>
        <p:sp>
          <p:nvSpPr>
            <p:cNvPr id="136" name="F1-route-136-0136-arrow-route">
              <a:extLst xmlns:a="http://schemas.openxmlformats.org/drawingml/2006/main">
                <a:ext uri="{FF2B5EF4-FFF2-40B4-BE49-F238E27FC236}">
                  <a16:creationId xmlns:a16="http://schemas.microsoft.com/office/drawing/2014/main" id="{F7878CF9-BA6C-4EF9-B968-AC938077A5E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14700" y="5448300"/>
              <a:ext cx="352425" cy="9525"/>
            </a:xfrm>
            <a:custGeom xmlns:a="http://schemas.openxmlformats.org/drawingml/2006/main">
              <a:pathLst>
                <a:path w="352425" h="9525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3813">
              <a:solidFill>
                <a:srgbClr val="68717D"/>
              </a:solidFill>
              <a:prstDash val="solid"/>
            </a:ln>
          </p:spPr>
        </p:sp>
        <p:sp>
          <p:nvSpPr>
            <p:cNvPr id="137" name="F1-route-136-0137-custom">
              <a:extLst xmlns:a="http://schemas.openxmlformats.org/drawingml/2006/main">
                <a:ext uri="{FF2B5EF4-FFF2-40B4-BE49-F238E27FC236}">
                  <a16:creationId xmlns:a16="http://schemas.microsoft.com/office/drawing/2014/main" id="{F4FAEBBA-9B68-4FA0-96B1-CA6934FE3A9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81400" y="5401151"/>
              <a:ext cx="85725" cy="94298"/>
            </a:xfrm>
            <a:custGeom xmlns:a="http://schemas.openxmlformats.org/drawingml/2006/main">
              <a:pathLst>
                <a:path w="85725" h="94298">
                  <a:moveTo>
                    <a:pt x="85725" y="47149"/>
                  </a:moveTo>
                  <a:lnTo>
                    <a:pt x="0" y="94298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grpSp>
        <p:nvGrpSpPr>
          <p:cNvPr id="630" name="F1-route-138"/>
          <p:cNvGrpSpPr/>
          <p:nvPr/>
        </p:nvGrpSpPr>
        <p:grpSpPr>
          <ns1:xfrm xmlns:ns1="http://schemas.openxmlformats.org/drawingml/2006/main">
            <ns1:off x="2629376" y="5753100"/>
            <ns1:ext cx="1637824" cy="266700"/>
            <ns1:chOff x="2629376" y="5753100"/>
            <ns1:chExt cx="1637824" cy="266700"/>
          </ns1:xfrm>
        </p:grpSpPr>
        <p:sp>
          <p:nvSpPr>
            <p:cNvPr id="138" name="F1-route-138-0138-arrow-route">
              <a:extLst xmlns:a="http://schemas.openxmlformats.org/drawingml/2006/main">
                <a:ext uri="{FF2B5EF4-FFF2-40B4-BE49-F238E27FC236}">
                  <a16:creationId xmlns:a16="http://schemas.microsoft.com/office/drawing/2014/main" id="{D9A8DE86-117E-424A-8C78-8A0E5B86DA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76525" y="5753100"/>
              <a:ext cx="1590675" cy="266700"/>
            </a:xfrm>
            <a:custGeom xmlns:a="http://schemas.openxmlformats.org/drawingml/2006/main">
              <a:pathLst>
                <a:path w="1590675" h="266700">
                  <a:moveTo>
                    <a:pt x="1590675" y="0"/>
                  </a:moveTo>
                  <a:lnTo>
                    <a:pt x="1590675" y="142875"/>
                  </a:lnTo>
                  <a:lnTo>
                    <a:pt x="0" y="142875"/>
                  </a:lnTo>
                  <a:lnTo>
                    <a:pt x="0" y="2667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0955">
              <a:solidFill>
                <a:srgbClr val="68717D"/>
              </a:solidFill>
              <a:prstDash val="solid"/>
            </a:ln>
          </p:spPr>
        </p:sp>
        <p:sp>
          <p:nvSpPr>
            <p:cNvPr id="139" name="F1-route-138-0139-custom">
              <a:extLst xmlns:a="http://schemas.openxmlformats.org/drawingml/2006/main">
                <a:ext uri="{FF2B5EF4-FFF2-40B4-BE49-F238E27FC236}">
                  <a16:creationId xmlns:a16="http://schemas.microsoft.com/office/drawing/2014/main" id="{051D2DD6-AA81-4FAC-8EBD-5C18FE107E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629376" y="5934075"/>
              <a:ext cx="94297" cy="85725"/>
            </a:xfrm>
            <a:custGeom xmlns:a="http://schemas.openxmlformats.org/drawingml/2006/main">
              <a:pathLst>
                <a:path w="94297" h="85725">
                  <a:moveTo>
                    <a:pt x="47149" y="85725"/>
                  </a:moveTo>
                  <a:lnTo>
                    <a:pt x="0" y="0"/>
                  </a:lnTo>
                  <a:lnTo>
                    <a:pt x="94297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sp>
        <p:nvSpPr>
          <p:cNvPr id="140" name="F1-0140-roundRect">
            <a:extLst xmlns:a="http://schemas.openxmlformats.org/drawingml/2006/main">
              <a:ext uri="{FF2B5EF4-FFF2-40B4-BE49-F238E27FC236}">
                <a16:creationId xmlns:a16="http://schemas.microsoft.com/office/drawing/2014/main" id="{0B6546C0-6797-4FE6-9879-56DF28B786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33550" y="6019800"/>
            <a:ext cx="1895475" cy="581025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141" name="F1-0141-text"/>
          <p:cNvSpPr txBox="1"/>
          <p:nvPr/>
        </p:nvSpPr>
        <p:spPr>
          <ns0:xfrm xmlns:ns0="http://schemas.openxmlformats.org/drawingml/2006/main">
            <ns0:off x="1838325" y="6067425"/>
            <ns0:ext cx="1685925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7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Training record</ns0:t>
            </ns0:r>
          </ns0:p>
        </p:txBody>
      </p:sp>
      <p:sp>
        <p:nvSpPr>
          <p:cNvPr id="142" name="F1-0142-text"/>
          <p:cNvSpPr txBox="1"/>
          <p:nvPr/>
        </p:nvSpPr>
        <p:spPr>
          <ns0:xfrm xmlns:ns0="http://schemas.openxmlformats.org/drawingml/2006/main">
            <ns0:off x="1838325" y="6324600"/>
            <ns0:ext cx="1685925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(same task)</ns0:t>
            </ns0:r>
          </ns0:p>
        </p:txBody>
      </p:sp>
      <p:grpSp>
        <p:nvGrpSpPr>
          <p:cNvPr id="631" name="F1-route-143"/>
          <p:cNvGrpSpPr/>
          <p:nvPr/>
        </p:nvGrpSpPr>
        <p:grpSpPr>
          <ns1:xfrm xmlns:ns1="http://schemas.openxmlformats.org/drawingml/2006/main">
            <ns1:off x="1330300" y="6534150"/>
            <ns1:ext cx="403250" cy="238125"/>
            <ns1:chOff x="1330300" y="6534150"/>
            <ns1:chExt cx="403250" cy="238125"/>
          </ns1:xfrm>
        </p:grpSpPr>
        <p:sp>
          <p:nvSpPr>
            <p:cNvPr id="143" name="F1-route-143-0143-arrow-route">
              <a:extLst xmlns:a="http://schemas.openxmlformats.org/drawingml/2006/main">
                <a:ext uri="{FF2B5EF4-FFF2-40B4-BE49-F238E27FC236}">
                  <a16:creationId xmlns:a16="http://schemas.microsoft.com/office/drawing/2014/main" id="{B1FB4277-03B9-4407-BE39-9F4A297C1B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0650" y="6534150"/>
              <a:ext cx="342900" cy="238125"/>
            </a:xfrm>
            <a:custGeom xmlns:a="http://schemas.openxmlformats.org/drawingml/2006/main">
              <a:pathLst>
                <a:path w="342900" h="238125">
                  <a:moveTo>
                    <a:pt x="342900" y="0"/>
                  </a:moveTo>
                  <a:lnTo>
                    <a:pt x="0" y="0"/>
                  </a:lnTo>
                  <a:lnTo>
                    <a:pt x="0" y="2381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0480">
              <a:solidFill>
                <a:srgbClr val="C47156"/>
              </a:solidFill>
              <a:prstDash val="solid"/>
            </a:ln>
          </p:spPr>
        </p:sp>
        <p:sp>
          <p:nvSpPr>
            <p:cNvPr id="144" name="F1-route-143-0144-custom">
              <a:extLst xmlns:a="http://schemas.openxmlformats.org/drawingml/2006/main">
                <a:ext uri="{FF2B5EF4-FFF2-40B4-BE49-F238E27FC236}">
                  <a16:creationId xmlns:a16="http://schemas.microsoft.com/office/drawing/2014/main" id="{9DB90635-FD90-49C4-924C-A033150216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0300" y="6662547"/>
              <a:ext cx="120701" cy="109728"/>
            </a:xfrm>
            <a:custGeom xmlns:a="http://schemas.openxmlformats.org/drawingml/2006/main">
              <a:pathLst>
                <a:path w="120701" h="109728">
                  <a:moveTo>
                    <a:pt x="60350" y="109728"/>
                  </a:moveTo>
                  <a:lnTo>
                    <a:pt x="0" y="0"/>
                  </a:lnTo>
                  <a:lnTo>
                    <a:pt x="120701" y="0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grpSp>
        <p:nvGrpSpPr>
          <p:cNvPr id="632" name="F1-route-145"/>
          <p:cNvGrpSpPr/>
          <p:nvPr/>
        </p:nvGrpSpPr>
        <p:grpSpPr>
          <ns1:xfrm xmlns:ns1="http://schemas.openxmlformats.org/drawingml/2006/main">
            <ns1:off x="3629025" y="6534150"/>
            <ns1:ext cx="346101" cy="238125"/>
            <ns1:chOff x="3629025" y="6534150"/>
            <ns1:chExt cx="346101" cy="238125"/>
          </ns1:xfrm>
        </p:grpSpPr>
        <p:sp>
          <p:nvSpPr>
            <p:cNvPr id="145" name="F1-route-145-0145-arrow-route">
              <a:extLst xmlns:a="http://schemas.openxmlformats.org/drawingml/2006/main">
                <a:ext uri="{FF2B5EF4-FFF2-40B4-BE49-F238E27FC236}">
                  <a16:creationId xmlns:a16="http://schemas.microsoft.com/office/drawing/2014/main" id="{168F10A0-AA56-43F7-96B4-893EA284B1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29025" y="6534150"/>
              <a:ext cx="285750" cy="238125"/>
            </a:xfrm>
            <a:custGeom xmlns:a="http://schemas.openxmlformats.org/drawingml/2006/main">
              <a:pathLst>
                <a:path w="285750" h="238125">
                  <a:moveTo>
                    <a:pt x="0" y="0"/>
                  </a:moveTo>
                  <a:lnTo>
                    <a:pt x="285750" y="0"/>
                  </a:lnTo>
                  <a:lnTo>
                    <a:pt x="285750" y="2381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0480">
              <a:solidFill>
                <a:srgbClr val="3C5488"/>
              </a:solidFill>
              <a:prstDash val="solid"/>
            </a:ln>
          </p:spPr>
        </p:sp>
        <p:sp>
          <p:nvSpPr>
            <p:cNvPr id="146" name="F1-route-145-0146-custom">
              <a:extLst xmlns:a="http://schemas.openxmlformats.org/drawingml/2006/main">
                <a:ext uri="{FF2B5EF4-FFF2-40B4-BE49-F238E27FC236}">
                  <a16:creationId xmlns:a16="http://schemas.microsoft.com/office/drawing/2014/main" id="{5C6B2292-5FB2-4552-9A35-CC4E72110A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54425" y="6662547"/>
              <a:ext cx="120701" cy="109728"/>
            </a:xfrm>
            <a:custGeom xmlns:a="http://schemas.openxmlformats.org/drawingml/2006/main">
              <a:pathLst>
                <a:path w="120701" h="109728">
                  <a:moveTo>
                    <a:pt x="60350" y="109728"/>
                  </a:moveTo>
                  <a:lnTo>
                    <a:pt x="0" y="0"/>
                  </a:lnTo>
                  <a:lnTo>
                    <a:pt x="120701" y="0"/>
                  </a:lnTo>
                  <a:close/>
                </a:path>
              </a:pathLst>
            </a:custGeom>
            <a:solidFill xmlns:a="http://schemas.openxmlformats.org/drawingml/2006/main">
              <a:srgbClr val="3C5488"/>
            </a:solidFill>
            <a:ln xmlns:a="http://schemas.openxmlformats.org/drawingml/2006/main" w="953">
              <a:solidFill>
                <a:srgbClr val="3C5488"/>
              </a:solidFill>
            </a:ln>
          </p:spPr>
        </p:sp>
      </p:grpSp>
      <p:sp>
        <p:nvSpPr>
          <p:cNvPr id="147" name="F1-0147-roundRect">
            <a:extLst xmlns:a="http://schemas.openxmlformats.org/drawingml/2006/main">
              <a:ext uri="{FF2B5EF4-FFF2-40B4-BE49-F238E27FC236}">
                <a16:creationId xmlns:a16="http://schemas.microsoft.com/office/drawing/2014/main" id="{F6FCE55A-B092-45CD-9071-F9D6890F0D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3375" y="6772275"/>
            <a:ext cx="2276475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2383">
            <a:solidFill>
              <a:srgbClr val="DFAE9F"/>
            </a:solidFill>
            <a:prstDash val="solid"/>
          </a:ln>
        </p:spPr>
      </p:sp>
      <p:sp>
        <p:nvSpPr>
          <p:cNvPr id="633" name="F1-math-93-718"/>
          <p:cNvSpPr txBox="1"/>
          <p:nvPr/>
        </p:nvSpPr>
        <p:spPr>
          <ns0:xfrm xmlns:ns0="http://schemas.openxmlformats.org/drawingml/2006/main">
            <ns0:off x="971550" y="6800850"/>
            <ns0:ext cx="1047750" cy="381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4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ref</ns0:t>
            </ns0:r>
          </ns0:p>
        </p:txBody>
      </p:sp>
      <p:sp>
        <p:nvSpPr>
          <p:cNvPr id="150" name="F1-0150-text"/>
          <p:cNvSpPr txBox="1"/>
          <p:nvPr/>
        </p:nvSpPr>
        <p:spPr>
          <ns0:xfrm xmlns:ns0="http://schemas.openxmlformats.org/drawingml/2006/main">
            <ns0:off x="495300" y="7193994"/>
            <ns0:ext cx="1952625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Reference actions</ns0:t>
            </ns0:r>
          </ns0:p>
        </p:txBody>
      </p:sp>
      <p:sp>
        <p:nvSpPr>
          <p:cNvPr id="151" name="F1-0151-roundRect">
            <a:extLst xmlns:a="http://schemas.openxmlformats.org/drawingml/2006/main">
              <a:ext uri="{FF2B5EF4-FFF2-40B4-BE49-F238E27FC236}">
                <a16:creationId xmlns:a16="http://schemas.microsoft.com/office/drawing/2014/main" id="{7E0FACC3-53F2-40AE-B5B7-8CFC06D52D6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71775" y="6772275"/>
            <a:ext cx="2266950" cy="752475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2383">
            <a:solidFill>
              <a:srgbClr val="9BA9C3"/>
            </a:solidFill>
            <a:prstDash val="solid"/>
          </a:ln>
        </p:spPr>
      </p:sp>
      <p:sp>
        <p:nvSpPr>
          <p:cNvPr id="634" name="F1-math-389-716"/>
          <p:cNvSpPr txBox="1"/>
          <p:nvPr/>
        </p:nvSpPr>
        <p:spPr>
          <ns0:xfrm xmlns:ns0="http://schemas.openxmlformats.org/drawingml/2006/main">
            <ns0:off x="3619500" y="6800850"/>
            <ns0:ext cx="666750" cy="381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4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0</ns0:t>
            </ns0:r>
          </ns0:p>
        </p:txBody>
      </p:sp>
      <p:sp>
        <p:nvSpPr>
          <p:cNvPr id="154" name="F1-0154-text"/>
          <p:cNvSpPr txBox="1"/>
          <p:nvPr/>
        </p:nvSpPr>
        <p:spPr>
          <ns0:xfrm xmlns:ns0="http://schemas.openxmlformats.org/drawingml/2006/main">
            <ns0:off x="2876550" y="7206286"/>
            <ns0:ext cx="2057400" cy="24640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(initial replay layout)</ns0:t>
            </ns0:r>
          </ns0:p>
        </p:txBody>
      </p:sp>
      <p:grpSp>
        <p:nvGrpSpPr>
          <p:cNvPr id="635" name="F1-lock-489-721"/>
          <p:cNvGrpSpPr/>
          <p:nvPr/>
        </p:nvGrpSpPr>
        <p:grpSpPr>
          <ns1:xfrm xmlns:ns1="http://schemas.openxmlformats.org/drawingml/2006/main">
            <ns1:off x="4690872" y="6874002"/>
            <ns1:ext cx="209931" cy="310896"/>
            <ns1:chOff x="4690872" y="6874002"/>
            <ns1:chExt cx="209931" cy="310896"/>
          </ns1:xfrm>
        </p:grpSpPr>
        <p:sp>
          <p:nvSpPr>
            <p:cNvPr id="155" name="F1-lock-489-721-0155-ellipse">
              <a:extLst xmlns:a="http://schemas.openxmlformats.org/drawingml/2006/main">
                <a:ext uri="{FF2B5EF4-FFF2-40B4-BE49-F238E27FC236}">
                  <a16:creationId xmlns:a16="http://schemas.microsoft.com/office/drawing/2014/main" id="{3DECB645-C1A9-4227-AE9E-D1FA0A16249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32306" y="6874002"/>
              <a:ext cx="127064" cy="200787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3C5488"/>
              </a:solidFill>
            </a:ln>
          </p:spPr>
        </p:sp>
        <p:sp>
          <p:nvSpPr>
            <p:cNvPr id="156" name="F1-lock-489-721-0156-roundRect">
              <a:extLst xmlns:a="http://schemas.openxmlformats.org/drawingml/2006/main">
                <a:ext uri="{FF2B5EF4-FFF2-40B4-BE49-F238E27FC236}">
                  <a16:creationId xmlns:a16="http://schemas.microsoft.com/office/drawing/2014/main" id="{5ADE9B85-457B-42A0-A301-6B0254CF32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90872" y="6990588"/>
              <a:ext cx="209931" cy="194310"/>
            </a:xfrm>
            <a:prstGeom xmlns:a="http://schemas.openxmlformats.org/drawingml/2006/main" prst="roundRect">
              <a:avLst>
                <a:gd name="adj" fmla="val 14706"/>
              </a:avLst>
            </a:prstGeom>
            <a:solidFill xmlns:a="http://schemas.openxmlformats.org/drawingml/2006/main">
              <a:srgbClr val="3C5488"/>
            </a:solidFill>
            <a:ln xmlns:a="http://schemas.openxmlformats.org/drawingml/2006/main" w="9525">
              <a:solidFill>
                <a:srgbClr val="3C5488"/>
              </a:solidFill>
              <a:prstDash val="solid"/>
            </a:ln>
          </p:spPr>
        </p:sp>
        <p:sp>
          <p:nvSpPr>
            <p:cNvPr id="157" name="F1-lock-489-721-0157-ellipse">
              <a:extLst xmlns:a="http://schemas.openxmlformats.org/drawingml/2006/main">
                <a:ext uri="{FF2B5EF4-FFF2-40B4-BE49-F238E27FC236}">
                  <a16:creationId xmlns:a16="http://schemas.microsoft.com/office/drawing/2014/main" id="{CB9ADD0E-EA42-45B0-B6A2-FE6A87F1B16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79264" y="7048881"/>
              <a:ext cx="33147" cy="42101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4763">
              <a:solidFill>
                <a:srgbClr val="FFFFFF"/>
              </a:solidFill>
            </a:ln>
          </p:spPr>
        </p:sp>
        <p:sp>
          <p:nvSpPr>
            <p:cNvPr id="158" name="F1-lock-489-721-0158-line">
              <a:extLst xmlns:a="http://schemas.openxmlformats.org/drawingml/2006/main">
                <a:ext uri="{FF2B5EF4-FFF2-40B4-BE49-F238E27FC236}">
                  <a16:creationId xmlns:a16="http://schemas.microsoft.com/office/drawing/2014/main" id="{56A7412A-C5F9-41DB-BBDB-20C5DA6053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95838" y="7078028"/>
              <a:ext cx="9525" cy="48578"/>
            </a:xfrm>
            <a:custGeom xmlns:a="http://schemas.openxmlformats.org/drawingml/2006/main">
              <a:pathLst>
                <a:path w="9525" h="48578">
                  <a:moveTo>
                    <a:pt x="0" y="0"/>
                  </a:moveTo>
                  <a:lnTo>
                    <a:pt x="0" y="4857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FFFFFF"/>
              </a:solidFill>
              <a:prstDash val="solid"/>
            </a:ln>
          </p:spPr>
        </p:sp>
      </p:grpSp>
      <p:sp>
        <p:nvSpPr>
          <p:cNvPr id="159" name="F1-0159-roundRect">
            <a:extLst xmlns:a="http://schemas.openxmlformats.org/drawingml/2006/main">
              <a:ext uri="{FF2B5EF4-FFF2-40B4-BE49-F238E27FC236}">
                <a16:creationId xmlns:a16="http://schemas.microsoft.com/office/drawing/2014/main" id="{4565A897-E2C4-45B6-B7F2-F134A7818F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76875" y="885825"/>
            <a:ext cx="598170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160" name="F1-0160-text"/>
          <p:cNvSpPr txBox="1"/>
          <p:nvPr/>
        </p:nvSpPr>
        <p:spPr>
          <ns0:xfrm xmlns:ns0="http://schemas.openxmlformats.org/drawingml/2006/main">
            <ns0:off x="5610225" y="971550"/>
            <ns0:ext cx="269557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Episode-separated fitting</ns0:t>
            </ns0:r>
          </ns0:p>
        </p:txBody>
      </p:sp>
      <p:sp>
        <p:nvSpPr>
          <p:cNvPr id="161" name="F1-0161-text"/>
          <p:cNvSpPr txBox="1"/>
          <p:nvPr/>
        </p:nvSpPr>
        <p:spPr>
          <ns0:xfrm xmlns:ns0="http://schemas.openxmlformats.org/drawingml/2006/main">
            <ns0:off x="8391525" y="981075"/>
            <ns0:ext cx="2943225" cy="2667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(five auxiliary policies)</ns0:t>
            </ns0:r>
          </ns0:p>
        </p:txBody>
      </p:sp>
      <p:sp>
        <p:nvSpPr>
          <p:cNvPr id="162" name="F1-0162-roundRect">
            <a:extLst xmlns:a="http://schemas.openxmlformats.org/drawingml/2006/main">
              <a:ext uri="{FF2B5EF4-FFF2-40B4-BE49-F238E27FC236}">
                <a16:creationId xmlns:a16="http://schemas.microsoft.com/office/drawing/2014/main" id="{64B81C9D-193C-433A-923E-1E036A1BC3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10225" y="1304925"/>
            <a:ext cx="20669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2383">
            <a:solidFill>
              <a:srgbClr val="9BA9C3"/>
            </a:solidFill>
            <a:prstDash val="solid"/>
          </a:ln>
        </p:spPr>
      </p:sp>
      <p:sp>
        <p:nvSpPr>
          <p:cNvPr id="163" name="F1-0163-text"/>
          <p:cNvSpPr txBox="1"/>
          <p:nvPr/>
        </p:nvSpPr>
        <p:spPr>
          <ns0:xfrm xmlns:ns0="http://schemas.openxmlformats.org/drawingml/2006/main">
            <ns0:off x="5724525" y="1353741"/>
            <ns0:ext cx="1828800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Excluded fold: 8</ns0:t>
            </ns0:r>
          </ns0:p>
        </p:txBody>
      </p:sp>
      <p:sp>
        <p:nvSpPr>
          <p:cNvPr id="164" name="F1-0164-roundRect">
            <a:extLst xmlns:a="http://schemas.openxmlformats.org/drawingml/2006/main">
              <a:ext uri="{FF2B5EF4-FFF2-40B4-BE49-F238E27FC236}">
                <a16:creationId xmlns:a16="http://schemas.microsoft.com/office/drawing/2014/main" id="{C8C92CBF-BAD7-4EAA-9438-9214ABE186A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24525" y="1657350"/>
            <a:ext cx="1066800" cy="7239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9BA9C3"/>
            </a:solidFill>
            <a:prstDash val="solid"/>
          </a:ln>
        </p:spPr>
      </p:sp>
      <p:grpSp>
        <p:nvGrpSpPr>
          <p:cNvPr id="636" name="F1-robotTable-606-181"/>
          <p:cNvGrpSpPr/>
          <p:nvPr/>
        </p:nvGrpSpPr>
        <p:grpSpPr>
          <ns1:xfrm xmlns:ns1="http://schemas.openxmlformats.org/drawingml/2006/main">
            <ns1:off x="5800154" y="1783056"/>
            <ns1:ext cx="886967" cy="572762"/>
            <ns1:chOff x="5800154" y="1783056"/>
            <ns1:chExt cx="886967" cy="572762"/>
          </ns1:xfrm>
        </p:grpSpPr>
        <p:sp>
          <p:nvSpPr>
            <p:cNvPr id="165" name="F1-robotTable-606-181-0165-custom">
              <a:extLst xmlns:a="http://schemas.openxmlformats.org/drawingml/2006/main">
                <a:ext uri="{FF2B5EF4-FFF2-40B4-BE49-F238E27FC236}">
                  <a16:creationId xmlns:a16="http://schemas.microsoft.com/office/drawing/2014/main" id="{C3A20B61-6ABC-4B86-BFDF-2CCB1E941A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00154" y="2145221"/>
              <a:ext cx="877443" cy="108490"/>
            </a:xfrm>
            <a:custGeom xmlns:a="http://schemas.openxmlformats.org/drawingml/2006/main">
              <a:pathLst>
                <a:path w="877443" h="108490">
                  <a:moveTo>
                    <a:pt x="0" y="108490"/>
                  </a:moveTo>
                  <a:lnTo>
                    <a:pt x="149352" y="0"/>
                  </a:lnTo>
                  <a:lnTo>
                    <a:pt x="877443" y="0"/>
                  </a:lnTo>
                  <a:lnTo>
                    <a:pt x="765429" y="10849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166" name="F1-robotTable-606-181-0166-line">
              <a:extLst xmlns:a="http://schemas.openxmlformats.org/drawingml/2006/main">
                <a:ext uri="{FF2B5EF4-FFF2-40B4-BE49-F238E27FC236}">
                  <a16:creationId xmlns:a16="http://schemas.microsoft.com/office/drawing/2014/main" id="{C6B9239D-5737-41B2-B198-A9A782DA23E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00154" y="2253710"/>
              <a:ext cx="56007" cy="102108"/>
            </a:xfrm>
            <a:custGeom xmlns:a="http://schemas.openxmlformats.org/drawingml/2006/main">
              <a:pathLst>
                <a:path w="56007" h="102108">
                  <a:moveTo>
                    <a:pt x="0" y="0"/>
                  </a:moveTo>
                  <a:lnTo>
                    <a:pt x="0" y="102108"/>
                  </a:lnTo>
                  <a:lnTo>
                    <a:pt x="56007" y="102108"/>
                  </a:lnTo>
                  <a:lnTo>
                    <a:pt x="56007" y="12763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167" name="F1-robotTable-606-181-0167-line">
              <a:extLst xmlns:a="http://schemas.openxmlformats.org/drawingml/2006/main">
                <a:ext uri="{FF2B5EF4-FFF2-40B4-BE49-F238E27FC236}">
                  <a16:creationId xmlns:a16="http://schemas.microsoft.com/office/drawing/2014/main" id="{1A52FB98-B2C4-4F67-B254-A4AF7442A25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65583" y="2183511"/>
              <a:ext cx="112014" cy="172307"/>
            </a:xfrm>
            <a:custGeom xmlns:a="http://schemas.openxmlformats.org/drawingml/2006/main">
              <a:pathLst>
                <a:path w="112014" h="172307">
                  <a:moveTo>
                    <a:pt x="0" y="70199"/>
                  </a:moveTo>
                  <a:lnTo>
                    <a:pt x="0" y="172307"/>
                  </a:lnTo>
                  <a:lnTo>
                    <a:pt x="56007" y="172307"/>
                  </a:lnTo>
                  <a:lnTo>
                    <a:pt x="56007" y="51054"/>
                  </a:lnTo>
                  <a:lnTo>
                    <a:pt x="11201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168" name="F1-robotTable-606-181-0168-line">
              <a:extLst xmlns:a="http://schemas.openxmlformats.org/drawingml/2006/main">
                <a:ext uri="{FF2B5EF4-FFF2-40B4-BE49-F238E27FC236}">
                  <a16:creationId xmlns:a16="http://schemas.microsoft.com/office/drawing/2014/main" id="{8174FFCF-DA01-446D-94A9-BBDFC54313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77596" y="2151602"/>
              <a:ext cx="9525" cy="134017"/>
            </a:xfrm>
            <a:custGeom xmlns:a="http://schemas.openxmlformats.org/drawingml/2006/main">
              <a:pathLst>
                <a:path w="9525" h="134017">
                  <a:moveTo>
                    <a:pt x="0" y="0"/>
                  </a:moveTo>
                  <a:lnTo>
                    <a:pt x="0" y="134017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169" name="F1-robotTable-606-181-0169-line">
              <a:extLst xmlns:a="http://schemas.openxmlformats.org/drawingml/2006/main">
                <a:ext uri="{FF2B5EF4-FFF2-40B4-BE49-F238E27FC236}">
                  <a16:creationId xmlns:a16="http://schemas.microsoft.com/office/drawing/2014/main" id="{C03449DB-D27A-47A4-8CEC-538316F12F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8157" y="2292001"/>
              <a:ext cx="737425" cy="9525"/>
            </a:xfrm>
            <a:custGeom xmlns:a="http://schemas.openxmlformats.org/drawingml/2006/main">
              <a:pathLst>
                <a:path w="737425" h="9525">
                  <a:moveTo>
                    <a:pt x="0" y="0"/>
                  </a:moveTo>
                  <a:lnTo>
                    <a:pt x="7374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3C5488"/>
              </a:solidFill>
              <a:prstDash val="solid"/>
            </a:ln>
          </p:spPr>
        </p:sp>
        <p:sp>
          <p:nvSpPr>
            <p:cNvPr id="170" name="F1-robotTable-606-181-0170-rect">
              <a:extLst xmlns:a="http://schemas.openxmlformats.org/drawingml/2006/main">
                <a:ext uri="{FF2B5EF4-FFF2-40B4-BE49-F238E27FC236}">
                  <a16:creationId xmlns:a16="http://schemas.microsoft.com/office/drawing/2014/main" id="{0D3DA56C-78EA-4CBA-AACC-38C2817C52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62903" y="2151602"/>
              <a:ext cx="102680" cy="8296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5240">
              <a:solidFill>
                <a:srgbClr val="252A32"/>
              </a:solidFill>
              <a:prstDash val="solid"/>
            </a:ln>
          </p:spPr>
        </p:sp>
        <p:sp>
          <p:nvSpPr>
            <p:cNvPr id="171" name="F1-robotTable-606-181-0171-custom">
              <a:extLst xmlns:a="http://schemas.openxmlformats.org/drawingml/2006/main">
                <a:ext uri="{FF2B5EF4-FFF2-40B4-BE49-F238E27FC236}">
                  <a16:creationId xmlns:a16="http://schemas.microsoft.com/office/drawing/2014/main" id="{00CE7FE0-9EE4-47C0-87F8-C905E1C00CF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96740" y="1969595"/>
              <a:ext cx="54883" cy="174732"/>
            </a:xfrm>
            <a:custGeom xmlns:a="http://schemas.openxmlformats.org/drawingml/2006/main">
              <a:pathLst>
                <a:path w="54883" h="174732">
                  <a:moveTo>
                    <a:pt x="54883" y="174732"/>
                  </a:moveTo>
                  <a:lnTo>
                    <a:pt x="54883" y="0"/>
                  </a:lnTo>
                  <a:lnTo>
                    <a:pt x="0" y="0"/>
                  </a:lnTo>
                  <a:lnTo>
                    <a:pt x="0" y="174732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172" name="F1-robotTable-606-181-0172-custom">
              <a:extLst xmlns:a="http://schemas.openxmlformats.org/drawingml/2006/main">
                <a:ext uri="{FF2B5EF4-FFF2-40B4-BE49-F238E27FC236}">
                  <a16:creationId xmlns:a16="http://schemas.microsoft.com/office/drawing/2014/main" id="{6C8676C2-1202-4180-9DEB-E9DBE8585A7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09817" y="1785648"/>
              <a:ext cx="290094" cy="207328"/>
            </a:xfrm>
            <a:custGeom xmlns:a="http://schemas.openxmlformats.org/drawingml/2006/main">
              <a:pathLst>
                <a:path w="290094" h="207328">
                  <a:moveTo>
                    <a:pt x="28728" y="207328"/>
                  </a:moveTo>
                  <a:lnTo>
                    <a:pt x="290094" y="46764"/>
                  </a:lnTo>
                  <a:lnTo>
                    <a:pt x="261366" y="0"/>
                  </a:lnTo>
                  <a:lnTo>
                    <a:pt x="0" y="160565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173" name="F1-robotTable-606-181-0173-custom">
              <a:extLst xmlns:a="http://schemas.openxmlformats.org/drawingml/2006/main">
                <a:ext uri="{FF2B5EF4-FFF2-40B4-BE49-F238E27FC236}">
                  <a16:creationId xmlns:a16="http://schemas.microsoft.com/office/drawing/2014/main" id="{206FF28E-89AB-4DA0-B96A-B0036433CA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72288" y="1785005"/>
              <a:ext cx="231879" cy="161390"/>
            </a:xfrm>
            <a:custGeom xmlns:a="http://schemas.openxmlformats.org/drawingml/2006/main">
              <a:pathLst>
                <a:path w="231879" h="161390">
                  <a:moveTo>
                    <a:pt x="0" y="48051"/>
                  </a:moveTo>
                  <a:lnTo>
                    <a:pt x="205359" y="161390"/>
                  </a:lnTo>
                  <a:lnTo>
                    <a:pt x="231879" y="113340"/>
                  </a:lnTo>
                  <a:lnTo>
                    <a:pt x="26520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174" name="F1-robotTable-606-181-0174-custom">
              <a:extLst xmlns:a="http://schemas.openxmlformats.org/drawingml/2006/main">
                <a:ext uri="{FF2B5EF4-FFF2-40B4-BE49-F238E27FC236}">
                  <a16:creationId xmlns:a16="http://schemas.microsoft.com/office/drawing/2014/main" id="{AC1034BD-9D4E-461C-AF87-3A393B7941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66852" y="1909163"/>
              <a:ext cx="94781" cy="111419"/>
            </a:xfrm>
            <a:custGeom xmlns:a="http://schemas.openxmlformats.org/drawingml/2006/main">
              <a:pathLst>
                <a:path w="94781" h="111419">
                  <a:moveTo>
                    <a:pt x="0" y="26414"/>
                  </a:moveTo>
                  <a:lnTo>
                    <a:pt x="46672" y="111419"/>
                  </a:lnTo>
                  <a:lnTo>
                    <a:pt x="94781" y="85005"/>
                  </a:lnTo>
                  <a:lnTo>
                    <a:pt x="48109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175" name="F1-robotTable-606-181-0175-ellipse">
              <a:extLst xmlns:a="http://schemas.openxmlformats.org/drawingml/2006/main">
                <a:ext uri="{FF2B5EF4-FFF2-40B4-BE49-F238E27FC236}">
                  <a16:creationId xmlns:a16="http://schemas.microsoft.com/office/drawing/2014/main" id="{CEE586EE-EEAA-46E7-ADFA-4887623139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21502" y="2134882"/>
              <a:ext cx="224028" cy="4722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176" name="F1-robotTable-606-181-0176-ellipse">
              <a:extLst xmlns:a="http://schemas.openxmlformats.org/drawingml/2006/main">
                <a:ext uri="{FF2B5EF4-FFF2-40B4-BE49-F238E27FC236}">
                  <a16:creationId xmlns:a16="http://schemas.microsoft.com/office/drawing/2014/main" id="{7633E59D-9EAE-4363-A19A-F145F74D7F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30837" y="2134882"/>
              <a:ext cx="205359" cy="2833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3C5488"/>
              </a:solidFill>
            </a:ln>
          </p:spPr>
        </p:sp>
        <p:sp>
          <p:nvSpPr>
            <p:cNvPr id="177" name="F1-robotTable-606-181-0177-ellipse">
              <a:extLst xmlns:a="http://schemas.openxmlformats.org/drawingml/2006/main">
                <a:ext uri="{FF2B5EF4-FFF2-40B4-BE49-F238E27FC236}">
                  <a16:creationId xmlns:a16="http://schemas.microsoft.com/office/drawing/2014/main" id="{8D8E62CE-F2ED-40EB-BB1C-57F35E62EE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70975" y="1943621"/>
              <a:ext cx="106413" cy="51947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178" name="F1-robotTable-606-181-0178-ellipse">
              <a:extLst xmlns:a="http://schemas.openxmlformats.org/drawingml/2006/main">
                <a:ext uri="{FF2B5EF4-FFF2-40B4-BE49-F238E27FC236}">
                  <a16:creationId xmlns:a16="http://schemas.microsoft.com/office/drawing/2014/main" id="{97F1598C-D9B0-4967-86F6-6C13561E8F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2341" y="1783056"/>
              <a:ext cx="106413" cy="51947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179" name="F1-robotTable-606-181-0179-ellipse">
              <a:extLst xmlns:a="http://schemas.openxmlformats.org/drawingml/2006/main">
                <a:ext uri="{FF2B5EF4-FFF2-40B4-BE49-F238E27FC236}">
                  <a16:creationId xmlns:a16="http://schemas.microsoft.com/office/drawing/2014/main" id="{6AE84218-E492-4974-B277-7B8973CA606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37700" y="1896396"/>
              <a:ext cx="106413" cy="51947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180" name="F1-robotTable-606-181-0180-ellipse">
              <a:extLst xmlns:a="http://schemas.openxmlformats.org/drawingml/2006/main">
                <a:ext uri="{FF2B5EF4-FFF2-40B4-BE49-F238E27FC236}">
                  <a16:creationId xmlns:a16="http://schemas.microsoft.com/office/drawing/2014/main" id="{F1C599F6-A2EC-4026-936D-B59E48FAF6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84372" y="1981401"/>
              <a:ext cx="106413" cy="51947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181" name="F1-robotTable-606-181-0181-line">
              <a:extLst xmlns:a="http://schemas.openxmlformats.org/drawingml/2006/main">
                <a:ext uri="{FF2B5EF4-FFF2-40B4-BE49-F238E27FC236}">
                  <a16:creationId xmlns:a16="http://schemas.microsoft.com/office/drawing/2014/main" id="{7DA1F317-86B8-41A4-A0AA-5614B8C391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13309" y="2007375"/>
              <a:ext cx="84011" cy="33057"/>
            </a:xfrm>
            <a:custGeom xmlns:a="http://schemas.openxmlformats.org/drawingml/2006/main">
              <a:pathLst>
                <a:path w="84011" h="33057">
                  <a:moveTo>
                    <a:pt x="0" y="0"/>
                  </a:moveTo>
                  <a:lnTo>
                    <a:pt x="56940" y="33057"/>
                  </a:lnTo>
                  <a:lnTo>
                    <a:pt x="84011" y="33057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182" name="F1-robotTable-606-181-0182-line">
              <a:extLst xmlns:a="http://schemas.openxmlformats.org/drawingml/2006/main">
                <a:ext uri="{FF2B5EF4-FFF2-40B4-BE49-F238E27FC236}">
                  <a16:creationId xmlns:a16="http://schemas.microsoft.com/office/drawing/2014/main" id="{1AB3A84A-6EC7-42F6-B9DD-A12D048853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69316" y="2007375"/>
              <a:ext cx="54140" cy="28335"/>
            </a:xfrm>
            <a:custGeom xmlns:a="http://schemas.openxmlformats.org/drawingml/2006/main">
              <a:pathLst>
                <a:path w="54140" h="28335">
                  <a:moveTo>
                    <a:pt x="0" y="0"/>
                  </a:moveTo>
                  <a:lnTo>
                    <a:pt x="54140" y="2833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</p:grpSp>
      <p:sp>
        <p:nvSpPr>
          <p:cNvPr id="637" name="F1-math-724-178"/>
          <p:cNvSpPr txBox="1"/>
          <p:nvPr/>
        </p:nvSpPr>
        <p:spPr>
          <ns0:xfrm xmlns:ns0="http://schemas.openxmlformats.org/drawingml/2006/main">
            <ns0:off x="7029450" y="1657350"/>
            <ns0:ext cx="40957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638" name="F1-math-724-208"/>
          <p:cNvSpPr txBox="1"/>
          <p:nvPr/>
        </p:nvSpPr>
        <p:spPr>
          <ns0:xfrm xmlns:ns0="http://schemas.openxmlformats.org/drawingml/2006/main">
            <ns0:off x="7029450" y="1981200"/>
            <ns0:ext cx="40957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189" name="F1-0189-text">
            <a:extLst xmlns:a="http://schemas.openxmlformats.org/drawingml/2006/main">
              <a:ext uri="{FF2B5EF4-FFF2-40B4-BE49-F238E27FC236}">
                <a16:creationId xmlns:a16="http://schemas.microsoft.com/office/drawing/2014/main" id="{3057D2BB-B2D6-4EF5-83BC-1F62B362440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953250" y="2238375"/>
            <a:ext cx="438150" cy="249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90" name="F1-0190-roundRect">
            <a:extLst xmlns:a="http://schemas.openxmlformats.org/drawingml/2006/main">
              <a:ext uri="{FF2B5EF4-FFF2-40B4-BE49-F238E27FC236}">
                <a16:creationId xmlns:a16="http://schemas.microsoft.com/office/drawing/2014/main" id="{5B8BAE25-FBBC-40EE-923A-300CB64355A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10225" y="2543175"/>
            <a:ext cx="20669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2383">
            <a:solidFill>
              <a:srgbClr val="DFAE9F"/>
            </a:solidFill>
            <a:prstDash val="solid"/>
          </a:ln>
        </p:spPr>
      </p:sp>
      <p:sp>
        <p:nvSpPr>
          <p:cNvPr id="191" name="F1-0191-text"/>
          <p:cNvSpPr txBox="1"/>
          <p:nvPr/>
        </p:nvSpPr>
        <p:spPr>
          <ns0:xfrm xmlns:ns0="http://schemas.openxmlformats.org/drawingml/2006/main">
            <ns0:off x="5724525" y="2591991"/>
            <ns0:ext cx="1838325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Fitting folds: 32</ns0:t>
            </ns0:r>
          </ns0:p>
        </p:txBody>
      </p:sp>
      <p:sp>
        <p:nvSpPr>
          <p:cNvPr id="192" name="F1-0192-roundRect">
            <a:extLst xmlns:a="http://schemas.openxmlformats.org/drawingml/2006/main">
              <a:ext uri="{FF2B5EF4-FFF2-40B4-BE49-F238E27FC236}">
                <a16:creationId xmlns:a16="http://schemas.microsoft.com/office/drawing/2014/main" id="{299AD19C-11B4-4E3F-A847-97A1C4FFA21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24525" y="2962275"/>
            <a:ext cx="1066800" cy="75247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FAE9F"/>
            </a:solidFill>
            <a:prstDash val="solid"/>
          </a:ln>
        </p:spPr>
      </p:sp>
      <p:grpSp>
        <p:nvGrpSpPr>
          <p:cNvPr id="639" name="F1-robotTable-606-317"/>
          <p:cNvGrpSpPr/>
          <p:nvPr/>
        </p:nvGrpSpPr>
        <p:grpSpPr>
          <ns1:xfrm xmlns:ns1="http://schemas.openxmlformats.org/drawingml/2006/main">
            <ns1:off x="5800154" y="3079337"/>
            <ns1:ext cx="886967" cy="581311"/>
            <ns1:chOff x="5800154" y="3079337"/>
            <ns1:chExt cx="886967" cy="581311"/>
          </ns1:xfrm>
        </p:grpSpPr>
        <p:sp>
          <p:nvSpPr>
            <p:cNvPr id="193" name="F1-robotTable-606-317-0193-custom">
              <a:extLst xmlns:a="http://schemas.openxmlformats.org/drawingml/2006/main">
                <a:ext uri="{FF2B5EF4-FFF2-40B4-BE49-F238E27FC236}">
                  <a16:creationId xmlns:a16="http://schemas.microsoft.com/office/drawing/2014/main" id="{B87A7922-A135-46C0-8F92-4830F8FBE3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00154" y="3446907"/>
              <a:ext cx="877443" cy="110109"/>
            </a:xfrm>
            <a:custGeom xmlns:a="http://schemas.openxmlformats.org/drawingml/2006/main">
              <a:pathLst>
                <a:path w="877443" h="110109">
                  <a:moveTo>
                    <a:pt x="0" y="110109"/>
                  </a:moveTo>
                  <a:lnTo>
                    <a:pt x="149352" y="0"/>
                  </a:lnTo>
                  <a:lnTo>
                    <a:pt x="877443" y="0"/>
                  </a:lnTo>
                  <a:lnTo>
                    <a:pt x="765429" y="110109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194" name="F1-robotTable-606-317-0194-line">
              <a:extLst xmlns:a="http://schemas.openxmlformats.org/drawingml/2006/main">
                <a:ext uri="{FF2B5EF4-FFF2-40B4-BE49-F238E27FC236}">
                  <a16:creationId xmlns:a16="http://schemas.microsoft.com/office/drawing/2014/main" id="{DAD7EE21-2061-47AC-8A03-322C14F8B3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00154" y="3557016"/>
              <a:ext cx="56007" cy="103632"/>
            </a:xfrm>
            <a:custGeom xmlns:a="http://schemas.openxmlformats.org/drawingml/2006/main">
              <a:pathLst>
                <a:path w="56007" h="103632">
                  <a:moveTo>
                    <a:pt x="0" y="0"/>
                  </a:moveTo>
                  <a:lnTo>
                    <a:pt x="0" y="103632"/>
                  </a:lnTo>
                  <a:lnTo>
                    <a:pt x="56007" y="103632"/>
                  </a:lnTo>
                  <a:lnTo>
                    <a:pt x="56007" y="1295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195" name="F1-robotTable-606-317-0195-line">
              <a:extLst xmlns:a="http://schemas.openxmlformats.org/drawingml/2006/main">
                <a:ext uri="{FF2B5EF4-FFF2-40B4-BE49-F238E27FC236}">
                  <a16:creationId xmlns:a16="http://schemas.microsoft.com/office/drawing/2014/main" id="{689E5212-FBA1-4DA9-BE32-80A5077EF8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65583" y="3485769"/>
              <a:ext cx="112014" cy="174879"/>
            </a:xfrm>
            <a:custGeom xmlns:a="http://schemas.openxmlformats.org/drawingml/2006/main">
              <a:pathLst>
                <a:path w="112014" h="174879">
                  <a:moveTo>
                    <a:pt x="0" y="71247"/>
                  </a:moveTo>
                  <a:lnTo>
                    <a:pt x="0" y="174879"/>
                  </a:lnTo>
                  <a:lnTo>
                    <a:pt x="56007" y="174879"/>
                  </a:lnTo>
                  <a:lnTo>
                    <a:pt x="56007" y="51816"/>
                  </a:lnTo>
                  <a:lnTo>
                    <a:pt x="11201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196" name="F1-robotTable-606-317-0196-line">
              <a:extLst xmlns:a="http://schemas.openxmlformats.org/drawingml/2006/main">
                <a:ext uri="{FF2B5EF4-FFF2-40B4-BE49-F238E27FC236}">
                  <a16:creationId xmlns:a16="http://schemas.microsoft.com/office/drawing/2014/main" id="{074E2183-B01F-4AEF-B7A3-F78C2E96F2B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677596" y="3453384"/>
              <a:ext cx="9525" cy="136017"/>
            </a:xfrm>
            <a:custGeom xmlns:a="http://schemas.openxmlformats.org/drawingml/2006/main">
              <a:pathLst>
                <a:path w="9525" h="136017">
                  <a:moveTo>
                    <a:pt x="0" y="0"/>
                  </a:moveTo>
                  <a:lnTo>
                    <a:pt x="0" y="136017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197" name="F1-robotTable-606-317-0197-line">
              <a:extLst xmlns:a="http://schemas.openxmlformats.org/drawingml/2006/main">
                <a:ext uri="{FF2B5EF4-FFF2-40B4-BE49-F238E27FC236}">
                  <a16:creationId xmlns:a16="http://schemas.microsoft.com/office/drawing/2014/main" id="{D870BFA6-6866-4F1B-A838-131E497A39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28157" y="3595878"/>
              <a:ext cx="737425" cy="9525"/>
            </a:xfrm>
            <a:custGeom xmlns:a="http://schemas.openxmlformats.org/drawingml/2006/main">
              <a:pathLst>
                <a:path w="737425" h="9525">
                  <a:moveTo>
                    <a:pt x="0" y="0"/>
                  </a:moveTo>
                  <a:lnTo>
                    <a:pt x="7374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C47156"/>
              </a:solidFill>
              <a:prstDash val="solid"/>
            </a:ln>
          </p:spPr>
        </p:sp>
        <p:sp>
          <p:nvSpPr>
            <p:cNvPr id="198" name="F1-robotTable-606-317-0198-rect">
              <a:extLst xmlns:a="http://schemas.openxmlformats.org/drawingml/2006/main">
                <a:ext uri="{FF2B5EF4-FFF2-40B4-BE49-F238E27FC236}">
                  <a16:creationId xmlns:a16="http://schemas.microsoft.com/office/drawing/2014/main" id="{E884BD4B-02F7-4BBF-ACCA-A00EA4A3F1C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62903" y="3453384"/>
              <a:ext cx="102680" cy="8420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5240">
              <a:solidFill>
                <a:srgbClr val="252A32"/>
              </a:solidFill>
              <a:prstDash val="solid"/>
            </a:ln>
          </p:spPr>
        </p:sp>
        <p:sp>
          <p:nvSpPr>
            <p:cNvPr id="199" name="F1-robotTable-606-317-0199-custom">
              <a:extLst xmlns:a="http://schemas.openxmlformats.org/drawingml/2006/main">
                <a:ext uri="{FF2B5EF4-FFF2-40B4-BE49-F238E27FC236}">
                  <a16:creationId xmlns:a16="http://schemas.microsoft.com/office/drawing/2014/main" id="{703C3C3A-ADA3-4F17-BA7C-E1EF88F094D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96330" y="3268660"/>
              <a:ext cx="55702" cy="177340"/>
            </a:xfrm>
            <a:custGeom xmlns:a="http://schemas.openxmlformats.org/drawingml/2006/main">
              <a:pathLst>
                <a:path w="55702" h="177340">
                  <a:moveTo>
                    <a:pt x="55702" y="177340"/>
                  </a:moveTo>
                  <a:lnTo>
                    <a:pt x="55702" y="0"/>
                  </a:lnTo>
                  <a:lnTo>
                    <a:pt x="0" y="0"/>
                  </a:lnTo>
                  <a:lnTo>
                    <a:pt x="0" y="17734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200" name="F1-robotTable-606-317-0200-custom">
              <a:extLst xmlns:a="http://schemas.openxmlformats.org/drawingml/2006/main">
                <a:ext uri="{FF2B5EF4-FFF2-40B4-BE49-F238E27FC236}">
                  <a16:creationId xmlns:a16="http://schemas.microsoft.com/office/drawing/2014/main" id="{C21B7388-1A74-4474-833F-4B107E4CD1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09446" y="3082065"/>
              <a:ext cx="290837" cy="210229"/>
            </a:xfrm>
            <a:custGeom xmlns:a="http://schemas.openxmlformats.org/drawingml/2006/main">
              <a:pathLst>
                <a:path w="290837" h="210229">
                  <a:moveTo>
                    <a:pt x="29471" y="210229"/>
                  </a:moveTo>
                  <a:lnTo>
                    <a:pt x="290837" y="47267"/>
                  </a:lnTo>
                  <a:lnTo>
                    <a:pt x="261366" y="0"/>
                  </a:lnTo>
                  <a:lnTo>
                    <a:pt x="0" y="162961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201" name="F1-robotTable-606-317-0201-custom">
              <a:extLst xmlns:a="http://schemas.openxmlformats.org/drawingml/2006/main">
                <a:ext uri="{FF2B5EF4-FFF2-40B4-BE49-F238E27FC236}">
                  <a16:creationId xmlns:a16="http://schemas.microsoft.com/office/drawing/2014/main" id="{3EB38A3A-429F-4D61-92CB-25405CB84FA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71937" y="3081400"/>
              <a:ext cx="232581" cy="163629"/>
            </a:xfrm>
            <a:custGeom xmlns:a="http://schemas.openxmlformats.org/drawingml/2006/main">
              <a:pathLst>
                <a:path w="232581" h="163629">
                  <a:moveTo>
                    <a:pt x="0" y="48597"/>
                  </a:moveTo>
                  <a:lnTo>
                    <a:pt x="205359" y="163629"/>
                  </a:lnTo>
                  <a:lnTo>
                    <a:pt x="232581" y="115032"/>
                  </a:lnTo>
                  <a:lnTo>
                    <a:pt x="27222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202" name="F1-robotTable-606-317-0202-custom">
              <a:extLst xmlns:a="http://schemas.openxmlformats.org/drawingml/2006/main">
                <a:ext uri="{FF2B5EF4-FFF2-40B4-BE49-F238E27FC236}">
                  <a16:creationId xmlns:a16="http://schemas.microsoft.com/office/drawing/2014/main" id="{45727B11-E5D3-4BC3-B4F3-A20E8C36A2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66410" y="3207478"/>
              <a:ext cx="95665" cy="112778"/>
            </a:xfrm>
            <a:custGeom xmlns:a="http://schemas.openxmlformats.org/drawingml/2006/main">
              <a:pathLst>
                <a:path w="95665" h="112778">
                  <a:moveTo>
                    <a:pt x="0" y="26504"/>
                  </a:moveTo>
                  <a:lnTo>
                    <a:pt x="46672" y="112778"/>
                  </a:lnTo>
                  <a:lnTo>
                    <a:pt x="95665" y="86274"/>
                  </a:lnTo>
                  <a:lnTo>
                    <a:pt x="48993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203" name="F1-robotTable-606-317-0203-ellipse">
              <a:extLst xmlns:a="http://schemas.openxmlformats.org/drawingml/2006/main">
                <a:ext uri="{FF2B5EF4-FFF2-40B4-BE49-F238E27FC236}">
                  <a16:creationId xmlns:a16="http://schemas.microsoft.com/office/drawing/2014/main" id="{9F0B3D21-34DE-4E1C-9FDA-CE1240ED3A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21502" y="3436414"/>
              <a:ext cx="224028" cy="4793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204" name="F1-robotTable-606-317-0204-ellipse">
              <a:extLst xmlns:a="http://schemas.openxmlformats.org/drawingml/2006/main">
                <a:ext uri="{FF2B5EF4-FFF2-40B4-BE49-F238E27FC236}">
                  <a16:creationId xmlns:a16="http://schemas.microsoft.com/office/drawing/2014/main" id="{0A22024A-549B-41A7-A96E-78D22D43D9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30837" y="3436414"/>
              <a:ext cx="205359" cy="28758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C47156"/>
              </a:solidFill>
            </a:ln>
          </p:spPr>
        </p:sp>
        <p:sp>
          <p:nvSpPr>
            <p:cNvPr id="205" name="F1-robotTable-606-317-0205-ellipse">
              <a:extLst xmlns:a="http://schemas.openxmlformats.org/drawingml/2006/main">
                <a:ext uri="{FF2B5EF4-FFF2-40B4-BE49-F238E27FC236}">
                  <a16:creationId xmlns:a16="http://schemas.microsoft.com/office/drawing/2014/main" id="{33591AFE-9DA3-4CE8-B021-982C9D51F0A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70975" y="3242299"/>
              <a:ext cx="106413" cy="5272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206" name="F1-robotTable-606-317-0206-ellipse">
              <a:extLst xmlns:a="http://schemas.openxmlformats.org/drawingml/2006/main">
                <a:ext uri="{FF2B5EF4-FFF2-40B4-BE49-F238E27FC236}">
                  <a16:creationId xmlns:a16="http://schemas.microsoft.com/office/drawing/2014/main" id="{E1A84281-E4B3-4950-9BA3-1111D24897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2341" y="3079337"/>
              <a:ext cx="106413" cy="5272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207" name="F1-robotTable-606-317-0207-ellipse">
              <a:extLst xmlns:a="http://schemas.openxmlformats.org/drawingml/2006/main">
                <a:ext uri="{FF2B5EF4-FFF2-40B4-BE49-F238E27FC236}">
                  <a16:creationId xmlns:a16="http://schemas.microsoft.com/office/drawing/2014/main" id="{56D58F33-4C09-4B63-B1AC-C862577B9C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37700" y="3194369"/>
              <a:ext cx="106413" cy="5272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208" name="F1-robotTable-606-317-0208-ellipse">
              <a:extLst xmlns:a="http://schemas.openxmlformats.org/drawingml/2006/main">
                <a:ext uri="{FF2B5EF4-FFF2-40B4-BE49-F238E27FC236}">
                  <a16:creationId xmlns:a16="http://schemas.microsoft.com/office/drawing/2014/main" id="{0366F874-597B-4EF9-B56A-AF4B756E48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84372" y="3280642"/>
              <a:ext cx="106413" cy="5272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209" name="F1-robotTable-606-317-0209-line">
              <a:extLst xmlns:a="http://schemas.openxmlformats.org/drawingml/2006/main">
                <a:ext uri="{FF2B5EF4-FFF2-40B4-BE49-F238E27FC236}">
                  <a16:creationId xmlns:a16="http://schemas.microsoft.com/office/drawing/2014/main" id="{E322D072-5D1F-4442-9E51-1272A0FDEA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13309" y="3307004"/>
              <a:ext cx="84011" cy="33551"/>
            </a:xfrm>
            <a:custGeom xmlns:a="http://schemas.openxmlformats.org/drawingml/2006/main">
              <a:pathLst>
                <a:path w="84011" h="33551">
                  <a:moveTo>
                    <a:pt x="0" y="0"/>
                  </a:moveTo>
                  <a:lnTo>
                    <a:pt x="56940" y="33551"/>
                  </a:lnTo>
                  <a:lnTo>
                    <a:pt x="84011" y="3355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210" name="F1-robotTable-606-317-0210-line">
              <a:extLst xmlns:a="http://schemas.openxmlformats.org/drawingml/2006/main">
                <a:ext uri="{FF2B5EF4-FFF2-40B4-BE49-F238E27FC236}">
                  <a16:creationId xmlns:a16="http://schemas.microsoft.com/office/drawing/2014/main" id="{5DD844D0-D7CE-4384-8BB7-F5DD44BFAB6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69316" y="3307004"/>
              <a:ext cx="54140" cy="28758"/>
            </a:xfrm>
            <a:custGeom xmlns:a="http://schemas.openxmlformats.org/drawingml/2006/main">
              <a:pathLst>
                <a:path w="54140" h="28758">
                  <a:moveTo>
                    <a:pt x="0" y="0"/>
                  </a:moveTo>
                  <a:lnTo>
                    <a:pt x="54140" y="2875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</p:grpSp>
      <p:sp>
        <p:nvSpPr>
          <p:cNvPr id="640" name="F1-math-724-313"/>
          <p:cNvSpPr txBox="1"/>
          <p:nvPr/>
        </p:nvSpPr>
        <p:spPr>
          <ns0:xfrm xmlns:ns0="http://schemas.openxmlformats.org/drawingml/2006/main">
            <ns0:off x="7029450" y="2943225"/>
            <ns0:ext cx="40957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641" name="F1-math-724-345"/>
          <p:cNvSpPr txBox="1"/>
          <p:nvPr/>
        </p:nvSpPr>
        <p:spPr>
          <ns0:xfrm xmlns:ns0="http://schemas.openxmlformats.org/drawingml/2006/main">
            <ns0:off x="7029450" y="3267075"/>
            <ns0:ext cx="40957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217" name="F1-0217-text">
            <a:extLst xmlns:a="http://schemas.openxmlformats.org/drawingml/2006/main">
              <a:ext uri="{FF2B5EF4-FFF2-40B4-BE49-F238E27FC236}">
                <a16:creationId xmlns:a16="http://schemas.microsoft.com/office/drawing/2014/main" id="{B638BC10-5EBD-4F9A-8544-5531861D56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953250" y="3552825"/>
            <a:ext cx="438150" cy="249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grpSp>
        <p:nvGrpSpPr>
          <p:cNvPr id="642" name="F1-route-218"/>
          <p:cNvGrpSpPr/>
          <p:nvPr/>
        </p:nvGrpSpPr>
        <p:grpSpPr>
          <ns1:xfrm xmlns:ns1="http://schemas.openxmlformats.org/drawingml/2006/main">
            <ns1:off x="7677150" y="1808340"/>
            <ns1:ext cx="190500" cy="98069"/>
            <ns1:chOff x="7677150" y="1808340"/>
            <ns1:chExt cx="190500" cy="98069"/>
          </ns1:xfrm>
        </p:grpSpPr>
        <p:sp>
          <p:nvSpPr>
            <p:cNvPr id="218" name="F1-route-218-0218-arrow-route">
              <a:extLst xmlns:a="http://schemas.openxmlformats.org/drawingml/2006/main">
                <a:ext uri="{FF2B5EF4-FFF2-40B4-BE49-F238E27FC236}">
                  <a16:creationId xmlns:a16="http://schemas.microsoft.com/office/drawing/2014/main" id="{48E50D9B-0E7B-4B00-B9B7-BCA8D46D5A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77150" y="1857375"/>
              <a:ext cx="190500" cy="9525"/>
            </a:xfrm>
            <a:custGeom xmlns:a="http://schemas.openxmlformats.org/drawingml/2006/main"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3C5488"/>
              </a:solidFill>
              <a:prstDash val="solid"/>
            </a:ln>
          </p:spPr>
        </p:sp>
        <p:sp>
          <p:nvSpPr>
            <p:cNvPr id="219" name="F1-route-218-0219-custom">
              <a:extLst xmlns:a="http://schemas.openxmlformats.org/drawingml/2006/main">
                <a:ext uri="{FF2B5EF4-FFF2-40B4-BE49-F238E27FC236}">
                  <a16:creationId xmlns:a16="http://schemas.microsoft.com/office/drawing/2014/main" id="{FF9D1D61-CAF3-4A2D-BFE0-2CF353E6AC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78496" y="1808340"/>
              <a:ext cx="89154" cy="98069"/>
            </a:xfrm>
            <a:custGeom xmlns:a="http://schemas.openxmlformats.org/drawingml/2006/main">
              <a:pathLst>
                <a:path w="89154" h="98069">
                  <a:moveTo>
                    <a:pt x="89154" y="49035"/>
                  </a:moveTo>
                  <a:lnTo>
                    <a:pt x="0" y="98069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3C5488"/>
            </a:solidFill>
            <a:ln xmlns:a="http://schemas.openxmlformats.org/drawingml/2006/main" w="953">
              <a:solidFill>
                <a:srgbClr val="3C5488"/>
              </a:solidFill>
            </a:ln>
          </p:spPr>
        </p:sp>
      </p:grpSp>
      <p:grpSp>
        <p:nvGrpSpPr>
          <p:cNvPr id="643" name="F1-route-220"/>
          <p:cNvGrpSpPr/>
          <p:nvPr/>
        </p:nvGrpSpPr>
        <p:grpSpPr>
          <ns1:xfrm xmlns:ns1="http://schemas.openxmlformats.org/drawingml/2006/main">
            <ns1:off x="7677150" y="2960865"/>
            <ns1:ext cx="190500" cy="98069"/>
            <ns1:chOff x="7677150" y="2960865"/>
            <ns1:chExt cx="190500" cy="98069"/>
          </ns1:xfrm>
        </p:grpSpPr>
        <p:sp>
          <p:nvSpPr>
            <p:cNvPr id="220" name="F1-route-220-0220-arrow-route">
              <a:extLst xmlns:a="http://schemas.openxmlformats.org/drawingml/2006/main">
                <a:ext uri="{FF2B5EF4-FFF2-40B4-BE49-F238E27FC236}">
                  <a16:creationId xmlns:a16="http://schemas.microsoft.com/office/drawing/2014/main" id="{175453BE-71B6-4BDD-B944-DF70AB5AD3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77150" y="3009900"/>
              <a:ext cx="190500" cy="9525"/>
            </a:xfrm>
            <a:custGeom xmlns:a="http://schemas.openxmlformats.org/drawingml/2006/main"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3C5488"/>
              </a:solidFill>
              <a:prstDash val="solid"/>
            </a:ln>
          </p:spPr>
        </p:sp>
        <p:sp>
          <p:nvSpPr>
            <p:cNvPr id="221" name="F1-route-220-0221-custom">
              <a:extLst xmlns:a="http://schemas.openxmlformats.org/drawingml/2006/main">
                <a:ext uri="{FF2B5EF4-FFF2-40B4-BE49-F238E27FC236}">
                  <a16:creationId xmlns:a16="http://schemas.microsoft.com/office/drawing/2014/main" id="{2E790D36-1C21-4265-ACF4-0FC97570C5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78496" y="2960865"/>
              <a:ext cx="89154" cy="98069"/>
            </a:xfrm>
            <a:custGeom xmlns:a="http://schemas.openxmlformats.org/drawingml/2006/main">
              <a:pathLst>
                <a:path w="89154" h="98069">
                  <a:moveTo>
                    <a:pt x="89154" y="49035"/>
                  </a:moveTo>
                  <a:lnTo>
                    <a:pt x="0" y="98069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3C5488"/>
            </a:solidFill>
            <a:ln xmlns:a="http://schemas.openxmlformats.org/drawingml/2006/main" w="953">
              <a:solidFill>
                <a:srgbClr val="3C5488"/>
              </a:solidFill>
            </a:ln>
          </p:spPr>
        </p:sp>
      </p:grpSp>
      <p:sp>
        <p:nvSpPr>
          <p:cNvPr id="222" name="F1-0222-roundRect">
            <a:extLst xmlns:a="http://schemas.openxmlformats.org/drawingml/2006/main">
              <a:ext uri="{FF2B5EF4-FFF2-40B4-BE49-F238E27FC236}">
                <a16:creationId xmlns:a16="http://schemas.microsoft.com/office/drawing/2014/main" id="{E3F89F5B-4173-46BE-AFF7-E455C015558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867650" y="1562100"/>
            <a:ext cx="1238250" cy="16954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223" name="F1-0223-text"/>
          <p:cNvSpPr txBox="1"/>
          <p:nvPr/>
        </p:nvSpPr>
        <p:spPr>
          <ns0:xfrm xmlns:ns0="http://schemas.openxmlformats.org/drawingml/2006/main">
            <ns0:off x="8020050" y="1647825"/>
            <ns0:ext cx="952500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5-fold</ns0:t>
            </ns0:r>
          </ns0:p>
        </p:txBody>
      </p:sp>
      <p:sp>
        <p:nvSpPr>
          <p:cNvPr id="224" name="F1-0224-text"/>
          <p:cNvSpPr txBox="1"/>
          <p:nvPr/>
        </p:nvSpPr>
        <p:spPr>
          <ns0:xfrm xmlns:ns0="http://schemas.openxmlformats.org/drawingml/2006/main">
            <ns0:off x="8020050" y="1899761"/>
            <ns0:ext cx="952500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episode</ns0:t>
            </ns0:r>
          </ns0:p>
        </p:txBody>
      </p:sp>
      <p:sp>
        <p:nvSpPr>
          <p:cNvPr id="225" name="F1-0225-text"/>
          <p:cNvSpPr txBox="1"/>
          <p:nvPr/>
        </p:nvSpPr>
        <p:spPr>
          <ns0:xfrm xmlns:ns0="http://schemas.openxmlformats.org/drawingml/2006/main">
            <ns0:off x="8020050" y="2151698"/>
            <ns0:ext cx="952500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split</ns0:t>
            </ns0:r>
          </ns0:p>
        </p:txBody>
      </p:sp>
      <p:sp>
        <p:nvSpPr>
          <p:cNvPr id="226" name="F1-0226-ellipse">
            <a:extLst xmlns:a="http://schemas.openxmlformats.org/drawingml/2006/main">
              <a:ext uri="{FF2B5EF4-FFF2-40B4-BE49-F238E27FC236}">
                <a16:creationId xmlns:a16="http://schemas.microsoft.com/office/drawing/2014/main" id="{6D81AD5F-A941-44E7-BF1F-4F012538CA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6715" y="2510790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488"/>
          </a:solidFill>
          <a:ln xmlns:a="http://schemas.openxmlformats.org/drawingml/2006/main" w="1905">
            <a:solidFill>
              <a:srgbClr val="3C5488"/>
            </a:solidFill>
          </a:ln>
        </p:spPr>
      </p:sp>
      <p:sp>
        <p:nvSpPr>
          <p:cNvPr id="227" name="F1-0227-ellipse">
            <a:extLst xmlns:a="http://schemas.openxmlformats.org/drawingml/2006/main">
              <a:ext uri="{FF2B5EF4-FFF2-40B4-BE49-F238E27FC236}">
                <a16:creationId xmlns:a16="http://schemas.microsoft.com/office/drawing/2014/main" id="{D95F91FD-1234-46E4-A11E-7714A42E3FD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140065" y="242506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488"/>
          </a:solidFill>
          <a:ln xmlns:a="http://schemas.openxmlformats.org/drawingml/2006/main" w="1905">
            <a:solidFill>
              <a:srgbClr val="3C5488"/>
            </a:solidFill>
          </a:ln>
        </p:spPr>
      </p:sp>
      <p:sp>
        <p:nvSpPr>
          <p:cNvPr id="228" name="F1-0228-ellipse">
            <a:extLst xmlns:a="http://schemas.openxmlformats.org/drawingml/2006/main">
              <a:ext uri="{FF2B5EF4-FFF2-40B4-BE49-F238E27FC236}">
                <a16:creationId xmlns:a16="http://schemas.microsoft.com/office/drawing/2014/main" id="{9E83D500-A6B9-44C5-9E82-CF3F2E69594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140065" y="259651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488"/>
          </a:solidFill>
          <a:ln xmlns:a="http://schemas.openxmlformats.org/drawingml/2006/main" w="1905">
            <a:solidFill>
              <a:srgbClr val="3C5488"/>
            </a:solidFill>
          </a:ln>
        </p:spPr>
      </p:sp>
      <p:sp>
        <p:nvSpPr>
          <p:cNvPr id="229" name="F1-0229-ellipse">
            <a:extLst xmlns:a="http://schemas.openxmlformats.org/drawingml/2006/main">
              <a:ext uri="{FF2B5EF4-FFF2-40B4-BE49-F238E27FC236}">
                <a16:creationId xmlns:a16="http://schemas.microsoft.com/office/drawing/2014/main" id="{DD35D71D-AA2D-4E49-9353-4796DDE7462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6715" y="269176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488"/>
          </a:solidFill>
          <a:ln xmlns:a="http://schemas.openxmlformats.org/drawingml/2006/main" w="1905">
            <a:solidFill>
              <a:srgbClr val="3C5488"/>
            </a:solidFill>
          </a:ln>
        </p:spPr>
      </p:sp>
      <p:sp>
        <p:nvSpPr>
          <p:cNvPr id="230" name="F1-0230-ellipse">
            <a:extLst xmlns:a="http://schemas.openxmlformats.org/drawingml/2006/main">
              <a:ext uri="{FF2B5EF4-FFF2-40B4-BE49-F238E27FC236}">
                <a16:creationId xmlns:a16="http://schemas.microsoft.com/office/drawing/2014/main" id="{71336657-D8EC-443C-AF6A-CD9CA1DA13B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140065" y="2758440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488"/>
          </a:solidFill>
          <a:ln xmlns:a="http://schemas.openxmlformats.org/drawingml/2006/main" w="1905">
            <a:solidFill>
              <a:srgbClr val="3C5488"/>
            </a:solidFill>
          </a:ln>
        </p:spPr>
      </p:sp>
      <p:sp>
        <p:nvSpPr>
          <p:cNvPr id="231" name="F1-0231-ellipse">
            <a:extLst xmlns:a="http://schemas.openxmlformats.org/drawingml/2006/main">
              <a:ext uri="{FF2B5EF4-FFF2-40B4-BE49-F238E27FC236}">
                <a16:creationId xmlns:a16="http://schemas.microsoft.com/office/drawing/2014/main" id="{FC70BC25-A68F-4927-A3BC-47E0FBE028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16315" y="2491740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156"/>
          </a:solidFill>
          <a:ln xmlns:a="http://schemas.openxmlformats.org/drawingml/2006/main" w="1905">
            <a:solidFill>
              <a:srgbClr val="C47156"/>
            </a:solidFill>
          </a:ln>
        </p:spPr>
      </p:sp>
      <p:sp>
        <p:nvSpPr>
          <p:cNvPr id="232" name="F1-0232-ellipse">
            <a:extLst xmlns:a="http://schemas.openxmlformats.org/drawingml/2006/main">
              <a:ext uri="{FF2B5EF4-FFF2-40B4-BE49-F238E27FC236}">
                <a16:creationId xmlns:a16="http://schemas.microsoft.com/office/drawing/2014/main" id="{87FC80F5-EC39-42E4-A1EA-962F288EFF6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759190" y="242506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156"/>
          </a:solidFill>
          <a:ln xmlns:a="http://schemas.openxmlformats.org/drawingml/2006/main" w="1905">
            <a:solidFill>
              <a:srgbClr val="C47156"/>
            </a:solidFill>
          </a:ln>
        </p:spPr>
      </p:sp>
      <p:sp>
        <p:nvSpPr>
          <p:cNvPr id="233" name="F1-0233-ellipse">
            <a:extLst xmlns:a="http://schemas.openxmlformats.org/drawingml/2006/main">
              <a:ext uri="{FF2B5EF4-FFF2-40B4-BE49-F238E27FC236}">
                <a16:creationId xmlns:a16="http://schemas.microsoft.com/office/drawing/2014/main" id="{02F5CCF6-B030-4757-82F5-7266384D30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759190" y="2606040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156"/>
          </a:solidFill>
          <a:ln xmlns:a="http://schemas.openxmlformats.org/drawingml/2006/main" w="1905">
            <a:solidFill>
              <a:srgbClr val="C47156"/>
            </a:solidFill>
          </a:ln>
        </p:spPr>
      </p:sp>
      <p:sp>
        <p:nvSpPr>
          <p:cNvPr id="234" name="F1-0234-ellipse">
            <a:extLst xmlns:a="http://schemas.openxmlformats.org/drawingml/2006/main">
              <a:ext uri="{FF2B5EF4-FFF2-40B4-BE49-F238E27FC236}">
                <a16:creationId xmlns:a16="http://schemas.microsoft.com/office/drawing/2014/main" id="{D4226F28-9B4F-49E4-A914-62D84C24466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02065" y="2606040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156"/>
          </a:solidFill>
          <a:ln xmlns:a="http://schemas.openxmlformats.org/drawingml/2006/main" w="1905">
            <a:solidFill>
              <a:srgbClr val="C47156"/>
            </a:solidFill>
          </a:ln>
        </p:spPr>
      </p:sp>
      <p:sp>
        <p:nvSpPr>
          <p:cNvPr id="235" name="F1-0235-ellipse">
            <a:extLst xmlns:a="http://schemas.openxmlformats.org/drawingml/2006/main">
              <a:ext uri="{FF2B5EF4-FFF2-40B4-BE49-F238E27FC236}">
                <a16:creationId xmlns:a16="http://schemas.microsoft.com/office/drawing/2014/main" id="{914E7751-3C77-4B65-8968-AA1CA71373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25840" y="2758440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156"/>
          </a:solidFill>
          <a:ln xmlns:a="http://schemas.openxmlformats.org/drawingml/2006/main" w="1905">
            <a:solidFill>
              <a:srgbClr val="C47156"/>
            </a:solidFill>
          </a:ln>
        </p:spPr>
      </p:sp>
      <p:sp>
        <p:nvSpPr>
          <p:cNvPr id="236" name="F1-0236-ellipse">
            <a:extLst xmlns:a="http://schemas.openxmlformats.org/drawingml/2006/main">
              <a:ext uri="{FF2B5EF4-FFF2-40B4-BE49-F238E27FC236}">
                <a16:creationId xmlns:a16="http://schemas.microsoft.com/office/drawing/2014/main" id="{12AE705D-FBCA-42D1-AB98-B4C451B6632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749665" y="2787015"/>
            <a:ext cx="102870" cy="1028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156"/>
          </a:solidFill>
          <a:ln xmlns:a="http://schemas.openxmlformats.org/drawingml/2006/main" w="1905">
            <a:solidFill>
              <a:srgbClr val="C47156"/>
            </a:solidFill>
          </a:ln>
        </p:spPr>
      </p:sp>
      <p:grpSp>
        <p:nvGrpSpPr>
          <p:cNvPr id="644" name="F1-route-237"/>
          <p:cNvGrpSpPr/>
          <p:nvPr/>
        </p:nvGrpSpPr>
        <p:grpSpPr>
          <ns1:xfrm xmlns:ns1="http://schemas.openxmlformats.org/drawingml/2006/main">
            <ns1:off x="8277225" y="2620804"/>
            <ns1:ext cx="114300" cy="73343"/>
            <ns1:chOff x="8277225" y="2620804"/>
            <ns1:chExt cx="114300" cy="73343"/>
          </ns1:xfrm>
        </p:grpSpPr>
        <p:sp>
          <p:nvSpPr>
            <p:cNvPr id="237" name="F1-route-237-0237-arrow-route">
              <a:extLst xmlns:a="http://schemas.openxmlformats.org/drawingml/2006/main">
                <a:ext uri="{FF2B5EF4-FFF2-40B4-BE49-F238E27FC236}">
                  <a16:creationId xmlns:a16="http://schemas.microsoft.com/office/drawing/2014/main" id="{40CB2106-F07D-40AF-9703-25BFC574A5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77225" y="2657475"/>
              <a:ext cx="114300" cy="9525"/>
            </a:xfrm>
            <a:custGeom xmlns:a="http://schemas.openxmlformats.org/drawingml/2006/main">
              <a:pathLst>
                <a:path w="114300" h="9525">
                  <a:moveTo>
                    <a:pt x="114300" y="0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252A32"/>
              </a:solidFill>
              <a:prstDash val="solid"/>
            </a:ln>
          </p:spPr>
        </p:sp>
        <p:sp>
          <p:nvSpPr>
            <p:cNvPr id="238" name="F1-route-237-0238-custom">
              <a:extLst xmlns:a="http://schemas.openxmlformats.org/drawingml/2006/main">
                <a:ext uri="{FF2B5EF4-FFF2-40B4-BE49-F238E27FC236}">
                  <a16:creationId xmlns:a16="http://schemas.microsoft.com/office/drawing/2014/main" id="{07DDB123-FCF8-44E5-92A8-AEEEB3D7C45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77225" y="2620804"/>
              <a:ext cx="66675" cy="73343"/>
            </a:xfrm>
            <a:custGeom xmlns:a="http://schemas.openxmlformats.org/drawingml/2006/main">
              <a:pathLst>
                <a:path w="66675" h="73343">
                  <a:moveTo>
                    <a:pt x="0" y="36671"/>
                  </a:moveTo>
                  <a:lnTo>
                    <a:pt x="66675" y="0"/>
                  </a:lnTo>
                  <a:lnTo>
                    <a:pt x="66675" y="73343"/>
                  </a:lnTo>
                  <a:close/>
                </a:path>
              </a:pathLst>
            </a:custGeom>
            <a:solidFill xmlns:a="http://schemas.openxmlformats.org/drawingml/2006/main">
              <a:srgbClr val="252A32"/>
            </a:solidFill>
            <a:ln xmlns:a="http://schemas.openxmlformats.org/drawingml/2006/main" w="953">
              <a:solidFill>
                <a:srgbClr val="252A32"/>
              </a:solidFill>
            </a:ln>
          </p:spPr>
        </p:sp>
      </p:grpSp>
      <p:grpSp>
        <p:nvGrpSpPr>
          <p:cNvPr id="645" name="F1-route-239"/>
          <p:cNvGrpSpPr/>
          <p:nvPr/>
        </p:nvGrpSpPr>
        <p:grpSpPr>
          <ns1:xfrm xmlns:ns1="http://schemas.openxmlformats.org/drawingml/2006/main">
            <ns1:off x="8420100" y="2620804"/>
            <ns1:ext cx="114300" cy="73343"/>
            <ns1:chOff x="8420100" y="2620804"/>
            <ns1:chExt cx="114300" cy="73343"/>
          </ns1:xfrm>
        </p:grpSpPr>
        <p:sp>
          <p:nvSpPr>
            <p:cNvPr id="239" name="F1-route-239-0239-arrow-route">
              <a:extLst xmlns:a="http://schemas.openxmlformats.org/drawingml/2006/main">
                <a:ext uri="{FF2B5EF4-FFF2-40B4-BE49-F238E27FC236}">
                  <a16:creationId xmlns:a16="http://schemas.microsoft.com/office/drawing/2014/main" id="{DB2FF5FD-72F5-435F-9F0E-98FB8144E5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20100" y="2657475"/>
              <a:ext cx="114300" cy="9525"/>
            </a:xfrm>
            <a:custGeom xmlns:a="http://schemas.openxmlformats.org/drawingml/2006/main"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252A32"/>
              </a:solidFill>
              <a:prstDash val="solid"/>
            </a:ln>
          </p:spPr>
        </p:sp>
        <p:sp>
          <p:nvSpPr>
            <p:cNvPr id="240" name="F1-route-239-0240-custom">
              <a:extLst xmlns:a="http://schemas.openxmlformats.org/drawingml/2006/main">
                <a:ext uri="{FF2B5EF4-FFF2-40B4-BE49-F238E27FC236}">
                  <a16:creationId xmlns:a16="http://schemas.microsoft.com/office/drawing/2014/main" id="{680DCA45-B44B-47B8-BE5B-1545AB7F60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67725" y="2620804"/>
              <a:ext cx="66675" cy="73343"/>
            </a:xfrm>
            <a:custGeom xmlns:a="http://schemas.openxmlformats.org/drawingml/2006/main">
              <a:pathLst>
                <a:path w="66675" h="73343">
                  <a:moveTo>
                    <a:pt x="66675" y="36671"/>
                  </a:moveTo>
                  <a:lnTo>
                    <a:pt x="0" y="73343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252A32"/>
            </a:solidFill>
            <a:ln xmlns:a="http://schemas.openxmlformats.org/drawingml/2006/main" w="953">
              <a:solidFill>
                <a:srgbClr val="252A32"/>
              </a:solidFill>
            </a:ln>
          </p:spPr>
        </p:sp>
      </p:grpSp>
      <p:sp>
        <p:nvSpPr>
          <p:cNvPr id="241" name="F1-0241-text"/>
          <p:cNvSpPr txBox="1"/>
          <p:nvPr/>
        </p:nvSpPr>
        <p:spPr>
          <ns0:xfrm xmlns:ns0="http://schemas.openxmlformats.org/drawingml/2006/main">
            <ns0:off x="7943850" y="2928339"/>
            <ns0:ext cx="1076325" cy="2583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(per task)</ns0:t>
            </ns0:r>
          </ns0:p>
        </p:txBody>
      </p:sp>
      <p:grpSp>
        <p:nvGrpSpPr>
          <p:cNvPr id="646" name="F1-route-242"/>
          <p:cNvGrpSpPr/>
          <p:nvPr/>
        </p:nvGrpSpPr>
        <p:grpSpPr>
          <ns1:xfrm xmlns:ns1="http://schemas.openxmlformats.org/drawingml/2006/main">
            <ns1:off x="9105900" y="2267426"/>
            <ns1:ext cx="190500" cy="94297"/>
            <ns1:chOff x="9105900" y="2267426"/>
            <ns1:chExt cx="190500" cy="94297"/>
          </ns1:xfrm>
        </p:grpSpPr>
        <p:sp>
          <p:nvSpPr>
            <p:cNvPr id="242" name="F1-route-242-0242-arrow-route">
              <a:extLst xmlns:a="http://schemas.openxmlformats.org/drawingml/2006/main">
                <a:ext uri="{FF2B5EF4-FFF2-40B4-BE49-F238E27FC236}">
                  <a16:creationId xmlns:a16="http://schemas.microsoft.com/office/drawing/2014/main" id="{2359FE8A-6988-454C-BBC2-6AE616B4B1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105900" y="2314575"/>
              <a:ext cx="190500" cy="9525"/>
            </a:xfrm>
            <a:custGeom xmlns:a="http://schemas.openxmlformats.org/drawingml/2006/main"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3813">
              <a:solidFill>
                <a:srgbClr val="68717D"/>
              </a:solidFill>
              <a:prstDash val="solid"/>
            </a:ln>
          </p:spPr>
        </p:sp>
        <p:sp>
          <p:nvSpPr>
            <p:cNvPr id="243" name="F1-route-242-0243-custom">
              <a:extLst xmlns:a="http://schemas.openxmlformats.org/drawingml/2006/main">
                <a:ext uri="{FF2B5EF4-FFF2-40B4-BE49-F238E27FC236}">
                  <a16:creationId xmlns:a16="http://schemas.microsoft.com/office/drawing/2014/main" id="{6634E172-8BB0-4891-AB64-E463401D23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10675" y="2267426"/>
              <a:ext cx="85725" cy="94297"/>
            </a:xfrm>
            <a:custGeom xmlns:a="http://schemas.openxmlformats.org/drawingml/2006/main">
              <a:pathLst>
                <a:path w="85725" h="94297">
                  <a:moveTo>
                    <a:pt x="85725" y="47149"/>
                  </a:moveTo>
                  <a:lnTo>
                    <a:pt x="0" y="94297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sp>
        <p:nvSpPr>
          <p:cNvPr id="244" name="F1-0244-roundRect">
            <a:extLst xmlns:a="http://schemas.openxmlformats.org/drawingml/2006/main">
              <a:ext uri="{FF2B5EF4-FFF2-40B4-BE49-F238E27FC236}">
                <a16:creationId xmlns:a16="http://schemas.microsoft.com/office/drawing/2014/main" id="{826D4FFB-1973-4A5E-85B0-44677ECE8D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96400" y="1295400"/>
            <a:ext cx="2085975" cy="1304925"/>
          </a:xfrm>
          <a:prstGeom xmlns:a="http://schemas.openxmlformats.org/drawingml/2006/main" prst="roundRect">
            <a:avLst>
              <a:gd name="adj" fmla="val 51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245" name="F1-0245-text"/>
          <p:cNvSpPr txBox="1"/>
          <p:nvPr/>
        </p:nvSpPr>
        <p:spPr>
          <ns0:xfrm xmlns:ns0="http://schemas.openxmlformats.org/drawingml/2006/main">
            <ns0:off x="9423400" y="1355169"/>
            <ns0:ext cx="1905000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Fit supervision</ns0:t>
            </ns0:r>
          </ns0:p>
        </p:txBody>
      </p:sp>
      <p:sp>
        <p:nvSpPr>
          <p:cNvPr id="246" name="F1-0246-roundRect">
            <a:extLst xmlns:a="http://schemas.openxmlformats.org/drawingml/2006/main">
              <a:ext uri="{FF2B5EF4-FFF2-40B4-BE49-F238E27FC236}">
                <a16:creationId xmlns:a16="http://schemas.microsoft.com/office/drawing/2014/main" id="{11DA60CA-CEFE-457B-A443-FD6714BBCC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91650" y="1609725"/>
            <a:ext cx="904875" cy="69532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247" name="F1-0247-roundRect">
            <a:extLst xmlns:a="http://schemas.openxmlformats.org/drawingml/2006/main">
              <a:ext uri="{FF2B5EF4-FFF2-40B4-BE49-F238E27FC236}">
                <a16:creationId xmlns:a16="http://schemas.microsoft.com/office/drawing/2014/main" id="{92C9A1DF-68EC-4F5F-A1EF-217DF38C382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363200" y="1609725"/>
            <a:ext cx="923925" cy="69532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grpSp>
        <p:nvGrpSpPr>
          <p:cNvPr id="647" name="F1-robotTable-992-174"/>
          <p:cNvGrpSpPr/>
          <p:nvPr/>
        </p:nvGrpSpPr>
        <p:grpSpPr>
          <ns1:xfrm xmlns:ns1="http://schemas.openxmlformats.org/drawingml/2006/main">
            <ns1:off x="9472232" y="1715500"/>
            <ns1:ext cx="743712" cy="564214"/>
            <ns1:chOff x="9472232" y="1715500"/>
            <ns1:chExt cx="743712" cy="564214"/>
          </ns1:xfrm>
        </p:grpSpPr>
        <p:sp>
          <p:nvSpPr>
            <p:cNvPr id="248" name="F1-robotTable-992-174-0248-custom">
              <a:extLst xmlns:a="http://schemas.openxmlformats.org/drawingml/2006/main">
                <a:ext uri="{FF2B5EF4-FFF2-40B4-BE49-F238E27FC236}">
                  <a16:creationId xmlns:a16="http://schemas.microsoft.com/office/drawing/2014/main" id="{443752FD-7879-421F-B984-127CDA2084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72232" y="2072259"/>
              <a:ext cx="734187" cy="106870"/>
            </a:xfrm>
            <a:custGeom xmlns:a="http://schemas.openxmlformats.org/drawingml/2006/main">
              <a:pathLst>
                <a:path w="734187" h="106870">
                  <a:moveTo>
                    <a:pt x="0" y="106870"/>
                  </a:moveTo>
                  <a:lnTo>
                    <a:pt x="124968" y="0"/>
                  </a:lnTo>
                  <a:lnTo>
                    <a:pt x="734187" y="0"/>
                  </a:lnTo>
                  <a:lnTo>
                    <a:pt x="640461" y="10687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249" name="F1-robotTable-992-174-0249-line">
              <a:extLst xmlns:a="http://schemas.openxmlformats.org/drawingml/2006/main">
                <a:ext uri="{FF2B5EF4-FFF2-40B4-BE49-F238E27FC236}">
                  <a16:creationId xmlns:a16="http://schemas.microsoft.com/office/drawing/2014/main" id="{4E2B6509-495F-40BC-8BC8-6336BD2D81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72232" y="2179130"/>
              <a:ext cx="46863" cy="100584"/>
            </a:xfrm>
            <a:custGeom xmlns:a="http://schemas.openxmlformats.org/drawingml/2006/main">
              <a:pathLst>
                <a:path w="46863" h="100584">
                  <a:moveTo>
                    <a:pt x="0" y="0"/>
                  </a:moveTo>
                  <a:lnTo>
                    <a:pt x="0" y="100584"/>
                  </a:lnTo>
                  <a:lnTo>
                    <a:pt x="46863" y="100584"/>
                  </a:lnTo>
                  <a:lnTo>
                    <a:pt x="46863" y="12573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250" name="F1-robotTable-992-174-0250-line">
              <a:extLst xmlns:a="http://schemas.openxmlformats.org/drawingml/2006/main">
                <a:ext uri="{FF2B5EF4-FFF2-40B4-BE49-F238E27FC236}">
                  <a16:creationId xmlns:a16="http://schemas.microsoft.com/office/drawing/2014/main" id="{4F444B52-2C58-4C4E-A8C8-DBC6243C8F0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12693" y="2109978"/>
              <a:ext cx="93726" cy="169736"/>
            </a:xfrm>
            <a:custGeom xmlns:a="http://schemas.openxmlformats.org/drawingml/2006/main">
              <a:pathLst>
                <a:path w="93726" h="169736">
                  <a:moveTo>
                    <a:pt x="0" y="69152"/>
                  </a:moveTo>
                  <a:lnTo>
                    <a:pt x="0" y="169736"/>
                  </a:lnTo>
                  <a:lnTo>
                    <a:pt x="46863" y="169736"/>
                  </a:lnTo>
                  <a:lnTo>
                    <a:pt x="46863" y="50292"/>
                  </a:lnTo>
                  <a:lnTo>
                    <a:pt x="93726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251" name="F1-robotTable-992-174-0251-line">
              <a:extLst xmlns:a="http://schemas.openxmlformats.org/drawingml/2006/main">
                <a:ext uri="{FF2B5EF4-FFF2-40B4-BE49-F238E27FC236}">
                  <a16:creationId xmlns:a16="http://schemas.microsoft.com/office/drawing/2014/main" id="{C68F2EFB-7614-4528-80D9-1EABBBBA05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06419" y="2078546"/>
              <a:ext cx="9525" cy="132016"/>
            </a:xfrm>
            <a:custGeom xmlns:a="http://schemas.openxmlformats.org/drawingml/2006/main">
              <a:pathLst>
                <a:path w="9525" h="132016">
                  <a:moveTo>
                    <a:pt x="0" y="0"/>
                  </a:moveTo>
                  <a:lnTo>
                    <a:pt x="0" y="132016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252" name="F1-robotTable-992-174-0252-line">
              <a:extLst xmlns:a="http://schemas.openxmlformats.org/drawingml/2006/main">
                <a:ext uri="{FF2B5EF4-FFF2-40B4-BE49-F238E27FC236}">
                  <a16:creationId xmlns:a16="http://schemas.microsoft.com/office/drawing/2014/main" id="{FAAA1729-01A8-4F38-9649-0914A9422CE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95663" y="2216849"/>
              <a:ext cx="617030" cy="9525"/>
            </a:xfrm>
            <a:custGeom xmlns:a="http://schemas.openxmlformats.org/drawingml/2006/main">
              <a:pathLst>
                <a:path w="617030" h="9525">
                  <a:moveTo>
                    <a:pt x="0" y="0"/>
                  </a:moveTo>
                  <a:lnTo>
                    <a:pt x="61703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3C5488"/>
              </a:solidFill>
              <a:prstDash val="solid"/>
            </a:ln>
          </p:spPr>
        </p:sp>
        <p:sp>
          <p:nvSpPr>
            <p:cNvPr id="253" name="F1-robotTable-992-174-0253-rect">
              <a:extLst xmlns:a="http://schemas.openxmlformats.org/drawingml/2006/main">
                <a:ext uri="{FF2B5EF4-FFF2-40B4-BE49-F238E27FC236}">
                  <a16:creationId xmlns:a16="http://schemas.microsoft.com/office/drawing/2014/main" id="{F217CD35-2354-459F-A78D-05D662C48F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26777" y="2078546"/>
              <a:ext cx="85916" cy="81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5240">
              <a:solidFill>
                <a:srgbClr val="252A32"/>
              </a:solidFill>
              <a:prstDash val="solid"/>
            </a:ln>
          </p:spPr>
        </p:sp>
        <p:sp>
          <p:nvSpPr>
            <p:cNvPr id="254" name="F1-robotTable-992-174-0254-custom">
              <a:extLst xmlns:a="http://schemas.openxmlformats.org/drawingml/2006/main">
                <a:ext uri="{FF2B5EF4-FFF2-40B4-BE49-F238E27FC236}">
                  <a16:creationId xmlns:a16="http://schemas.microsoft.com/office/drawing/2014/main" id="{2590C7FB-B642-454F-A67F-180EED6C9A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32652" y="1899255"/>
              <a:ext cx="54064" cy="172124"/>
            </a:xfrm>
            <a:custGeom xmlns:a="http://schemas.openxmlformats.org/drawingml/2006/main">
              <a:pathLst>
                <a:path w="54064" h="172124">
                  <a:moveTo>
                    <a:pt x="54064" y="172124"/>
                  </a:moveTo>
                  <a:lnTo>
                    <a:pt x="54064" y="0"/>
                  </a:lnTo>
                  <a:lnTo>
                    <a:pt x="0" y="0"/>
                  </a:lnTo>
                  <a:lnTo>
                    <a:pt x="0" y="172124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255" name="F1-robotTable-992-174-0255-custom">
              <a:extLst xmlns:a="http://schemas.openxmlformats.org/drawingml/2006/main">
                <a:ext uri="{FF2B5EF4-FFF2-40B4-BE49-F238E27FC236}">
                  <a16:creationId xmlns:a16="http://schemas.microsoft.com/office/drawing/2014/main" id="{B07ABEDD-631B-4D60-8FB8-B050DE1CBB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43842" y="1719183"/>
              <a:ext cx="250377" cy="201976"/>
            </a:xfrm>
            <a:custGeom xmlns:a="http://schemas.openxmlformats.org/drawingml/2006/main">
              <a:pathLst>
                <a:path w="250377" h="201976">
                  <a:moveTo>
                    <a:pt x="31683" y="201976"/>
                  </a:moveTo>
                  <a:lnTo>
                    <a:pt x="250377" y="43807"/>
                  </a:lnTo>
                  <a:lnTo>
                    <a:pt x="218694" y="0"/>
                  </a:lnTo>
                  <a:lnTo>
                    <a:pt x="0" y="158168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256" name="F1-robotTable-992-174-0256-custom">
              <a:extLst xmlns:a="http://schemas.openxmlformats.org/drawingml/2006/main">
                <a:ext uri="{FF2B5EF4-FFF2-40B4-BE49-F238E27FC236}">
                  <a16:creationId xmlns:a16="http://schemas.microsoft.com/office/drawing/2014/main" id="{5BA82615-0D6B-4653-A6B2-0BB2228F76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63649" y="1718419"/>
              <a:ext cx="201287" cy="156983"/>
            </a:xfrm>
            <a:custGeom xmlns:a="http://schemas.openxmlformats.org/drawingml/2006/main">
              <a:pathLst>
                <a:path w="201287" h="156983">
                  <a:moveTo>
                    <a:pt x="0" y="45335"/>
                  </a:moveTo>
                  <a:lnTo>
                    <a:pt x="171831" y="156983"/>
                  </a:lnTo>
                  <a:lnTo>
                    <a:pt x="201287" y="111648"/>
                  </a:lnTo>
                  <a:lnTo>
                    <a:pt x="29456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257" name="F1-robotTable-992-174-0257-custom">
              <a:extLst xmlns:a="http://schemas.openxmlformats.org/drawingml/2006/main">
                <a:ext uri="{FF2B5EF4-FFF2-40B4-BE49-F238E27FC236}">
                  <a16:creationId xmlns:a16="http://schemas.microsoft.com/office/drawing/2014/main" id="{F7615D10-A268-4951-AD11-31F691E994E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25710" y="1841309"/>
              <a:ext cx="88050" cy="106587"/>
            </a:xfrm>
            <a:custGeom xmlns:a="http://schemas.openxmlformats.org/drawingml/2006/main">
              <a:pathLst>
                <a:path w="88050" h="106587">
                  <a:moveTo>
                    <a:pt x="0" y="22851"/>
                  </a:moveTo>
                  <a:lnTo>
                    <a:pt x="39052" y="106587"/>
                  </a:lnTo>
                  <a:lnTo>
                    <a:pt x="88050" y="83736"/>
                  </a:lnTo>
                  <a:lnTo>
                    <a:pt x="48997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258" name="F1-robotTable-992-174-0258-ellipse">
              <a:extLst xmlns:a="http://schemas.openxmlformats.org/drawingml/2006/main">
                <a:ext uri="{FF2B5EF4-FFF2-40B4-BE49-F238E27FC236}">
                  <a16:creationId xmlns:a16="http://schemas.microsoft.com/office/drawing/2014/main" id="{85289D46-5338-4176-93BE-E5D7797986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573768" y="2062075"/>
              <a:ext cx="187452" cy="4652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259" name="F1-robotTable-992-174-0259-ellipse">
              <a:extLst xmlns:a="http://schemas.openxmlformats.org/drawingml/2006/main">
                <a:ext uri="{FF2B5EF4-FFF2-40B4-BE49-F238E27FC236}">
                  <a16:creationId xmlns:a16="http://schemas.microsoft.com/office/drawing/2014/main" id="{C67D531D-73A2-4905-8C73-0F4093ED88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581579" y="2062075"/>
              <a:ext cx="171831" cy="27912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3C5488"/>
              </a:solidFill>
            </a:ln>
          </p:spPr>
        </p:sp>
        <p:sp>
          <p:nvSpPr>
            <p:cNvPr id="260" name="F1-robotTable-992-174-0260-ellipse">
              <a:extLst xmlns:a="http://schemas.openxmlformats.org/drawingml/2006/main">
                <a:ext uri="{FF2B5EF4-FFF2-40B4-BE49-F238E27FC236}">
                  <a16:creationId xmlns:a16="http://schemas.microsoft.com/office/drawing/2014/main" id="{EE76FC5E-D731-45B3-AECF-96B112AC4C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15164" y="1873668"/>
              <a:ext cx="89040" cy="51172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261" name="F1-robotTable-992-174-0261-ellipse">
              <a:extLst xmlns:a="http://schemas.openxmlformats.org/drawingml/2006/main">
                <a:ext uri="{FF2B5EF4-FFF2-40B4-BE49-F238E27FC236}">
                  <a16:creationId xmlns:a16="http://schemas.microsoft.com/office/drawing/2014/main" id="{98B98413-F0C8-4406-938E-EDDB60A1993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33858" y="1715500"/>
              <a:ext cx="89040" cy="51172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262" name="F1-robotTable-992-174-0262-ellipse">
              <a:extLst xmlns:a="http://schemas.openxmlformats.org/drawingml/2006/main">
                <a:ext uri="{FF2B5EF4-FFF2-40B4-BE49-F238E27FC236}">
                  <a16:creationId xmlns:a16="http://schemas.microsoft.com/office/drawing/2014/main" id="{6C5B7B76-ECA5-466D-9CCA-70E0B35685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05689" y="1827148"/>
              <a:ext cx="89040" cy="51172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263" name="F1-robotTable-992-174-0263-ellipse">
              <a:extLst xmlns:a="http://schemas.openxmlformats.org/drawingml/2006/main">
                <a:ext uri="{FF2B5EF4-FFF2-40B4-BE49-F238E27FC236}">
                  <a16:creationId xmlns:a16="http://schemas.microsoft.com/office/drawing/2014/main" id="{808CDBCE-F6B8-4D73-900B-9D559C6B15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44741" y="1910885"/>
              <a:ext cx="89040" cy="51172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264" name="F1-robotTable-992-174-0264-line">
              <a:extLst xmlns:a="http://schemas.openxmlformats.org/drawingml/2006/main">
                <a:ext uri="{FF2B5EF4-FFF2-40B4-BE49-F238E27FC236}">
                  <a16:creationId xmlns:a16="http://schemas.microsoft.com/office/drawing/2014/main" id="{418DDA1F-78D4-4FB8-B00B-444DC2365A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68954" y="1936471"/>
              <a:ext cx="70295" cy="32564"/>
            </a:xfrm>
            <a:custGeom xmlns:a="http://schemas.openxmlformats.org/drawingml/2006/main">
              <a:pathLst>
                <a:path w="70295" h="32564">
                  <a:moveTo>
                    <a:pt x="0" y="0"/>
                  </a:moveTo>
                  <a:lnTo>
                    <a:pt x="47644" y="32564"/>
                  </a:lnTo>
                  <a:lnTo>
                    <a:pt x="70295" y="3256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265" name="F1-robotTable-992-174-0265-line">
              <a:extLst xmlns:a="http://schemas.openxmlformats.org/drawingml/2006/main">
                <a:ext uri="{FF2B5EF4-FFF2-40B4-BE49-F238E27FC236}">
                  <a16:creationId xmlns:a16="http://schemas.microsoft.com/office/drawing/2014/main" id="{EB0827BA-5952-42FC-97F3-CD68592CF0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15817" y="1936471"/>
              <a:ext cx="45301" cy="27912"/>
            </a:xfrm>
            <a:custGeom xmlns:a="http://schemas.openxmlformats.org/drawingml/2006/main">
              <a:pathLst>
                <a:path w="45301" h="27912">
                  <a:moveTo>
                    <a:pt x="0" y="0"/>
                  </a:moveTo>
                  <a:lnTo>
                    <a:pt x="45301" y="27912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</p:grpSp>
      <p:grpSp>
        <p:nvGrpSpPr>
          <p:cNvPr id="648" name="F1-robotTable-1094-174"/>
          <p:cNvGrpSpPr/>
          <p:nvPr/>
        </p:nvGrpSpPr>
        <p:grpSpPr>
          <ns1:xfrm xmlns:ns1="http://schemas.openxmlformats.org/drawingml/2006/main">
            <ns1:off x="10443782" y="1715500"/>
            <ns1:ext cx="743712" cy="564214"/>
            <ns1:chOff x="10443782" y="1715500"/>
            <ns1:chExt cx="743712" cy="564214"/>
          </ns1:xfrm>
        </p:grpSpPr>
        <p:sp>
          <p:nvSpPr>
            <p:cNvPr id="266" name="F1-robotTable-1094-174-0266-custom">
              <a:extLst xmlns:a="http://schemas.openxmlformats.org/drawingml/2006/main">
                <a:ext uri="{FF2B5EF4-FFF2-40B4-BE49-F238E27FC236}">
                  <a16:creationId xmlns:a16="http://schemas.microsoft.com/office/drawing/2014/main" id="{11FF1D48-04DC-4082-B240-10597DFAB9D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43782" y="2072259"/>
              <a:ext cx="734187" cy="106870"/>
            </a:xfrm>
            <a:custGeom xmlns:a="http://schemas.openxmlformats.org/drawingml/2006/main">
              <a:pathLst>
                <a:path w="734187" h="106870">
                  <a:moveTo>
                    <a:pt x="0" y="106870"/>
                  </a:moveTo>
                  <a:lnTo>
                    <a:pt x="124968" y="0"/>
                  </a:lnTo>
                  <a:lnTo>
                    <a:pt x="734187" y="0"/>
                  </a:lnTo>
                  <a:lnTo>
                    <a:pt x="640461" y="10687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267" name="F1-robotTable-1094-174-0267-line">
              <a:extLst xmlns:a="http://schemas.openxmlformats.org/drawingml/2006/main">
                <a:ext uri="{FF2B5EF4-FFF2-40B4-BE49-F238E27FC236}">
                  <a16:creationId xmlns:a16="http://schemas.microsoft.com/office/drawing/2014/main" id="{83FFB7C4-E6E5-46DB-94E2-42B627AEAC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43782" y="2179130"/>
              <a:ext cx="46863" cy="100584"/>
            </a:xfrm>
            <a:custGeom xmlns:a="http://schemas.openxmlformats.org/drawingml/2006/main">
              <a:pathLst>
                <a:path w="46863" h="100584">
                  <a:moveTo>
                    <a:pt x="0" y="0"/>
                  </a:moveTo>
                  <a:lnTo>
                    <a:pt x="0" y="100584"/>
                  </a:lnTo>
                  <a:lnTo>
                    <a:pt x="46863" y="100584"/>
                  </a:lnTo>
                  <a:lnTo>
                    <a:pt x="46863" y="12573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268" name="F1-robotTable-1094-174-0268-line">
              <a:extLst xmlns:a="http://schemas.openxmlformats.org/drawingml/2006/main">
                <a:ext uri="{FF2B5EF4-FFF2-40B4-BE49-F238E27FC236}">
                  <a16:creationId xmlns:a16="http://schemas.microsoft.com/office/drawing/2014/main" id="{0CC3648F-6CB3-4EF3-AEAE-D59F3743A0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84243" y="2109978"/>
              <a:ext cx="93726" cy="169736"/>
            </a:xfrm>
            <a:custGeom xmlns:a="http://schemas.openxmlformats.org/drawingml/2006/main">
              <a:pathLst>
                <a:path w="93726" h="169736">
                  <a:moveTo>
                    <a:pt x="0" y="69152"/>
                  </a:moveTo>
                  <a:lnTo>
                    <a:pt x="0" y="169736"/>
                  </a:lnTo>
                  <a:lnTo>
                    <a:pt x="46863" y="169736"/>
                  </a:lnTo>
                  <a:lnTo>
                    <a:pt x="46863" y="50292"/>
                  </a:lnTo>
                  <a:lnTo>
                    <a:pt x="93726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269" name="F1-robotTable-1094-174-0269-line">
              <a:extLst xmlns:a="http://schemas.openxmlformats.org/drawingml/2006/main">
                <a:ext uri="{FF2B5EF4-FFF2-40B4-BE49-F238E27FC236}">
                  <a16:creationId xmlns:a16="http://schemas.microsoft.com/office/drawing/2014/main" id="{259568CE-0C93-4DA9-A753-8D59DFC1165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177969" y="2078546"/>
              <a:ext cx="9525" cy="132016"/>
            </a:xfrm>
            <a:custGeom xmlns:a="http://schemas.openxmlformats.org/drawingml/2006/main">
              <a:pathLst>
                <a:path w="9525" h="132016">
                  <a:moveTo>
                    <a:pt x="0" y="0"/>
                  </a:moveTo>
                  <a:lnTo>
                    <a:pt x="0" y="132016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270" name="F1-robotTable-1094-174-0270-line">
              <a:extLst xmlns:a="http://schemas.openxmlformats.org/drawingml/2006/main">
                <a:ext uri="{FF2B5EF4-FFF2-40B4-BE49-F238E27FC236}">
                  <a16:creationId xmlns:a16="http://schemas.microsoft.com/office/drawing/2014/main" id="{D1D9C967-49DC-4709-A297-3882E78071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467213" y="2216849"/>
              <a:ext cx="617029" cy="9525"/>
            </a:xfrm>
            <a:custGeom xmlns:a="http://schemas.openxmlformats.org/drawingml/2006/main">
              <a:pathLst>
                <a:path w="617029" h="9525">
                  <a:moveTo>
                    <a:pt x="0" y="0"/>
                  </a:moveTo>
                  <a:lnTo>
                    <a:pt x="617029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9525">
              <a:solidFill>
                <a:srgbClr val="C47156"/>
              </a:solidFill>
              <a:prstDash val="solid"/>
            </a:ln>
          </p:spPr>
        </p:sp>
        <p:sp>
          <p:nvSpPr>
            <p:cNvPr id="271" name="F1-robotTable-1094-174-0271-rect">
              <a:extLst xmlns:a="http://schemas.openxmlformats.org/drawingml/2006/main">
                <a:ext uri="{FF2B5EF4-FFF2-40B4-BE49-F238E27FC236}">
                  <a16:creationId xmlns:a16="http://schemas.microsoft.com/office/drawing/2014/main" id="{28299A7D-4EE5-4029-B4A8-38E69B4E77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98327" y="2078546"/>
              <a:ext cx="85916" cy="817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5240">
              <a:solidFill>
                <a:srgbClr val="252A32"/>
              </a:solidFill>
              <a:prstDash val="solid"/>
            </a:ln>
          </p:spPr>
        </p:sp>
        <p:sp>
          <p:nvSpPr>
            <p:cNvPr id="272" name="F1-robotTable-1094-174-0272-custom">
              <a:extLst xmlns:a="http://schemas.openxmlformats.org/drawingml/2006/main">
                <a:ext uri="{FF2B5EF4-FFF2-40B4-BE49-F238E27FC236}">
                  <a16:creationId xmlns:a16="http://schemas.microsoft.com/office/drawing/2014/main" id="{089DEBB8-7BD5-48D8-ADFA-1E42A3D3C5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04202" y="1899255"/>
              <a:ext cx="54064" cy="172124"/>
            </a:xfrm>
            <a:custGeom xmlns:a="http://schemas.openxmlformats.org/drawingml/2006/main">
              <a:pathLst>
                <a:path w="54064" h="172124">
                  <a:moveTo>
                    <a:pt x="54064" y="172124"/>
                  </a:moveTo>
                  <a:lnTo>
                    <a:pt x="54064" y="0"/>
                  </a:lnTo>
                  <a:lnTo>
                    <a:pt x="0" y="0"/>
                  </a:lnTo>
                  <a:lnTo>
                    <a:pt x="0" y="172124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273" name="F1-robotTable-1094-174-0273-custom">
              <a:extLst xmlns:a="http://schemas.openxmlformats.org/drawingml/2006/main">
                <a:ext uri="{FF2B5EF4-FFF2-40B4-BE49-F238E27FC236}">
                  <a16:creationId xmlns:a16="http://schemas.microsoft.com/office/drawing/2014/main" id="{9DC8064D-EA0D-4E39-86D2-4CC7BBFFC7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15392" y="1719183"/>
              <a:ext cx="250377" cy="201976"/>
            </a:xfrm>
            <a:custGeom xmlns:a="http://schemas.openxmlformats.org/drawingml/2006/main">
              <a:pathLst>
                <a:path w="250377" h="201976">
                  <a:moveTo>
                    <a:pt x="31683" y="201976"/>
                  </a:moveTo>
                  <a:lnTo>
                    <a:pt x="250377" y="43807"/>
                  </a:lnTo>
                  <a:lnTo>
                    <a:pt x="218694" y="0"/>
                  </a:lnTo>
                  <a:lnTo>
                    <a:pt x="0" y="158168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274" name="F1-robotTable-1094-174-0274-custom">
              <a:extLst xmlns:a="http://schemas.openxmlformats.org/drawingml/2006/main">
                <a:ext uri="{FF2B5EF4-FFF2-40B4-BE49-F238E27FC236}">
                  <a16:creationId xmlns:a16="http://schemas.microsoft.com/office/drawing/2014/main" id="{394BEDBB-433E-4792-9950-5E8A911303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35199" y="1718419"/>
              <a:ext cx="201287" cy="156983"/>
            </a:xfrm>
            <a:custGeom xmlns:a="http://schemas.openxmlformats.org/drawingml/2006/main">
              <a:pathLst>
                <a:path w="201287" h="156983">
                  <a:moveTo>
                    <a:pt x="0" y="45335"/>
                  </a:moveTo>
                  <a:lnTo>
                    <a:pt x="171831" y="156983"/>
                  </a:lnTo>
                  <a:lnTo>
                    <a:pt x="201287" y="111648"/>
                  </a:lnTo>
                  <a:lnTo>
                    <a:pt x="29456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275" name="F1-robotTable-1094-174-0275-custom">
              <a:extLst xmlns:a="http://schemas.openxmlformats.org/drawingml/2006/main">
                <a:ext uri="{FF2B5EF4-FFF2-40B4-BE49-F238E27FC236}">
                  <a16:creationId xmlns:a16="http://schemas.microsoft.com/office/drawing/2014/main" id="{39C3690A-955D-45D9-A542-A5D09F53BD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97260" y="1841309"/>
              <a:ext cx="88050" cy="106587"/>
            </a:xfrm>
            <a:custGeom xmlns:a="http://schemas.openxmlformats.org/drawingml/2006/main">
              <a:pathLst>
                <a:path w="88050" h="106587">
                  <a:moveTo>
                    <a:pt x="0" y="22851"/>
                  </a:moveTo>
                  <a:lnTo>
                    <a:pt x="39052" y="106587"/>
                  </a:lnTo>
                  <a:lnTo>
                    <a:pt x="88050" y="83736"/>
                  </a:lnTo>
                  <a:lnTo>
                    <a:pt x="48997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276" name="F1-robotTable-1094-174-0276-ellipse">
              <a:extLst xmlns:a="http://schemas.openxmlformats.org/drawingml/2006/main">
                <a:ext uri="{FF2B5EF4-FFF2-40B4-BE49-F238E27FC236}">
                  <a16:creationId xmlns:a16="http://schemas.microsoft.com/office/drawing/2014/main" id="{625BFBF3-57EA-455B-9AF0-75BCA11B86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45318" y="2062075"/>
              <a:ext cx="187452" cy="4652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277" name="F1-robotTable-1094-174-0277-ellipse">
              <a:extLst xmlns:a="http://schemas.openxmlformats.org/drawingml/2006/main">
                <a:ext uri="{FF2B5EF4-FFF2-40B4-BE49-F238E27FC236}">
                  <a16:creationId xmlns:a16="http://schemas.microsoft.com/office/drawing/2014/main" id="{BF4F4B1A-D5E9-46E2-BBF7-8DF2460E22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53129" y="2062075"/>
              <a:ext cx="171831" cy="27912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C47156"/>
              </a:solidFill>
            </a:ln>
          </p:spPr>
        </p:sp>
        <p:sp>
          <p:nvSpPr>
            <p:cNvPr id="278" name="F1-robotTable-1094-174-0278-ellipse">
              <a:extLst xmlns:a="http://schemas.openxmlformats.org/drawingml/2006/main">
                <a:ext uri="{FF2B5EF4-FFF2-40B4-BE49-F238E27FC236}">
                  <a16:creationId xmlns:a16="http://schemas.microsoft.com/office/drawing/2014/main" id="{21B334DC-0821-4724-8DEB-03E361AD3C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86714" y="1873668"/>
              <a:ext cx="89040" cy="51172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279" name="F1-robotTable-1094-174-0279-ellipse">
              <a:extLst xmlns:a="http://schemas.openxmlformats.org/drawingml/2006/main">
                <a:ext uri="{FF2B5EF4-FFF2-40B4-BE49-F238E27FC236}">
                  <a16:creationId xmlns:a16="http://schemas.microsoft.com/office/drawing/2014/main" id="{6D65C331-FE0C-4BEF-B783-E107A91147F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05408" y="1715500"/>
              <a:ext cx="89040" cy="51172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280" name="F1-robotTable-1094-174-0280-ellipse">
              <a:extLst xmlns:a="http://schemas.openxmlformats.org/drawingml/2006/main">
                <a:ext uri="{FF2B5EF4-FFF2-40B4-BE49-F238E27FC236}">
                  <a16:creationId xmlns:a16="http://schemas.microsoft.com/office/drawing/2014/main" id="{5A314D42-A9E7-406B-910B-E26D73B130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77239" y="1827148"/>
              <a:ext cx="89040" cy="51172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281" name="F1-robotTable-1094-174-0281-ellipse">
              <a:extLst xmlns:a="http://schemas.openxmlformats.org/drawingml/2006/main">
                <a:ext uri="{FF2B5EF4-FFF2-40B4-BE49-F238E27FC236}">
                  <a16:creationId xmlns:a16="http://schemas.microsoft.com/office/drawing/2014/main" id="{DB0B74E6-EFC4-46A9-BB64-0D1B5011FA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16291" y="1910885"/>
              <a:ext cx="89040" cy="51172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282" name="F1-robotTable-1094-174-0282-line">
              <a:extLst xmlns:a="http://schemas.openxmlformats.org/drawingml/2006/main">
                <a:ext uri="{FF2B5EF4-FFF2-40B4-BE49-F238E27FC236}">
                  <a16:creationId xmlns:a16="http://schemas.microsoft.com/office/drawing/2014/main" id="{3EF254D5-B4B4-4387-9436-A0BCC97540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40504" y="1936471"/>
              <a:ext cx="70295" cy="32564"/>
            </a:xfrm>
            <a:custGeom xmlns:a="http://schemas.openxmlformats.org/drawingml/2006/main">
              <a:pathLst>
                <a:path w="70295" h="32564">
                  <a:moveTo>
                    <a:pt x="0" y="0"/>
                  </a:moveTo>
                  <a:lnTo>
                    <a:pt x="47644" y="32564"/>
                  </a:lnTo>
                  <a:lnTo>
                    <a:pt x="70295" y="3256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283" name="F1-robotTable-1094-174-0283-line">
              <a:extLst xmlns:a="http://schemas.openxmlformats.org/drawingml/2006/main">
                <a:ext uri="{FF2B5EF4-FFF2-40B4-BE49-F238E27FC236}">
                  <a16:creationId xmlns:a16="http://schemas.microsoft.com/office/drawing/2014/main" id="{4605C21D-24A0-48DF-AD0E-1E7B8C0994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87367" y="1936471"/>
              <a:ext cx="45301" cy="27912"/>
            </a:xfrm>
            <a:custGeom xmlns:a="http://schemas.openxmlformats.org/drawingml/2006/main">
              <a:pathLst>
                <a:path w="45301" h="27912">
                  <a:moveTo>
                    <a:pt x="0" y="0"/>
                  </a:moveTo>
                  <a:lnTo>
                    <a:pt x="45301" y="27912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</p:grpSp>
      <p:sp>
        <p:nvSpPr>
          <p:cNvPr id="649" name="F1-math-1004-245"/>
          <p:cNvSpPr txBox="1"/>
          <p:nvPr/>
        </p:nvSpPr>
        <p:spPr>
          <ns0:xfrm xmlns:ns0="http://schemas.openxmlformats.org/drawingml/2006/main">
            <ns0:off x="9610725" y="2305050"/>
            <ns0:ext cx="495300" cy="2857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650" name="F1-math-1080-245"/>
          <p:cNvSpPr txBox="1"/>
          <p:nvPr/>
        </p:nvSpPr>
        <p:spPr>
          <ns0:xfrm xmlns:ns0="http://schemas.openxmlformats.org/drawingml/2006/main">
            <ns0:off x="10534650" y="2305050"/>
            <ns0:ext cx="504825" cy="2857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288" name="F1-0288-roundRect">
            <a:extLst xmlns:a="http://schemas.openxmlformats.org/drawingml/2006/main">
              <a:ext uri="{FF2B5EF4-FFF2-40B4-BE49-F238E27FC236}">
                <a16:creationId xmlns:a16="http://schemas.microsoft.com/office/drawing/2014/main" id="{620C1424-6DA6-4B06-9A9D-5682EA02C03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10775" y="2600325"/>
            <a:ext cx="1371600" cy="48577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2383">
            <a:solidFill>
              <a:srgbClr val="DFAE9F"/>
            </a:solidFill>
            <a:prstDash val="solid"/>
          </a:ln>
        </p:spPr>
      </p:sp>
      <p:sp>
        <p:nvSpPr>
          <p:cNvPr id="289" name="F1-0289-text"/>
          <p:cNvSpPr txBox="1"/>
          <p:nvPr/>
        </p:nvSpPr>
        <p:spPr>
          <ns0:xfrm xmlns:ns0="http://schemas.openxmlformats.org/drawingml/2006/main">
            <ns0:off x="10096500" y="2638425"/>
            <ns0:ext cx="120015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Fit on 32</ns0:t>
            </ns0:r>
          </ns0:p>
        </p:txBody>
      </p:sp>
      <p:sp>
        <p:nvSpPr>
          <p:cNvPr id="651" name="F1-math-1058-300"/>
          <p:cNvSpPr txBox="1"/>
          <p:nvPr/>
        </p:nvSpPr>
        <p:spPr>
          <ns0:xfrm xmlns:ns0="http://schemas.openxmlformats.org/drawingml/2006/main">
            <ns0:off x="10106025" y="2847975"/>
            <ns0:ext cx="1152525" cy="2381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(o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, 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)</ns0:t>
            </ns0:r>
          </ns0:p>
        </p:txBody>
      </p:sp>
      <p:grpSp>
        <p:nvGrpSpPr>
          <p:cNvPr id="652" name="F1-route-295"/>
          <p:cNvGrpSpPr/>
          <p:nvPr/>
        </p:nvGrpSpPr>
        <p:grpSpPr>
          <ns1:xfrm xmlns:ns1="http://schemas.openxmlformats.org/drawingml/2006/main">
            <ns1:off x="9620726" y="2600325"/>
            <ns1:ext cx="94298" cy="561975"/>
            <ns1:chOff x="9620726" y="2600325"/>
            <ns1:chExt cx="94298" cy="561975"/>
          </ns1:xfrm>
        </p:grpSpPr>
        <p:sp>
          <p:nvSpPr>
            <p:cNvPr id="295" name="F1-route-295-0295-arrow-route">
              <a:extLst xmlns:a="http://schemas.openxmlformats.org/drawingml/2006/main">
                <a:ext uri="{FF2B5EF4-FFF2-40B4-BE49-F238E27FC236}">
                  <a16:creationId xmlns:a16="http://schemas.microsoft.com/office/drawing/2014/main" id="{5B60C897-4ED6-411C-B2D1-4D5769DAF6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67875" y="2600325"/>
              <a:ext cx="9525" cy="561975"/>
            </a:xfrm>
            <a:custGeom xmlns:a="http://schemas.openxmlformats.org/drawingml/2006/main">
              <a:pathLst>
                <a:path w="9525" h="561975">
                  <a:moveTo>
                    <a:pt x="0" y="0"/>
                  </a:moveTo>
                  <a:lnTo>
                    <a:pt x="0" y="561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2860">
              <a:solidFill>
                <a:srgbClr val="68717D"/>
              </a:solidFill>
              <a:prstDash val="solid"/>
            </a:ln>
          </p:spPr>
        </p:sp>
        <p:sp>
          <p:nvSpPr>
            <p:cNvPr id="296" name="F1-route-295-0296-custom">
              <a:extLst xmlns:a="http://schemas.openxmlformats.org/drawingml/2006/main">
                <a:ext uri="{FF2B5EF4-FFF2-40B4-BE49-F238E27FC236}">
                  <a16:creationId xmlns:a16="http://schemas.microsoft.com/office/drawing/2014/main" id="{7A1CD80A-7BD3-4E6B-9A45-692188F7F3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20726" y="3076575"/>
              <a:ext cx="94298" cy="85725"/>
            </a:xfrm>
            <a:custGeom xmlns:a="http://schemas.openxmlformats.org/drawingml/2006/main">
              <a:pathLst>
                <a:path w="94298" h="85725">
                  <a:moveTo>
                    <a:pt x="47149" y="85725"/>
                  </a:moveTo>
                  <a:lnTo>
                    <a:pt x="0" y="0"/>
                  </a:lnTo>
                  <a:lnTo>
                    <a:pt x="94298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sp>
        <p:nvSpPr>
          <p:cNvPr id="297" name="F1-0297-roundRect">
            <a:extLst xmlns:a="http://schemas.openxmlformats.org/drawingml/2006/main">
              <a:ext uri="{FF2B5EF4-FFF2-40B4-BE49-F238E27FC236}">
                <a16:creationId xmlns:a16="http://schemas.microsoft.com/office/drawing/2014/main" id="{20037F1E-07FF-4F23-AE40-756F482E14D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77350" y="3162300"/>
            <a:ext cx="2105025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2383">
            <a:solidFill>
              <a:srgbClr val="8491B4"/>
            </a:solidFill>
            <a:prstDash val="solid"/>
          </a:ln>
        </p:spPr>
      </p:sp>
      <p:sp>
        <p:nvSpPr>
          <p:cNvPr id="653" name="F1-math-983-337"/>
          <p:cNvSpPr txBox="1"/>
          <p:nvPr/>
        </p:nvSpPr>
        <p:spPr>
          <ns0:xfrm xmlns:ns0="http://schemas.openxmlformats.org/drawingml/2006/main">
            <ns0:off x="9315450" y="3209925"/>
            <ns0:ext cx="2000250" cy="3238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Standardized MSE</ns0:t>
            </ns0:r>
          </ns0:p>
        </p:txBody>
      </p:sp>
      <p:grpSp>
        <p:nvGrpSpPr>
          <p:cNvPr id="654" name="F1-route-304"/>
          <p:cNvGrpSpPr/>
          <p:nvPr/>
        </p:nvGrpSpPr>
        <p:grpSpPr>
          <ns1:xfrm xmlns:ns1="http://schemas.openxmlformats.org/drawingml/2006/main">
            <ns1:off x="10303193" y="3571875"/>
            <ns1:ext cx="62865" cy="76200"/>
            <ns1:chOff x="10303193" y="3571875"/>
            <ns1:chExt cx="62865" cy="76200"/>
          </ns1:xfrm>
        </p:grpSpPr>
        <p:sp>
          <p:nvSpPr>
            <p:cNvPr id="304" name="F1-route-304-0304-arrow-route">
              <a:extLst xmlns:a="http://schemas.openxmlformats.org/drawingml/2006/main">
                <a:ext uri="{FF2B5EF4-FFF2-40B4-BE49-F238E27FC236}">
                  <a16:creationId xmlns:a16="http://schemas.microsoft.com/office/drawing/2014/main" id="{8DA27E84-5F46-4A39-836B-4CCAF4D7A0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34625" y="3571875"/>
              <a:ext cx="9525" cy="76200"/>
            </a:xfrm>
            <a:custGeom xmlns:a="http://schemas.openxmlformats.org/drawingml/2006/main"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0955">
              <a:solidFill>
                <a:srgbClr val="7482A5"/>
              </a:solidFill>
              <a:prstDash val="dash"/>
            </a:ln>
          </p:spPr>
        </p:sp>
        <p:sp>
          <p:nvSpPr>
            <p:cNvPr id="305" name="F1-route-304-0305-custom">
              <a:extLst xmlns:a="http://schemas.openxmlformats.org/drawingml/2006/main">
                <a:ext uri="{FF2B5EF4-FFF2-40B4-BE49-F238E27FC236}">
                  <a16:creationId xmlns:a16="http://schemas.microsoft.com/office/drawing/2014/main" id="{0C09C9E0-8622-4826-BBE6-15BF1B7913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03193" y="3590925"/>
              <a:ext cx="62865" cy="57150"/>
            </a:xfrm>
            <a:custGeom xmlns:a="http://schemas.openxmlformats.org/drawingml/2006/main">
              <a:pathLst>
                <a:path w="62865" h="57150">
                  <a:moveTo>
                    <a:pt x="31432" y="57150"/>
                  </a:moveTo>
                  <a:lnTo>
                    <a:pt x="0" y="0"/>
                  </a:lnTo>
                  <a:lnTo>
                    <a:pt x="62865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306" name="F1-0306-roundRect">
            <a:extLst xmlns:a="http://schemas.openxmlformats.org/drawingml/2006/main">
              <a:ext uri="{FF2B5EF4-FFF2-40B4-BE49-F238E27FC236}">
                <a16:creationId xmlns:a16="http://schemas.microsoft.com/office/drawing/2014/main" id="{CE399119-3EB2-42D0-8375-FA61672AF00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686925" y="3629025"/>
            <a:ext cx="1495425" cy="523875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2383">
            <a:solidFill>
              <a:srgbClr val="8491B4"/>
            </a:solidFill>
            <a:prstDash val="solid"/>
          </a:ln>
        </p:spPr>
      </p:sp>
      <p:sp>
        <p:nvSpPr>
          <p:cNvPr id="307" name="F1-0307-text"/>
          <p:cNvSpPr txBox="1"/>
          <p:nvPr/>
        </p:nvSpPr>
        <p:spPr>
          <ns0:xfrm xmlns:ns0="http://schemas.openxmlformats.org/drawingml/2006/main">
            <ns0:off x="9734550" y="3667125"/>
            <ns0:ext cx="1400175" cy="2819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MSE loss</ns0:t>
            </ns0:r>
          </ns0:p>
        </p:txBody>
      </p:sp>
      <p:sp>
        <p:nvSpPr>
          <p:cNvPr id="308" name="F1-0308-text"/>
          <p:cNvSpPr txBox="1"/>
          <p:nvPr/>
        </p:nvSpPr>
        <p:spPr>
          <ns0:xfrm xmlns:ns0="http://schemas.openxmlformats.org/drawingml/2006/main">
            <ns0:off x="9753600" y="3905250"/>
            <ns0:ext cx="1362075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(fit folds only)</ns0:t>
            </ns0:r>
          </ns0:p>
        </p:txBody>
      </p:sp>
      <p:sp>
        <p:nvSpPr>
          <p:cNvPr id="309" name="F1-0309-roundRect">
            <a:extLst xmlns:a="http://schemas.openxmlformats.org/drawingml/2006/main">
              <a:ext uri="{FF2B5EF4-FFF2-40B4-BE49-F238E27FC236}">
                <a16:creationId xmlns:a16="http://schemas.microsoft.com/office/drawing/2014/main" id="{C1D7D65F-1CD2-40FE-857D-966DF07A544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76875" y="4152900"/>
            <a:ext cx="59817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310" name="F1-0310-text"/>
          <p:cNvSpPr txBox="1"/>
          <p:nvPr/>
        </p:nvSpPr>
        <p:spPr>
          <ns0:xfrm xmlns:ns0="http://schemas.openxmlformats.org/drawingml/2006/main">
            <ns0:off x="5619750" y="4200525"/>
            <ns0:ext cx="3476625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Out-of-episode calibration</ns0:t>
            </ns0:r>
          </ns0:p>
        </p:txBody>
      </p:sp>
      <p:sp>
        <p:nvSpPr>
          <p:cNvPr id="311" name="F1-0311-roundRect">
            <a:extLst xmlns:a="http://schemas.openxmlformats.org/drawingml/2006/main">
              <a:ext uri="{FF2B5EF4-FFF2-40B4-BE49-F238E27FC236}">
                <a16:creationId xmlns:a16="http://schemas.microsoft.com/office/drawing/2014/main" id="{CF82EE7E-5ECD-4831-8E06-1DE3D51B54D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62625" y="4476750"/>
            <a:ext cx="2762250" cy="581025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2383">
            <a:solidFill>
              <a:srgbClr val="DFAE9F"/>
            </a:solidFill>
            <a:prstDash val="solid"/>
          </a:ln>
        </p:spPr>
      </p:sp>
      <p:sp>
        <p:nvSpPr>
          <p:cNvPr id="312" name="F1-0312-line">
            <a:extLst xmlns:a="http://schemas.openxmlformats.org/drawingml/2006/main">
              <a:ext uri="{FF2B5EF4-FFF2-40B4-BE49-F238E27FC236}">
                <a16:creationId xmlns:a16="http://schemas.microsoft.com/office/drawing/2014/main" id="{22179DE6-3C4C-4B58-BA53-0E6903A74EF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72150" y="4762500"/>
            <a:ext cx="2743200" cy="9525"/>
          </a:xfrm>
          <a:custGeom xmlns:a="http://schemas.openxmlformats.org/drawingml/2006/main">
            <a:pathLst>
              <a:path w="2743200" h="9525">
                <a:moveTo>
                  <a:pt x="0" y="0"/>
                </a:moveTo>
                <a:lnTo>
                  <a:pt x="274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C5488"/>
            </a:solidFill>
            <a:prstDash val="solid"/>
          </a:ln>
        </p:spPr>
      </p:sp>
      <p:sp>
        <p:nvSpPr>
          <p:cNvPr id="313" name="F1-0313-text"/>
          <p:cNvSpPr txBox="1"/>
          <p:nvPr/>
        </p:nvSpPr>
        <p:spPr>
          <ns0:xfrm xmlns:ns0="http://schemas.openxmlformats.org/drawingml/2006/main">
            <ns0:off x="5886450" y="4505325"/>
            <ns0:ext cx="2514600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Inputs: excluded fold</ns0:t>
            </ns0:r>
          </ns0:p>
        </p:txBody>
      </p:sp>
      <p:sp>
        <p:nvSpPr>
          <p:cNvPr id="314" name="F1-0314-text"/>
          <p:cNvSpPr txBox="1"/>
          <p:nvPr/>
        </p:nvSpPr>
        <p:spPr>
          <ns0:xfrm xmlns:ns0="http://schemas.openxmlformats.org/drawingml/2006/main">
            <ns0:off x="5857875" y="4772025"/>
            <ns0:ext cx="2590800" cy="2667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Policy fitted on the other 32</ns0:t>
            </ns0:r>
          </ns0:p>
        </p:txBody>
      </p:sp>
      <p:sp>
        <p:nvSpPr>
          <p:cNvPr id="315" name="F1-0315-roundRect">
            <a:extLst xmlns:a="http://schemas.openxmlformats.org/drawingml/2006/main">
              <a:ext uri="{FF2B5EF4-FFF2-40B4-BE49-F238E27FC236}">
                <a16:creationId xmlns:a16="http://schemas.microsoft.com/office/drawing/2014/main" id="{28E5A21C-AD84-4E77-832D-A13326708FA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29275" y="5124450"/>
            <a:ext cx="1781175" cy="581025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2383">
            <a:solidFill>
              <a:srgbClr val="DFAE9F"/>
            </a:solidFill>
            <a:prstDash val="solid"/>
          </a:ln>
        </p:spPr>
      </p:sp>
      <p:sp>
        <p:nvSpPr>
          <p:cNvPr id="655" name="F1-math-639-542"/>
          <p:cNvSpPr txBox="1"/>
          <p:nvPr/>
        </p:nvSpPr>
        <p:spPr>
          <ns0:xfrm xmlns:ns0="http://schemas.openxmlformats.org/drawingml/2006/main">
            <ns0:off x="5819775" y="5162550"/>
            <ns0:ext cx="1428750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q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21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· 14-D</ns0:t>
            </ns0:r>
          </ns0:p>
        </p:txBody>
      </p:sp>
      <p:sp>
        <p:nvSpPr>
          <p:cNvPr id="318" name="F1-0318-text"/>
          <p:cNvSpPr txBox="1"/>
          <p:nvPr/>
        </p:nvSpPr>
        <p:spPr>
          <ns0:xfrm xmlns:ns0="http://schemas.openxmlformats.org/drawingml/2006/main">
            <ns0:off x="5946775" y="5448300"/>
            <ns0:ext cx="1136650" cy="2819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(robot state)</ns0:t>
            </ns0:r>
          </ns0:p>
        </p:txBody>
      </p:sp>
      <p:sp>
        <p:nvSpPr>
          <p:cNvPr id="319" name="F1-0319-roundRect">
            <a:extLst xmlns:a="http://schemas.openxmlformats.org/drawingml/2006/main">
              <a:ext uri="{FF2B5EF4-FFF2-40B4-BE49-F238E27FC236}">
                <a16:creationId xmlns:a16="http://schemas.microsoft.com/office/drawing/2014/main" id="{9BBB069F-30A0-4EA6-998F-0BB43D79A4B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29275" y="5753100"/>
            <a:ext cx="1781175" cy="56197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656" name="F1-math-611-608"/>
          <p:cNvSpPr txBox="1"/>
          <p:nvPr/>
        </p:nvSpPr>
        <p:spPr>
          <ns0:xfrm xmlns:ns0="http://schemas.openxmlformats.org/drawingml/2006/main">
            <ns0:off x="5762625" y="5772150"/>
            <ns0:ext cx="1504950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p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· 3/6-D</ns0:t>
            </ns0:r>
          </ns0:p>
        </p:txBody>
      </p:sp>
      <p:sp>
        <p:nvSpPr>
          <p:cNvPr id="323" name="F1-0323-text"/>
          <p:cNvSpPr txBox="1"/>
          <p:nvPr/>
        </p:nvSpPr>
        <p:spPr>
          <ns0:xfrm xmlns:ns0="http://schemas.openxmlformats.org/drawingml/2006/main">
            <ns0:off x="5695950" y="6057900"/>
            <ns0:ext cx="1647825" cy="23878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(object position)</ns0:t>
            </ns0:r>
          </ns0:p>
        </p:txBody>
      </p:sp>
      <p:sp>
        <p:nvSpPr>
          <p:cNvPr id="324" name="F1-0324-roundRect">
            <a:extLst xmlns:a="http://schemas.openxmlformats.org/drawingml/2006/main">
              <a:ext uri="{FF2B5EF4-FFF2-40B4-BE49-F238E27FC236}">
                <a16:creationId xmlns:a16="http://schemas.microsoft.com/office/drawing/2014/main" id="{3CE87617-D0FF-46D3-BFF0-51459CDB3FE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29275" y="6400800"/>
            <a:ext cx="1781175" cy="56197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325" name="F1-math-609-676-0325-text"/>
          <p:cNvSpPr txBox="1"/>
          <p:nvPr/>
        </p:nvSpPr>
        <p:spPr>
          <ns0:xfrm xmlns:ns0="http://schemas.openxmlformats.org/drawingml/2006/main">
            <ns0:off x="5819775" y="6429375"/>
            <ns0:ext cx="1428750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t/T · 1-D</ns0:t>
            </ns0:r>
          </ns0:p>
        </p:txBody>
      </p:sp>
      <p:sp>
        <p:nvSpPr>
          <p:cNvPr id="326" name="F1-0326-text"/>
          <p:cNvSpPr txBox="1"/>
          <p:nvPr/>
        </p:nvSpPr>
        <p:spPr>
          <ns0:xfrm xmlns:ns0="http://schemas.openxmlformats.org/drawingml/2006/main">
            <ns0:off x="5800725" y="6705600"/>
            <ns0:ext cx="1428750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(elapsed time)</ns0:t>
            </ns0:r>
          </ns0:p>
        </p:txBody>
      </p:sp>
      <p:sp>
        <p:nvSpPr>
          <p:cNvPr id="327" name="F1-0327-roundRect">
            <a:extLst xmlns:a="http://schemas.openxmlformats.org/drawingml/2006/main">
              <a:ext uri="{FF2B5EF4-FFF2-40B4-BE49-F238E27FC236}">
                <a16:creationId xmlns:a16="http://schemas.microsoft.com/office/drawing/2014/main" id="{E01D7735-D9C3-4DE1-A965-7CD8C6CE9AB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715250" y="5124450"/>
            <a:ext cx="1638300" cy="1838325"/>
          </a:xfrm>
          <a:prstGeom xmlns:a="http://schemas.openxmlformats.org/drawingml/2006/main" prst="roundRect">
            <a:avLst>
              <a:gd name="adj" fmla="val 5233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2383">
            <a:solidFill>
              <a:srgbClr val="8491B4"/>
            </a:solidFill>
            <a:prstDash val="solid"/>
          </a:ln>
        </p:spPr>
      </p:sp>
      <p:sp>
        <p:nvSpPr>
          <p:cNvPr id="657" name="F1-math-854-545"/>
          <p:cNvSpPr txBox="1"/>
          <p:nvPr/>
        </p:nvSpPr>
        <p:spPr>
          <ns0:xfrm xmlns:ns0="http://schemas.openxmlformats.org/drawingml/2006/main">
            <ns0:off x="8029575" y="5191125"/>
            <ns0:ext cx="990600" cy="3619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4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−fold</ns0:t>
            </ns0:r>
          </ns0:p>
        </p:txBody>
      </p:sp>
      <p:sp>
        <p:nvSpPr>
          <p:cNvPr id="330" name="F1-0330-text"/>
          <p:cNvSpPr txBox="1"/>
          <p:nvPr/>
        </p:nvSpPr>
        <p:spPr>
          <ns0:xfrm xmlns:ns0="http://schemas.openxmlformats.org/drawingml/2006/main">
            <ns0:off x="7683500" y="5562600"/>
            <ns0:ext cx="1625600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(auxiliary MLP)</ns0:t>
            </ns0:r>
          </ns0:p>
        </p:txBody>
      </p:sp>
      <p:sp>
        <p:nvSpPr>
          <p:cNvPr id="331" name="F1-0331-line">
            <a:extLst xmlns:a="http://schemas.openxmlformats.org/drawingml/2006/main">
              <a:ext uri="{FF2B5EF4-FFF2-40B4-BE49-F238E27FC236}">
                <a16:creationId xmlns:a16="http://schemas.microsoft.com/office/drawing/2014/main" id="{AEF6CF59-1A78-4A81-A752-8E889DD161D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58150" y="5924550"/>
            <a:ext cx="466725" cy="161925"/>
          </a:xfrm>
          <a:custGeom xmlns:a="http://schemas.openxmlformats.org/drawingml/2006/main">
            <a:pathLst>
              <a:path w="466725" h="161925">
                <a:moveTo>
                  <a:pt x="0" y="161925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32" name="F1-0332-line">
            <a:extLst xmlns:a="http://schemas.openxmlformats.org/drawingml/2006/main">
              <a:ext uri="{FF2B5EF4-FFF2-40B4-BE49-F238E27FC236}">
                <a16:creationId xmlns:a16="http://schemas.microsoft.com/office/drawing/2014/main" id="{0D19CFC9-3C3F-4D0B-892A-31F3DA8A367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58150" y="6086475"/>
            <a:ext cx="466725" cy="105251"/>
          </a:xfrm>
          <a:custGeom xmlns:a="http://schemas.openxmlformats.org/drawingml/2006/main">
            <a:pathLst>
              <a:path w="466725" h="105251">
                <a:moveTo>
                  <a:pt x="0" y="0"/>
                </a:moveTo>
                <a:lnTo>
                  <a:pt x="466725" y="105251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33" name="F1-0333-line">
            <a:extLst xmlns:a="http://schemas.openxmlformats.org/drawingml/2006/main">
              <a:ext uri="{FF2B5EF4-FFF2-40B4-BE49-F238E27FC236}">
                <a16:creationId xmlns:a16="http://schemas.microsoft.com/office/drawing/2014/main" id="{1B41E2CF-0F42-4FA2-846C-BAC18D79C43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58150" y="6086475"/>
            <a:ext cx="466725" cy="380524"/>
          </a:xfrm>
          <a:custGeom xmlns:a="http://schemas.openxmlformats.org/drawingml/2006/main">
            <a:pathLst>
              <a:path w="466725" h="380524">
                <a:moveTo>
                  <a:pt x="0" y="0"/>
                </a:moveTo>
                <a:lnTo>
                  <a:pt x="466725" y="380524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34" name="F1-0334-line">
            <a:extLst xmlns:a="http://schemas.openxmlformats.org/drawingml/2006/main">
              <a:ext uri="{FF2B5EF4-FFF2-40B4-BE49-F238E27FC236}">
                <a16:creationId xmlns:a16="http://schemas.microsoft.com/office/drawing/2014/main" id="{339D1079-DFCA-41B7-AEE1-5523B3ED73D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58150" y="6086475"/>
            <a:ext cx="466725" cy="647700"/>
          </a:xfrm>
          <a:custGeom xmlns:a="http://schemas.openxmlformats.org/drawingml/2006/main">
            <a:pathLst>
              <a:path w="466725" h="647700">
                <a:moveTo>
                  <a:pt x="0" y="0"/>
                </a:moveTo>
                <a:lnTo>
                  <a:pt x="466725" y="6477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35" name="F1-0335-line">
            <a:extLst xmlns:a="http://schemas.openxmlformats.org/drawingml/2006/main">
              <a:ext uri="{FF2B5EF4-FFF2-40B4-BE49-F238E27FC236}">
                <a16:creationId xmlns:a16="http://schemas.microsoft.com/office/drawing/2014/main" id="{2A841299-B225-4CE0-A4CA-45BCD0195C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58150" y="5924550"/>
            <a:ext cx="466725" cy="404813"/>
          </a:xfrm>
          <a:custGeom xmlns:a="http://schemas.openxmlformats.org/drawingml/2006/main">
            <a:pathLst>
              <a:path w="466725" h="404813">
                <a:moveTo>
                  <a:pt x="0" y="404813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36" name="F1-0336-line">
            <a:extLst xmlns:a="http://schemas.openxmlformats.org/drawingml/2006/main">
              <a:ext uri="{FF2B5EF4-FFF2-40B4-BE49-F238E27FC236}">
                <a16:creationId xmlns:a16="http://schemas.microsoft.com/office/drawing/2014/main" id="{8C6A0C35-EF42-4B55-99C4-BAF13FC6473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58150" y="6191726"/>
            <a:ext cx="466725" cy="137636"/>
          </a:xfrm>
          <a:custGeom xmlns:a="http://schemas.openxmlformats.org/drawingml/2006/main">
            <a:pathLst>
              <a:path w="466725" h="137636">
                <a:moveTo>
                  <a:pt x="0" y="137636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37" name="F1-0337-line">
            <a:extLst xmlns:a="http://schemas.openxmlformats.org/drawingml/2006/main">
              <a:ext uri="{FF2B5EF4-FFF2-40B4-BE49-F238E27FC236}">
                <a16:creationId xmlns:a16="http://schemas.microsoft.com/office/drawing/2014/main" id="{BF583BAB-CBF4-4B8D-8646-709B28F2BA5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58150" y="6329363"/>
            <a:ext cx="466725" cy="137636"/>
          </a:xfrm>
          <a:custGeom xmlns:a="http://schemas.openxmlformats.org/drawingml/2006/main">
            <a:pathLst>
              <a:path w="466725" h="137636">
                <a:moveTo>
                  <a:pt x="0" y="0"/>
                </a:moveTo>
                <a:lnTo>
                  <a:pt x="466725" y="137636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38" name="F1-0338-line">
            <a:extLst xmlns:a="http://schemas.openxmlformats.org/drawingml/2006/main">
              <a:ext uri="{FF2B5EF4-FFF2-40B4-BE49-F238E27FC236}">
                <a16:creationId xmlns:a16="http://schemas.microsoft.com/office/drawing/2014/main" id="{6F215D86-43A7-417E-A210-75FC21324B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58150" y="6329363"/>
            <a:ext cx="466725" cy="404813"/>
          </a:xfrm>
          <a:custGeom xmlns:a="http://schemas.openxmlformats.org/drawingml/2006/main">
            <a:pathLst>
              <a:path w="466725" h="404813">
                <a:moveTo>
                  <a:pt x="0" y="0"/>
                </a:moveTo>
                <a:lnTo>
                  <a:pt x="466725" y="404813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39" name="F1-0339-line">
            <a:extLst xmlns:a="http://schemas.openxmlformats.org/drawingml/2006/main">
              <a:ext uri="{FF2B5EF4-FFF2-40B4-BE49-F238E27FC236}">
                <a16:creationId xmlns:a16="http://schemas.microsoft.com/office/drawing/2014/main" id="{B4AC0EEC-7760-4D89-BC43-AB7396D633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58150" y="5924550"/>
            <a:ext cx="466725" cy="647700"/>
          </a:xfrm>
          <a:custGeom xmlns:a="http://schemas.openxmlformats.org/drawingml/2006/main">
            <a:pathLst>
              <a:path w="466725" h="647700">
                <a:moveTo>
                  <a:pt x="0" y="647700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40" name="F1-0340-line">
            <a:extLst xmlns:a="http://schemas.openxmlformats.org/drawingml/2006/main">
              <a:ext uri="{FF2B5EF4-FFF2-40B4-BE49-F238E27FC236}">
                <a16:creationId xmlns:a16="http://schemas.microsoft.com/office/drawing/2014/main" id="{798B088C-7A0F-4B92-BCE0-46CE8E8194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58150" y="6191726"/>
            <a:ext cx="466725" cy="380524"/>
          </a:xfrm>
          <a:custGeom xmlns:a="http://schemas.openxmlformats.org/drawingml/2006/main">
            <a:pathLst>
              <a:path w="466725" h="380524">
                <a:moveTo>
                  <a:pt x="0" y="380524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41" name="F1-0341-line">
            <a:extLst xmlns:a="http://schemas.openxmlformats.org/drawingml/2006/main">
              <a:ext uri="{FF2B5EF4-FFF2-40B4-BE49-F238E27FC236}">
                <a16:creationId xmlns:a16="http://schemas.microsoft.com/office/drawing/2014/main" id="{EAC5C6A1-E0D4-40AA-90B0-E4CDBEFEEE9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58150" y="6466999"/>
            <a:ext cx="466725" cy="105251"/>
          </a:xfrm>
          <a:custGeom xmlns:a="http://schemas.openxmlformats.org/drawingml/2006/main">
            <a:pathLst>
              <a:path w="466725" h="105251">
                <a:moveTo>
                  <a:pt x="0" y="105251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42" name="F1-0342-line">
            <a:extLst xmlns:a="http://schemas.openxmlformats.org/drawingml/2006/main">
              <a:ext uri="{FF2B5EF4-FFF2-40B4-BE49-F238E27FC236}">
                <a16:creationId xmlns:a16="http://schemas.microsoft.com/office/drawing/2014/main" id="{D833385E-292A-4055-B3B1-9A4E21F3CC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58150" y="6572250"/>
            <a:ext cx="466725" cy="161925"/>
          </a:xfrm>
          <a:custGeom xmlns:a="http://schemas.openxmlformats.org/drawingml/2006/main">
            <a:pathLst>
              <a:path w="466725" h="161925">
                <a:moveTo>
                  <a:pt x="0" y="0"/>
                </a:moveTo>
                <a:lnTo>
                  <a:pt x="466725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43" name="F1-0343-line">
            <a:extLst xmlns:a="http://schemas.openxmlformats.org/drawingml/2006/main">
              <a:ext uri="{FF2B5EF4-FFF2-40B4-BE49-F238E27FC236}">
                <a16:creationId xmlns:a16="http://schemas.microsoft.com/office/drawing/2014/main" id="{61B4D933-B591-40C5-AD91-F374A231FEC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24875" y="5924550"/>
            <a:ext cx="466725" cy="161925"/>
          </a:xfrm>
          <a:custGeom xmlns:a="http://schemas.openxmlformats.org/drawingml/2006/main">
            <a:pathLst>
              <a:path w="466725" h="161925">
                <a:moveTo>
                  <a:pt x="0" y="0"/>
                </a:moveTo>
                <a:lnTo>
                  <a:pt x="466725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44" name="F1-0344-line">
            <a:extLst xmlns:a="http://schemas.openxmlformats.org/drawingml/2006/main">
              <a:ext uri="{FF2B5EF4-FFF2-40B4-BE49-F238E27FC236}">
                <a16:creationId xmlns:a16="http://schemas.microsoft.com/office/drawing/2014/main" id="{44918ADD-B900-4B3E-A9CD-8320E16ED6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24875" y="5924550"/>
            <a:ext cx="466725" cy="404813"/>
          </a:xfrm>
          <a:custGeom xmlns:a="http://schemas.openxmlformats.org/drawingml/2006/main">
            <a:pathLst>
              <a:path w="466725" h="404813">
                <a:moveTo>
                  <a:pt x="0" y="0"/>
                </a:moveTo>
                <a:lnTo>
                  <a:pt x="466725" y="404813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45" name="F1-0345-line">
            <a:extLst xmlns:a="http://schemas.openxmlformats.org/drawingml/2006/main">
              <a:ext uri="{FF2B5EF4-FFF2-40B4-BE49-F238E27FC236}">
                <a16:creationId xmlns:a16="http://schemas.microsoft.com/office/drawing/2014/main" id="{B064CBA7-26B6-46B5-BD5B-0C3A483407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24875" y="5924550"/>
            <a:ext cx="466725" cy="647700"/>
          </a:xfrm>
          <a:custGeom xmlns:a="http://schemas.openxmlformats.org/drawingml/2006/main">
            <a:pathLst>
              <a:path w="466725" h="647700">
                <a:moveTo>
                  <a:pt x="0" y="0"/>
                </a:moveTo>
                <a:lnTo>
                  <a:pt x="466725" y="6477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46" name="F1-0346-line">
            <a:extLst xmlns:a="http://schemas.openxmlformats.org/drawingml/2006/main">
              <a:ext uri="{FF2B5EF4-FFF2-40B4-BE49-F238E27FC236}">
                <a16:creationId xmlns:a16="http://schemas.microsoft.com/office/drawing/2014/main" id="{57563AF4-AFD9-4686-A2FC-B070435D4E6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24875" y="6086475"/>
            <a:ext cx="466725" cy="105251"/>
          </a:xfrm>
          <a:custGeom xmlns:a="http://schemas.openxmlformats.org/drawingml/2006/main">
            <a:pathLst>
              <a:path w="466725" h="105251">
                <a:moveTo>
                  <a:pt x="0" y="105251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47" name="F1-0347-line">
            <a:extLst xmlns:a="http://schemas.openxmlformats.org/drawingml/2006/main">
              <a:ext uri="{FF2B5EF4-FFF2-40B4-BE49-F238E27FC236}">
                <a16:creationId xmlns:a16="http://schemas.microsoft.com/office/drawing/2014/main" id="{482AAEBD-FB43-4492-BF95-5809AA2E70C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24875" y="6191726"/>
            <a:ext cx="466725" cy="137636"/>
          </a:xfrm>
          <a:custGeom xmlns:a="http://schemas.openxmlformats.org/drawingml/2006/main">
            <a:pathLst>
              <a:path w="466725" h="137636">
                <a:moveTo>
                  <a:pt x="0" y="0"/>
                </a:moveTo>
                <a:lnTo>
                  <a:pt x="466725" y="137636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48" name="F1-0348-line">
            <a:extLst xmlns:a="http://schemas.openxmlformats.org/drawingml/2006/main">
              <a:ext uri="{FF2B5EF4-FFF2-40B4-BE49-F238E27FC236}">
                <a16:creationId xmlns:a16="http://schemas.microsoft.com/office/drawing/2014/main" id="{EA29B8DF-771C-4BBE-8ADD-B814C618D13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24875" y="6191726"/>
            <a:ext cx="466725" cy="380524"/>
          </a:xfrm>
          <a:custGeom xmlns:a="http://schemas.openxmlformats.org/drawingml/2006/main">
            <a:pathLst>
              <a:path w="466725" h="380524">
                <a:moveTo>
                  <a:pt x="0" y="0"/>
                </a:moveTo>
                <a:lnTo>
                  <a:pt x="466725" y="380524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49" name="F1-0349-line">
            <a:extLst xmlns:a="http://schemas.openxmlformats.org/drawingml/2006/main">
              <a:ext uri="{FF2B5EF4-FFF2-40B4-BE49-F238E27FC236}">
                <a16:creationId xmlns:a16="http://schemas.microsoft.com/office/drawing/2014/main" id="{A74C0686-B9E9-424E-88EF-3DEE21652D0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24875" y="6086475"/>
            <a:ext cx="466725" cy="380524"/>
          </a:xfrm>
          <a:custGeom xmlns:a="http://schemas.openxmlformats.org/drawingml/2006/main">
            <a:pathLst>
              <a:path w="466725" h="380524">
                <a:moveTo>
                  <a:pt x="0" y="380524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50" name="F1-0350-line">
            <a:extLst xmlns:a="http://schemas.openxmlformats.org/drawingml/2006/main">
              <a:ext uri="{FF2B5EF4-FFF2-40B4-BE49-F238E27FC236}">
                <a16:creationId xmlns:a16="http://schemas.microsoft.com/office/drawing/2014/main" id="{EA47BE6D-408F-421C-ABB5-491485EFFB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24875" y="6329363"/>
            <a:ext cx="466725" cy="137636"/>
          </a:xfrm>
          <a:custGeom xmlns:a="http://schemas.openxmlformats.org/drawingml/2006/main">
            <a:pathLst>
              <a:path w="466725" h="137636">
                <a:moveTo>
                  <a:pt x="0" y="137636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51" name="F1-0351-line">
            <a:extLst xmlns:a="http://schemas.openxmlformats.org/drawingml/2006/main">
              <a:ext uri="{FF2B5EF4-FFF2-40B4-BE49-F238E27FC236}">
                <a16:creationId xmlns:a16="http://schemas.microsoft.com/office/drawing/2014/main" id="{9B839B7B-4E80-4631-913F-E557A3262B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24875" y="6466999"/>
            <a:ext cx="466725" cy="105251"/>
          </a:xfrm>
          <a:custGeom xmlns:a="http://schemas.openxmlformats.org/drawingml/2006/main">
            <a:pathLst>
              <a:path w="466725" h="105251">
                <a:moveTo>
                  <a:pt x="0" y="0"/>
                </a:moveTo>
                <a:lnTo>
                  <a:pt x="466725" y="105251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52" name="F1-0352-line">
            <a:extLst xmlns:a="http://schemas.openxmlformats.org/drawingml/2006/main">
              <a:ext uri="{FF2B5EF4-FFF2-40B4-BE49-F238E27FC236}">
                <a16:creationId xmlns:a16="http://schemas.microsoft.com/office/drawing/2014/main" id="{C18534A1-E31D-4E20-A38A-CEBE7077C52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24875" y="6086475"/>
            <a:ext cx="466725" cy="647700"/>
          </a:xfrm>
          <a:custGeom xmlns:a="http://schemas.openxmlformats.org/drawingml/2006/main">
            <a:pathLst>
              <a:path w="466725" h="647700">
                <a:moveTo>
                  <a:pt x="0" y="647700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53" name="F1-0353-line">
            <a:extLst xmlns:a="http://schemas.openxmlformats.org/drawingml/2006/main">
              <a:ext uri="{FF2B5EF4-FFF2-40B4-BE49-F238E27FC236}">
                <a16:creationId xmlns:a16="http://schemas.microsoft.com/office/drawing/2014/main" id="{025E9BB4-E47A-4A7B-8B4A-B26E78FAC7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24875" y="6329363"/>
            <a:ext cx="466725" cy="404813"/>
          </a:xfrm>
          <a:custGeom xmlns:a="http://schemas.openxmlformats.org/drawingml/2006/main">
            <a:pathLst>
              <a:path w="466725" h="404813">
                <a:moveTo>
                  <a:pt x="0" y="404813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54" name="F1-0354-line">
            <a:extLst xmlns:a="http://schemas.openxmlformats.org/drawingml/2006/main">
              <a:ext uri="{FF2B5EF4-FFF2-40B4-BE49-F238E27FC236}">
                <a16:creationId xmlns:a16="http://schemas.microsoft.com/office/drawing/2014/main" id="{097C63E2-02DD-4AA3-8C55-383D6A6CA92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24875" y="6572250"/>
            <a:ext cx="466725" cy="161925"/>
          </a:xfrm>
          <a:custGeom xmlns:a="http://schemas.openxmlformats.org/drawingml/2006/main">
            <a:pathLst>
              <a:path w="466725" h="161925">
                <a:moveTo>
                  <a:pt x="0" y="161925"/>
                </a:move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8717D">
                <a:alpha val="45000"/>
              </a:srgbClr>
            </a:solidFill>
            <a:prstDash val="solid"/>
          </a:ln>
        </p:spPr>
      </p:sp>
      <p:sp>
        <p:nvSpPr>
          <p:cNvPr id="355" name="F1-0355-ellipse">
            <a:extLst xmlns:a="http://schemas.openxmlformats.org/drawingml/2006/main">
              <a:ext uri="{FF2B5EF4-FFF2-40B4-BE49-F238E27FC236}">
                <a16:creationId xmlns:a16="http://schemas.microsoft.com/office/drawing/2014/main" id="{4F5ED117-5614-4324-93C8-4A216D17D4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53375" y="5981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8717D"/>
            </a:solidFill>
          </a:ln>
        </p:spPr>
      </p:sp>
      <p:sp>
        <p:nvSpPr>
          <p:cNvPr id="356" name="F1-0356-ellipse">
            <a:extLst xmlns:a="http://schemas.openxmlformats.org/drawingml/2006/main">
              <a:ext uri="{FF2B5EF4-FFF2-40B4-BE49-F238E27FC236}">
                <a16:creationId xmlns:a16="http://schemas.microsoft.com/office/drawing/2014/main" id="{75F6BB46-5FDD-496F-A93D-ABC1FE3C0F1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53375" y="6224588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8717D"/>
            </a:solidFill>
          </a:ln>
        </p:spPr>
      </p:sp>
      <p:sp>
        <p:nvSpPr>
          <p:cNvPr id="357" name="F1-0357-ellipse">
            <a:extLst xmlns:a="http://schemas.openxmlformats.org/drawingml/2006/main">
              <a:ext uri="{FF2B5EF4-FFF2-40B4-BE49-F238E27FC236}">
                <a16:creationId xmlns:a16="http://schemas.microsoft.com/office/drawing/2014/main" id="{738120B2-C409-4675-B4E0-63E631CADEA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53375" y="6467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8717D"/>
            </a:solidFill>
          </a:ln>
        </p:spPr>
      </p:sp>
      <p:sp>
        <p:nvSpPr>
          <p:cNvPr id="358" name="F1-0358-ellipse">
            <a:extLst xmlns:a="http://schemas.openxmlformats.org/drawingml/2006/main">
              <a:ext uri="{FF2B5EF4-FFF2-40B4-BE49-F238E27FC236}">
                <a16:creationId xmlns:a16="http://schemas.microsoft.com/office/drawing/2014/main" id="{774EEB83-6F60-4B1E-BAF8-327814816B5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20100" y="5819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8717D"/>
            </a:solidFill>
          </a:ln>
        </p:spPr>
      </p:sp>
      <p:sp>
        <p:nvSpPr>
          <p:cNvPr id="359" name="F1-0359-ellipse">
            <a:extLst xmlns:a="http://schemas.openxmlformats.org/drawingml/2006/main">
              <a:ext uri="{FF2B5EF4-FFF2-40B4-BE49-F238E27FC236}">
                <a16:creationId xmlns:a16="http://schemas.microsoft.com/office/drawing/2014/main" id="{1FED6896-1F5D-4D02-9A68-710E17D99AA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20100" y="6086951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8717D"/>
            </a:solidFill>
          </a:ln>
        </p:spPr>
      </p:sp>
      <p:sp>
        <p:nvSpPr>
          <p:cNvPr id="360" name="F1-0360-ellipse">
            <a:extLst xmlns:a="http://schemas.openxmlformats.org/drawingml/2006/main">
              <a:ext uri="{FF2B5EF4-FFF2-40B4-BE49-F238E27FC236}">
                <a16:creationId xmlns:a16="http://schemas.microsoft.com/office/drawing/2014/main" id="{7F754B4F-34CB-42A3-882F-7CF924C5C7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20100" y="6362224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8717D"/>
            </a:solidFill>
          </a:ln>
        </p:spPr>
      </p:sp>
      <p:sp>
        <p:nvSpPr>
          <p:cNvPr id="361" name="F1-0361-ellipse">
            <a:extLst xmlns:a="http://schemas.openxmlformats.org/drawingml/2006/main">
              <a:ext uri="{FF2B5EF4-FFF2-40B4-BE49-F238E27FC236}">
                <a16:creationId xmlns:a16="http://schemas.microsoft.com/office/drawing/2014/main" id="{035B3D36-904E-475B-9750-BC8E1C52AA0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20100" y="6629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8717D"/>
            </a:solidFill>
          </a:ln>
        </p:spPr>
      </p:sp>
      <p:sp>
        <p:nvSpPr>
          <p:cNvPr id="362" name="F1-0362-ellipse">
            <a:extLst xmlns:a="http://schemas.openxmlformats.org/drawingml/2006/main">
              <a:ext uri="{FF2B5EF4-FFF2-40B4-BE49-F238E27FC236}">
                <a16:creationId xmlns:a16="http://schemas.microsoft.com/office/drawing/2014/main" id="{E843B6BE-5F73-4DBD-A1F3-EBC5023DE7A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886825" y="5981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8717D"/>
            </a:solidFill>
          </a:ln>
        </p:spPr>
      </p:sp>
      <p:sp>
        <p:nvSpPr>
          <p:cNvPr id="363" name="F1-0363-ellipse">
            <a:extLst xmlns:a="http://schemas.openxmlformats.org/drawingml/2006/main">
              <a:ext uri="{FF2B5EF4-FFF2-40B4-BE49-F238E27FC236}">
                <a16:creationId xmlns:a16="http://schemas.microsoft.com/office/drawing/2014/main" id="{83390B0C-4218-481C-B002-CB48F6B500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886825" y="6224588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8717D"/>
            </a:solidFill>
          </a:ln>
        </p:spPr>
      </p:sp>
      <p:sp>
        <p:nvSpPr>
          <p:cNvPr id="364" name="F1-0364-ellipse">
            <a:extLst xmlns:a="http://schemas.openxmlformats.org/drawingml/2006/main">
              <a:ext uri="{FF2B5EF4-FFF2-40B4-BE49-F238E27FC236}">
                <a16:creationId xmlns:a16="http://schemas.microsoft.com/office/drawing/2014/main" id="{17AB856C-60C2-4C96-87C7-62471707935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886825" y="6467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8717D"/>
            </a:solidFill>
          </a:ln>
        </p:spPr>
      </p:sp>
      <p:grpSp>
        <p:nvGrpSpPr>
          <p:cNvPr id="658" name="F1-route-365"/>
          <p:cNvGrpSpPr/>
          <p:nvPr/>
        </p:nvGrpSpPr>
        <p:grpSpPr>
          <ns1:xfrm xmlns:ns1="http://schemas.openxmlformats.org/drawingml/2006/main">
            <ns1:off x="7410450" y="5353621"/>
            <ns1:ext cx="304800" cy="113157"/>
            <ns1:chOff x="7410450" y="5353621"/>
            <ns1:chExt cx="304800" cy="113157"/>
          </ns1:xfrm>
        </p:grpSpPr>
        <p:sp>
          <p:nvSpPr>
            <p:cNvPr id="365" name="F1-route-365-0365-arrow-route">
              <a:extLst xmlns:a="http://schemas.openxmlformats.org/drawingml/2006/main">
                <a:ext uri="{FF2B5EF4-FFF2-40B4-BE49-F238E27FC236}">
                  <a16:creationId xmlns:a16="http://schemas.microsoft.com/office/drawing/2014/main" id="{463E0AEC-D617-4B84-B6E1-829ED25B4D2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10450" y="5410200"/>
              <a:ext cx="304800" cy="9525"/>
            </a:xfrm>
            <a:custGeom xmlns:a="http://schemas.openxmlformats.org/drawingml/2006/main"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C47156"/>
              </a:solidFill>
              <a:prstDash val="solid"/>
            </a:ln>
          </p:spPr>
        </p:sp>
        <p:sp>
          <p:nvSpPr>
            <p:cNvPr id="366" name="F1-route-365-0366-custom">
              <a:extLst xmlns:a="http://schemas.openxmlformats.org/drawingml/2006/main">
                <a:ext uri="{FF2B5EF4-FFF2-40B4-BE49-F238E27FC236}">
                  <a16:creationId xmlns:a16="http://schemas.microsoft.com/office/drawing/2014/main" id="{369B16D7-6810-42BB-BCB0-5788D6A2B5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12380" y="5353621"/>
              <a:ext cx="102870" cy="113157"/>
            </a:xfrm>
            <a:custGeom xmlns:a="http://schemas.openxmlformats.org/drawingml/2006/main">
              <a:pathLst>
                <a:path w="102870" h="113157">
                  <a:moveTo>
                    <a:pt x="102870" y="56579"/>
                  </a:moveTo>
                  <a:lnTo>
                    <a:pt x="0" y="113157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sp>
        <p:nvSpPr>
          <p:cNvPr id="367" name="F1-0367-ellipse">
            <a:extLst xmlns:a="http://schemas.openxmlformats.org/drawingml/2006/main">
              <a:ext uri="{FF2B5EF4-FFF2-40B4-BE49-F238E27FC236}">
                <a16:creationId xmlns:a16="http://schemas.microsoft.com/office/drawing/2014/main" id="{357A4E0B-F316-400E-9C60-203B316C4AF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39013" y="533876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156"/>
          </a:solidFill>
          <a:ln xmlns:a="http://schemas.openxmlformats.org/drawingml/2006/main" w="1905">
            <a:solidFill>
              <a:srgbClr val="C47156"/>
            </a:solidFill>
          </a:ln>
        </p:spPr>
      </p:sp>
      <p:grpSp>
        <p:nvGrpSpPr>
          <p:cNvPr id="659" name="F1-route-368"/>
          <p:cNvGrpSpPr/>
          <p:nvPr/>
        </p:nvGrpSpPr>
        <p:grpSpPr>
          <ns1:xfrm xmlns:ns1="http://schemas.openxmlformats.org/drawingml/2006/main">
            <ns1:off x="7410450" y="5991701"/>
            <ns1:ext cx="304800" cy="94298"/>
            <ns1:chOff x="7410450" y="5991701"/>
            <ns1:chExt cx="304800" cy="94298"/>
          </ns1:xfrm>
        </p:grpSpPr>
        <p:sp>
          <p:nvSpPr>
            <p:cNvPr id="368" name="F1-route-368-0368-arrow-route">
              <a:extLst xmlns:a="http://schemas.openxmlformats.org/drawingml/2006/main">
                <a:ext uri="{FF2B5EF4-FFF2-40B4-BE49-F238E27FC236}">
                  <a16:creationId xmlns:a16="http://schemas.microsoft.com/office/drawing/2014/main" id="{4438367E-F4F7-43F0-B596-E0E2DC71DF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10450" y="6038850"/>
              <a:ext cx="304800" cy="9525"/>
            </a:xfrm>
            <a:custGeom xmlns:a="http://schemas.openxmlformats.org/drawingml/2006/main"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3813">
              <a:solidFill>
                <a:srgbClr val="68717D"/>
              </a:solidFill>
              <a:prstDash val="solid"/>
            </a:ln>
          </p:spPr>
        </p:sp>
        <p:sp>
          <p:nvSpPr>
            <p:cNvPr id="369" name="F1-route-368-0369-custom">
              <a:extLst xmlns:a="http://schemas.openxmlformats.org/drawingml/2006/main">
                <a:ext uri="{FF2B5EF4-FFF2-40B4-BE49-F238E27FC236}">
                  <a16:creationId xmlns:a16="http://schemas.microsoft.com/office/drawing/2014/main" id="{E7C1B283-D325-4B63-BE5C-2E63056646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9525" y="5991701"/>
              <a:ext cx="85725" cy="94298"/>
            </a:xfrm>
            <a:custGeom xmlns:a="http://schemas.openxmlformats.org/drawingml/2006/main">
              <a:pathLst>
                <a:path w="85725" h="94298">
                  <a:moveTo>
                    <a:pt x="85725" y="47149"/>
                  </a:moveTo>
                  <a:lnTo>
                    <a:pt x="0" y="94298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grpSp>
        <p:nvGrpSpPr>
          <p:cNvPr id="660" name="F1-route-370"/>
          <p:cNvGrpSpPr/>
          <p:nvPr/>
        </p:nvGrpSpPr>
        <p:grpSpPr>
          <ns1:xfrm xmlns:ns1="http://schemas.openxmlformats.org/drawingml/2006/main">
            <ns1:off x="7410450" y="6629876"/>
            <ns1:ext cx="304800" cy="94298"/>
            <ns1:chOff x="7410450" y="6629876"/>
            <ns1:chExt cx="304800" cy="94298"/>
          </ns1:xfrm>
        </p:grpSpPr>
        <p:sp>
          <p:nvSpPr>
            <p:cNvPr id="370" name="F1-route-370-0370-arrow-route">
              <a:extLst xmlns:a="http://schemas.openxmlformats.org/drawingml/2006/main">
                <a:ext uri="{FF2B5EF4-FFF2-40B4-BE49-F238E27FC236}">
                  <a16:creationId xmlns:a16="http://schemas.microsoft.com/office/drawing/2014/main" id="{D8D779A9-9CBF-448F-8224-96CC3D694F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10450" y="6677025"/>
              <a:ext cx="304800" cy="9525"/>
            </a:xfrm>
            <a:custGeom xmlns:a="http://schemas.openxmlformats.org/drawingml/2006/main"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3813">
              <a:solidFill>
                <a:srgbClr val="68717D"/>
              </a:solidFill>
              <a:prstDash val="solid"/>
            </a:ln>
          </p:spPr>
        </p:sp>
        <p:sp>
          <p:nvSpPr>
            <p:cNvPr id="371" name="F1-route-370-0371-custom">
              <a:extLst xmlns:a="http://schemas.openxmlformats.org/drawingml/2006/main">
                <a:ext uri="{FF2B5EF4-FFF2-40B4-BE49-F238E27FC236}">
                  <a16:creationId xmlns:a16="http://schemas.microsoft.com/office/drawing/2014/main" id="{645A7452-B466-4535-8F2D-F294E97A89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29525" y="6629876"/>
              <a:ext cx="85725" cy="94298"/>
            </a:xfrm>
            <a:custGeom xmlns:a="http://schemas.openxmlformats.org/drawingml/2006/main">
              <a:pathLst>
                <a:path w="85725" h="94298">
                  <a:moveTo>
                    <a:pt x="85725" y="47149"/>
                  </a:moveTo>
                  <a:lnTo>
                    <a:pt x="0" y="94298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grpSp>
        <p:nvGrpSpPr>
          <p:cNvPr id="661" name="F1-route-372"/>
          <p:cNvGrpSpPr/>
          <p:nvPr/>
        </p:nvGrpSpPr>
        <p:grpSpPr>
          <ns1:xfrm xmlns:ns1="http://schemas.openxmlformats.org/drawingml/2006/main">
            <ns1:off x="8943975" y="3753422"/>
            <ns1:ext cx="742950" cy="1371028"/>
            <ns1:chOff x="8943975" y="3753422"/>
            <ns1:chExt cx="742950" cy="1371028"/>
          </ns1:xfrm>
        </p:grpSpPr>
        <p:sp>
          <p:nvSpPr>
            <p:cNvPr id="372" name="F1-route-372-0372-arrow-route">
              <a:extLst xmlns:a="http://schemas.openxmlformats.org/drawingml/2006/main">
                <a:ext uri="{FF2B5EF4-FFF2-40B4-BE49-F238E27FC236}">
                  <a16:creationId xmlns:a16="http://schemas.microsoft.com/office/drawing/2014/main" id="{893E28A3-8BA2-4C74-AEBD-207CB33998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943975" y="3810000"/>
              <a:ext cx="742950" cy="1314450"/>
            </a:xfrm>
            <a:custGeom xmlns:a="http://schemas.openxmlformats.org/drawingml/2006/main">
              <a:pathLst>
                <a:path w="742950" h="1314450">
                  <a:moveTo>
                    <a:pt x="0" y="1314450"/>
                  </a:moveTo>
                  <a:lnTo>
                    <a:pt x="0" y="0"/>
                  </a:lnTo>
                  <a:lnTo>
                    <a:pt x="7429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7482A5"/>
              </a:solidFill>
              <a:prstDash val="solid"/>
            </a:ln>
          </p:spPr>
        </p:sp>
        <p:sp>
          <p:nvSpPr>
            <p:cNvPr id="373" name="F1-route-372-0373-custom">
              <a:extLst xmlns:a="http://schemas.openxmlformats.org/drawingml/2006/main">
                <a:ext uri="{FF2B5EF4-FFF2-40B4-BE49-F238E27FC236}">
                  <a16:creationId xmlns:a16="http://schemas.microsoft.com/office/drawing/2014/main" id="{CB8D8D97-6ED3-4159-B3F5-AC48010BBD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584055" y="3753422"/>
              <a:ext cx="102870" cy="113157"/>
            </a:xfrm>
            <a:custGeom xmlns:a="http://schemas.openxmlformats.org/drawingml/2006/main">
              <a:pathLst>
                <a:path w="102870" h="113157">
                  <a:moveTo>
                    <a:pt x="102870" y="56578"/>
                  </a:moveTo>
                  <a:lnTo>
                    <a:pt x="0" y="113157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374" name="F1-0374-text"/>
          <p:cNvSpPr txBox="1"/>
          <p:nvPr/>
        </p:nvSpPr>
        <p:spPr>
          <ns0:xfrm xmlns:ns0="http://schemas.openxmlformats.org/drawingml/2006/main">
            <ns0:off x="9048750" y="4210050"/>
            <ns0:ext cx="222885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Fit-fold updates only</ns0:t>
            </ns0:r>
          </ns0:p>
        </p:txBody>
      </p:sp>
      <p:sp>
        <p:nvSpPr>
          <p:cNvPr id="662" name="F1-math-1001-479"/>
          <p:cNvSpPr txBox="1"/>
          <p:nvPr/>
        </p:nvSpPr>
        <p:spPr>
          <ns0:xfrm xmlns:ns0="http://schemas.openxmlformats.org/drawingml/2006/main">
            <ns0:off x="9553575" y="4514850"/>
            <ns0:ext cx="1762125" cy="3619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= Â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− 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378" name="F1-0378-text"/>
          <p:cNvSpPr txBox="1"/>
          <p:nvPr/>
        </p:nvSpPr>
        <p:spPr>
          <ns0:xfrm xmlns:ns0="http://schemas.openxmlformats.org/drawingml/2006/main">
            <ns0:off x="9648825" y="4886325"/>
            <ns0:ext cx="1543050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(raw units)</ns0:t>
            </ns0:r>
          </ns0:p>
        </p:txBody>
      </p:sp>
      <p:sp>
        <p:nvSpPr>
          <p:cNvPr id="379" name="F1-0379-roundRect">
            <a:extLst xmlns:a="http://schemas.openxmlformats.org/drawingml/2006/main">
              <a:ext uri="{FF2B5EF4-FFF2-40B4-BE49-F238E27FC236}">
                <a16:creationId xmlns:a16="http://schemas.microsoft.com/office/drawing/2014/main" id="{2414F640-A6CD-44F8-A229-E2220D823E1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82175" y="5162550"/>
            <a:ext cx="1095375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2383">
            <a:solidFill>
              <a:srgbClr val="8491B4"/>
            </a:solidFill>
            <a:prstDash val="solid"/>
          </a:ln>
        </p:spPr>
      </p:sp>
      <p:sp>
        <p:nvSpPr>
          <p:cNvPr id="380" name="F1-math-1033-544-0380-text"/>
          <p:cNvSpPr txBox="1"/>
          <p:nvPr/>
        </p:nvSpPr>
        <p:spPr>
          <ns0:xfrm xmlns:ns0="http://schemas.openxmlformats.org/drawingml/2006/main">
            <ns0:off x="10077593" y="5166122"/>
            <ns0:ext cx="523589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 = 1</ns0:t>
            </ns0:r>
          </ns0:p>
        </p:txBody>
      </p:sp>
      <p:grpSp>
        <p:nvGrpSpPr>
          <p:cNvPr id="663" name="F1-route-381"/>
          <p:cNvGrpSpPr/>
          <p:nvPr/>
        </p:nvGrpSpPr>
        <p:grpSpPr>
          <ns1:xfrm xmlns:ns1="http://schemas.openxmlformats.org/drawingml/2006/main">
            <ns1:off x="9353550" y="5267801"/>
            <ns1:ext cx="428625" cy="94298"/>
            <ns1:chOff x="9353550" y="5267801"/>
            <ns1:chExt cx="428625" cy="94298"/>
          </ns1:xfrm>
        </p:grpSpPr>
        <p:sp>
          <p:nvSpPr>
            <p:cNvPr id="381" name="F1-route-381-0381-arrow-route">
              <a:extLst xmlns:a="http://schemas.openxmlformats.org/drawingml/2006/main">
                <a:ext uri="{FF2B5EF4-FFF2-40B4-BE49-F238E27FC236}">
                  <a16:creationId xmlns:a16="http://schemas.microsoft.com/office/drawing/2014/main" id="{1FB88F85-40EC-45B4-9A21-0FFCE67455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53550" y="5314950"/>
              <a:ext cx="428625" cy="9525"/>
            </a:xfrm>
            <a:custGeom xmlns:a="http://schemas.openxmlformats.org/drawingml/2006/main"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1908">
              <a:solidFill>
                <a:srgbClr val="7482A5"/>
              </a:solidFill>
              <a:prstDash val="solid"/>
            </a:ln>
          </p:spPr>
        </p:sp>
        <p:sp>
          <p:nvSpPr>
            <p:cNvPr id="382" name="F1-route-381-0382-custom">
              <a:extLst xmlns:a="http://schemas.openxmlformats.org/drawingml/2006/main">
                <a:ext uri="{FF2B5EF4-FFF2-40B4-BE49-F238E27FC236}">
                  <a16:creationId xmlns:a16="http://schemas.microsoft.com/office/drawing/2014/main" id="{8697C359-425D-4880-823C-4402D4234A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96450" y="5267801"/>
              <a:ext cx="85725" cy="94298"/>
            </a:xfrm>
            <a:custGeom xmlns:a="http://schemas.openxmlformats.org/drawingml/2006/main">
              <a:pathLst>
                <a:path w="85725" h="94298">
                  <a:moveTo>
                    <a:pt x="85725" y="47149"/>
                  </a:moveTo>
                  <a:lnTo>
                    <a:pt x="0" y="94298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383" name="F1-0383-line">
            <a:extLst xmlns:a="http://schemas.openxmlformats.org/drawingml/2006/main">
              <a:ext uri="{FF2B5EF4-FFF2-40B4-BE49-F238E27FC236}">
                <a16:creationId xmlns:a16="http://schemas.microsoft.com/office/drawing/2014/main" id="{02E3E916-F9C9-4C1A-A7F8-14B1F4BC81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877550" y="531495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482A5"/>
            </a:solidFill>
            <a:prstDash val="solid"/>
          </a:ln>
        </p:spPr>
      </p:sp>
      <p:sp>
        <p:nvSpPr>
          <p:cNvPr id="384" name="F1-0384-ellipse">
            <a:extLst xmlns:a="http://schemas.openxmlformats.org/drawingml/2006/main">
              <a:ext uri="{FF2B5EF4-FFF2-40B4-BE49-F238E27FC236}">
                <a16:creationId xmlns:a16="http://schemas.microsoft.com/office/drawing/2014/main" id="{EF0517D8-EB99-418C-87CB-CB10C8304E0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41380" y="5259705"/>
            <a:ext cx="110490" cy="1104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82A5"/>
          </a:solidFill>
          <a:ln xmlns:a="http://schemas.openxmlformats.org/drawingml/2006/main" w="1905">
            <a:solidFill>
              <a:srgbClr val="7482A5"/>
            </a:solidFill>
          </a:ln>
        </p:spPr>
      </p:sp>
      <p:sp>
        <p:nvSpPr>
          <p:cNvPr id="385" name="F1-0385-roundRect">
            <a:extLst xmlns:a="http://schemas.openxmlformats.org/drawingml/2006/main">
              <a:ext uri="{FF2B5EF4-FFF2-40B4-BE49-F238E27FC236}">
                <a16:creationId xmlns:a16="http://schemas.microsoft.com/office/drawing/2014/main" id="{A9B09295-DB2C-45CE-8EF2-355059B20AE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82175" y="5495925"/>
            <a:ext cx="1095375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2383">
            <a:solidFill>
              <a:srgbClr val="8491B4"/>
            </a:solidFill>
            <a:prstDash val="solid"/>
          </a:ln>
        </p:spPr>
      </p:sp>
      <p:sp>
        <p:nvSpPr>
          <p:cNvPr id="386" name="F1-math-1033-579-0386-text"/>
          <p:cNvSpPr txBox="1"/>
          <p:nvPr/>
        </p:nvSpPr>
        <p:spPr>
          <ns0:xfrm xmlns:ns0="http://schemas.openxmlformats.org/drawingml/2006/main">
            <ns0:off x="10077593" y="5499497"/>
            <ns0:ext cx="523589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 = 2</ns0:t>
            </ns0:r>
          </ns0:p>
        </p:txBody>
      </p:sp>
      <p:grpSp>
        <p:nvGrpSpPr>
          <p:cNvPr id="664" name="F1-route-387"/>
          <p:cNvGrpSpPr/>
          <p:nvPr/>
        </p:nvGrpSpPr>
        <p:grpSpPr>
          <ns1:xfrm xmlns:ns1="http://schemas.openxmlformats.org/drawingml/2006/main">
            <ns1:off x="9353550" y="5601176"/>
            <ns1:ext cx="428625" cy="94298"/>
            <ns1:chOff x="9353550" y="5601176"/>
            <ns1:chExt cx="428625" cy="94298"/>
          </ns1:xfrm>
        </p:grpSpPr>
        <p:sp>
          <p:nvSpPr>
            <p:cNvPr id="387" name="F1-route-387-0387-arrow-route">
              <a:extLst xmlns:a="http://schemas.openxmlformats.org/drawingml/2006/main">
                <a:ext uri="{FF2B5EF4-FFF2-40B4-BE49-F238E27FC236}">
                  <a16:creationId xmlns:a16="http://schemas.microsoft.com/office/drawing/2014/main" id="{39646A3D-D273-443E-BFED-9894FD068D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53550" y="5648325"/>
              <a:ext cx="428625" cy="9525"/>
            </a:xfrm>
            <a:custGeom xmlns:a="http://schemas.openxmlformats.org/drawingml/2006/main"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1908">
              <a:solidFill>
                <a:srgbClr val="7482A5"/>
              </a:solidFill>
              <a:prstDash val="solid"/>
            </a:ln>
          </p:spPr>
        </p:sp>
        <p:sp>
          <p:nvSpPr>
            <p:cNvPr id="388" name="F1-route-387-0388-custom">
              <a:extLst xmlns:a="http://schemas.openxmlformats.org/drawingml/2006/main">
                <a:ext uri="{FF2B5EF4-FFF2-40B4-BE49-F238E27FC236}">
                  <a16:creationId xmlns:a16="http://schemas.microsoft.com/office/drawing/2014/main" id="{257B4462-7C4E-45DC-967E-388ABE04BC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96450" y="5601176"/>
              <a:ext cx="85725" cy="94298"/>
            </a:xfrm>
            <a:custGeom xmlns:a="http://schemas.openxmlformats.org/drawingml/2006/main">
              <a:pathLst>
                <a:path w="85725" h="94298">
                  <a:moveTo>
                    <a:pt x="85725" y="47149"/>
                  </a:moveTo>
                  <a:lnTo>
                    <a:pt x="0" y="94298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389" name="F1-0389-line">
            <a:extLst xmlns:a="http://schemas.openxmlformats.org/drawingml/2006/main">
              <a:ext uri="{FF2B5EF4-FFF2-40B4-BE49-F238E27FC236}">
                <a16:creationId xmlns:a16="http://schemas.microsoft.com/office/drawing/2014/main" id="{BCF898FF-32D7-4136-A7F3-5F5EF6B7CC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877550" y="5648325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482A5"/>
            </a:solidFill>
            <a:prstDash val="solid"/>
          </a:ln>
        </p:spPr>
      </p:sp>
      <p:sp>
        <p:nvSpPr>
          <p:cNvPr id="390" name="F1-0390-ellipse">
            <a:extLst xmlns:a="http://schemas.openxmlformats.org/drawingml/2006/main">
              <a:ext uri="{FF2B5EF4-FFF2-40B4-BE49-F238E27FC236}">
                <a16:creationId xmlns:a16="http://schemas.microsoft.com/office/drawing/2014/main" id="{4BBF9709-2B53-46A2-A16F-1AF7A5E9B7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41380" y="5593080"/>
            <a:ext cx="110490" cy="1104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82A5"/>
          </a:solidFill>
          <a:ln xmlns:a="http://schemas.openxmlformats.org/drawingml/2006/main" w="1905">
            <a:solidFill>
              <a:srgbClr val="7482A5"/>
            </a:solidFill>
          </a:ln>
        </p:spPr>
      </p:sp>
      <p:sp>
        <p:nvSpPr>
          <p:cNvPr id="391" name="F1-0391-roundRect">
            <a:extLst xmlns:a="http://schemas.openxmlformats.org/drawingml/2006/main">
              <a:ext uri="{FF2B5EF4-FFF2-40B4-BE49-F238E27FC236}">
                <a16:creationId xmlns:a16="http://schemas.microsoft.com/office/drawing/2014/main" id="{C1A5D172-37D2-44E5-9FA7-48AABA2FF1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82175" y="5829300"/>
            <a:ext cx="1095375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2383">
            <a:solidFill>
              <a:srgbClr val="8491B4"/>
            </a:solidFill>
            <a:prstDash val="solid"/>
          </a:ln>
        </p:spPr>
      </p:sp>
      <p:sp>
        <p:nvSpPr>
          <p:cNvPr id="392" name="F1-math-1033-614-0392-text"/>
          <p:cNvSpPr txBox="1"/>
          <p:nvPr/>
        </p:nvSpPr>
        <p:spPr>
          <ns0:xfrm xmlns:ns0="http://schemas.openxmlformats.org/drawingml/2006/main">
            <ns0:off x="10077593" y="5832872"/>
            <ns0:ext cx="523589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…</ns0:t>
            </ns0:r>
          </ns0:p>
        </p:txBody>
      </p:sp>
      <p:grpSp>
        <p:nvGrpSpPr>
          <p:cNvPr id="665" name="F1-route-393"/>
          <p:cNvGrpSpPr/>
          <p:nvPr/>
        </p:nvGrpSpPr>
        <p:grpSpPr>
          <ns1:xfrm xmlns:ns1="http://schemas.openxmlformats.org/drawingml/2006/main">
            <ns1:off x="9353550" y="5934551"/>
            <ns1:ext cx="428625" cy="94298"/>
            <ns1:chOff x="9353550" y="5934551"/>
            <ns1:chExt cx="428625" cy="94298"/>
          </ns1:xfrm>
        </p:grpSpPr>
        <p:sp>
          <p:nvSpPr>
            <p:cNvPr id="393" name="F1-route-393-0393-arrow-route">
              <a:extLst xmlns:a="http://schemas.openxmlformats.org/drawingml/2006/main">
                <a:ext uri="{FF2B5EF4-FFF2-40B4-BE49-F238E27FC236}">
                  <a16:creationId xmlns:a16="http://schemas.microsoft.com/office/drawing/2014/main" id="{A0217CB0-99B4-4BCF-B184-0119BEED9F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53550" y="5981700"/>
              <a:ext cx="428625" cy="9525"/>
            </a:xfrm>
            <a:custGeom xmlns:a="http://schemas.openxmlformats.org/drawingml/2006/main"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1908">
              <a:solidFill>
                <a:srgbClr val="7482A5"/>
              </a:solidFill>
              <a:prstDash val="solid"/>
            </a:ln>
          </p:spPr>
        </p:sp>
        <p:sp>
          <p:nvSpPr>
            <p:cNvPr id="394" name="F1-route-393-0394-custom">
              <a:extLst xmlns:a="http://schemas.openxmlformats.org/drawingml/2006/main">
                <a:ext uri="{FF2B5EF4-FFF2-40B4-BE49-F238E27FC236}">
                  <a16:creationId xmlns:a16="http://schemas.microsoft.com/office/drawing/2014/main" id="{57845162-68D5-4D44-9BB1-785E6CE678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96450" y="5934551"/>
              <a:ext cx="85725" cy="94298"/>
            </a:xfrm>
            <a:custGeom xmlns:a="http://schemas.openxmlformats.org/drawingml/2006/main">
              <a:pathLst>
                <a:path w="85725" h="94298">
                  <a:moveTo>
                    <a:pt x="85725" y="47149"/>
                  </a:moveTo>
                  <a:lnTo>
                    <a:pt x="0" y="94298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395" name="F1-0395-line">
            <a:extLst xmlns:a="http://schemas.openxmlformats.org/drawingml/2006/main">
              <a:ext uri="{FF2B5EF4-FFF2-40B4-BE49-F238E27FC236}">
                <a16:creationId xmlns:a16="http://schemas.microsoft.com/office/drawing/2014/main" id="{AE417D11-0052-4E28-A085-F3BFEA86D10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877550" y="598170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482A5"/>
            </a:solidFill>
            <a:prstDash val="solid"/>
          </a:ln>
        </p:spPr>
      </p:sp>
      <p:sp>
        <p:nvSpPr>
          <p:cNvPr id="396" name="F1-0396-ellipse">
            <a:extLst xmlns:a="http://schemas.openxmlformats.org/drawingml/2006/main">
              <a:ext uri="{FF2B5EF4-FFF2-40B4-BE49-F238E27FC236}">
                <a16:creationId xmlns:a16="http://schemas.microsoft.com/office/drawing/2014/main" id="{634D64C1-DB36-4796-8CCB-2E07C776D87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41380" y="5926455"/>
            <a:ext cx="110490" cy="1104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82A5"/>
          </a:solidFill>
          <a:ln xmlns:a="http://schemas.openxmlformats.org/drawingml/2006/main" w="1905">
            <a:solidFill>
              <a:srgbClr val="7482A5"/>
            </a:solidFill>
          </a:ln>
        </p:spPr>
      </p:sp>
      <p:sp>
        <p:nvSpPr>
          <p:cNvPr id="397" name="F1-0397-roundRect">
            <a:extLst xmlns:a="http://schemas.openxmlformats.org/drawingml/2006/main">
              <a:ext uri="{FF2B5EF4-FFF2-40B4-BE49-F238E27FC236}">
                <a16:creationId xmlns:a16="http://schemas.microsoft.com/office/drawing/2014/main" id="{79DF8617-74A0-408B-B71E-8F7C06B7DB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82175" y="6162675"/>
            <a:ext cx="1095375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2383">
            <a:solidFill>
              <a:srgbClr val="8491B4"/>
            </a:solidFill>
            <a:prstDash val="solid"/>
          </a:ln>
        </p:spPr>
      </p:sp>
      <p:sp>
        <p:nvSpPr>
          <p:cNvPr id="398" name="F1-math-1033-649-0398-text"/>
          <p:cNvSpPr txBox="1"/>
          <p:nvPr/>
        </p:nvSpPr>
        <p:spPr>
          <ns0:xfrm xmlns:ns0="http://schemas.openxmlformats.org/drawingml/2006/main">
            <ns0:off x="10077593" y="6166247"/>
            <ns0:ext cx="523589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 = 5</ns0:t>
            </ns0:r>
          </ns0:p>
        </p:txBody>
      </p:sp>
      <p:grpSp>
        <p:nvGrpSpPr>
          <p:cNvPr id="666" name="F1-route-399"/>
          <p:cNvGrpSpPr/>
          <p:nvPr/>
        </p:nvGrpSpPr>
        <p:grpSpPr>
          <ns1:xfrm xmlns:ns1="http://schemas.openxmlformats.org/drawingml/2006/main">
            <ns1:off x="9353550" y="6267926"/>
            <ns1:ext cx="428625" cy="94298"/>
            <ns1:chOff x="9353550" y="6267926"/>
            <ns1:chExt cx="428625" cy="94298"/>
          </ns1:xfrm>
        </p:grpSpPr>
        <p:sp>
          <p:nvSpPr>
            <p:cNvPr id="399" name="F1-route-399-0399-arrow-route">
              <a:extLst xmlns:a="http://schemas.openxmlformats.org/drawingml/2006/main">
                <a:ext uri="{FF2B5EF4-FFF2-40B4-BE49-F238E27FC236}">
                  <a16:creationId xmlns:a16="http://schemas.microsoft.com/office/drawing/2014/main" id="{52820B0D-E9EA-46F9-B664-11A9358A85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53550" y="6315075"/>
              <a:ext cx="428625" cy="9525"/>
            </a:xfrm>
            <a:custGeom xmlns:a="http://schemas.openxmlformats.org/drawingml/2006/main"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1908">
              <a:solidFill>
                <a:srgbClr val="7482A5"/>
              </a:solidFill>
              <a:prstDash val="solid"/>
            </a:ln>
          </p:spPr>
        </p:sp>
        <p:sp>
          <p:nvSpPr>
            <p:cNvPr id="400" name="F1-route-399-0400-custom">
              <a:extLst xmlns:a="http://schemas.openxmlformats.org/drawingml/2006/main">
                <a:ext uri="{FF2B5EF4-FFF2-40B4-BE49-F238E27FC236}">
                  <a16:creationId xmlns:a16="http://schemas.microsoft.com/office/drawing/2014/main" id="{8BE58C2E-6D07-40BB-9728-AE3C692ED0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96450" y="6267926"/>
              <a:ext cx="85725" cy="94298"/>
            </a:xfrm>
            <a:custGeom xmlns:a="http://schemas.openxmlformats.org/drawingml/2006/main">
              <a:pathLst>
                <a:path w="85725" h="94298">
                  <a:moveTo>
                    <a:pt x="85725" y="47149"/>
                  </a:moveTo>
                  <a:lnTo>
                    <a:pt x="0" y="94298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401" name="F1-0401-line">
            <a:extLst xmlns:a="http://schemas.openxmlformats.org/drawingml/2006/main">
              <a:ext uri="{FF2B5EF4-FFF2-40B4-BE49-F238E27FC236}">
                <a16:creationId xmlns:a16="http://schemas.microsoft.com/office/drawing/2014/main" id="{27220E88-E374-44DF-8310-58A58C76F7B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877550" y="6315075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482A5"/>
            </a:solidFill>
            <a:prstDash val="solid"/>
          </a:ln>
        </p:spPr>
      </p:sp>
      <p:sp>
        <p:nvSpPr>
          <p:cNvPr id="402" name="F1-0402-ellipse">
            <a:extLst xmlns:a="http://schemas.openxmlformats.org/drawingml/2006/main">
              <a:ext uri="{FF2B5EF4-FFF2-40B4-BE49-F238E27FC236}">
                <a16:creationId xmlns:a16="http://schemas.microsoft.com/office/drawing/2014/main" id="{638F943F-150E-4E59-ADD4-745B52AB21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41380" y="6259830"/>
            <a:ext cx="110490" cy="1104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82A5"/>
          </a:solidFill>
          <a:ln xmlns:a="http://schemas.openxmlformats.org/drawingml/2006/main" w="1905">
            <a:solidFill>
              <a:srgbClr val="7482A5"/>
            </a:solidFill>
          </a:ln>
        </p:spPr>
      </p:sp>
      <p:sp>
        <p:nvSpPr>
          <p:cNvPr id="403" name="F1-0403-line">
            <a:extLst xmlns:a="http://schemas.openxmlformats.org/drawingml/2006/main">
              <a:ext uri="{FF2B5EF4-FFF2-40B4-BE49-F238E27FC236}">
                <a16:creationId xmlns:a16="http://schemas.microsoft.com/office/drawing/2014/main" id="{7200D18A-BE66-4C42-A808-5EFA4EE9936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96625" y="5314950"/>
            <a:ext cx="9525" cy="1000125"/>
          </a:xfrm>
          <a:custGeom xmlns:a="http://schemas.openxmlformats.org/drawingml/2006/main">
            <a:pathLst>
              <a:path w="9525" h="1000125">
                <a:moveTo>
                  <a:pt x="0" y="0"/>
                </a:moveTo>
                <a:lnTo>
                  <a:pt x="0" y="100012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7482A5"/>
            </a:solidFill>
            <a:prstDash val="solid"/>
          </a:ln>
        </p:spPr>
      </p:sp>
      <p:grpSp>
        <p:nvGrpSpPr>
          <p:cNvPr id="667" name="F1-route-404"/>
          <p:cNvGrpSpPr/>
          <p:nvPr/>
        </p:nvGrpSpPr>
        <p:grpSpPr>
          <ns1:xfrm xmlns:ns1="http://schemas.openxmlformats.org/drawingml/2006/main">
            <ns1:off x="11096625" y="5772626"/>
            <ns1:ext cx="409575" cy="94298"/>
            <ns1:chOff x="11096625" y="5772626"/>
            <ns1:chExt cx="409575" cy="94298"/>
          </ns1:xfrm>
        </p:grpSpPr>
        <p:sp>
          <p:nvSpPr>
            <p:cNvPr id="404" name="F1-route-404-0404-arrow-route">
              <a:extLst xmlns:a="http://schemas.openxmlformats.org/drawingml/2006/main">
                <a:ext uri="{FF2B5EF4-FFF2-40B4-BE49-F238E27FC236}">
                  <a16:creationId xmlns:a16="http://schemas.microsoft.com/office/drawing/2014/main" id="{4D90E3C6-14B5-460E-A0C0-24CBA6299E0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96625" y="5819775"/>
              <a:ext cx="409575" cy="9525"/>
            </a:xfrm>
            <a:custGeom xmlns:a="http://schemas.openxmlformats.org/drawingml/2006/main"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3813">
              <a:solidFill>
                <a:srgbClr val="7482A5"/>
              </a:solidFill>
              <a:prstDash val="solid"/>
            </a:ln>
          </p:spPr>
        </p:sp>
        <p:sp>
          <p:nvSpPr>
            <p:cNvPr id="405" name="F1-route-404-0405-custom">
              <a:extLst xmlns:a="http://schemas.openxmlformats.org/drawingml/2006/main">
                <a:ext uri="{FF2B5EF4-FFF2-40B4-BE49-F238E27FC236}">
                  <a16:creationId xmlns:a16="http://schemas.microsoft.com/office/drawing/2014/main" id="{5CD28B13-578F-468D-AAFD-BCF0AD0E69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20475" y="5772626"/>
              <a:ext cx="85725" cy="94298"/>
            </a:xfrm>
            <a:custGeom xmlns:a="http://schemas.openxmlformats.org/drawingml/2006/main">
              <a:pathLst>
                <a:path w="85725" h="94298">
                  <a:moveTo>
                    <a:pt x="85725" y="47149"/>
                  </a:moveTo>
                  <a:lnTo>
                    <a:pt x="0" y="94298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406" name="F1-0406-text"/>
          <p:cNvSpPr txBox="1"/>
          <p:nvPr/>
        </p:nvSpPr>
        <p:spPr>
          <ns0:xfrm xmlns:ns0="http://schemas.openxmlformats.org/drawingml/2006/main">
            <ns0:off x="9448800" y="6549117"/>
            <ns0:ext cx="1943100" cy="232683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Pool 5 folds by time</ns0:t>
            </ns0:r>
          </ns0:p>
        </p:txBody>
      </p:sp>
      <p:sp>
        <p:nvSpPr>
          <p:cNvPr id="407" name="F1-0407-text"/>
          <p:cNvSpPr txBox="1"/>
          <p:nvPr/>
        </p:nvSpPr>
        <p:spPr>
          <ns0:xfrm xmlns:ns0="http://schemas.openxmlformats.org/drawingml/2006/main">
            <ns0:off x="9448800" y="6762750"/>
            <ns0:ext cx="1943100" cy="232683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1960 chunks / task</ns0:t>
            </ns0:r>
          </ns0:p>
        </p:txBody>
      </p:sp>
      <p:sp>
        <p:nvSpPr>
          <p:cNvPr id="408" name="F1-0408-roundRect">
            <a:extLst xmlns:a="http://schemas.openxmlformats.org/drawingml/2006/main">
              <a:ext uri="{FF2B5EF4-FFF2-40B4-BE49-F238E27FC236}">
                <a16:creationId xmlns:a16="http://schemas.microsoft.com/office/drawing/2014/main" id="{99A898E0-468B-4F15-B38F-0ABAB332B9B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506200" y="5505450"/>
            <a:ext cx="85725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2383">
            <a:solidFill>
              <a:srgbClr val="8491B4"/>
            </a:solidFill>
            <a:prstDash val="solid"/>
          </a:ln>
        </p:spPr>
      </p:sp>
      <p:sp>
        <p:nvSpPr>
          <p:cNvPr id="409" name="F1-0409-text"/>
          <p:cNvSpPr txBox="1"/>
          <p:nvPr/>
        </p:nvSpPr>
        <p:spPr>
          <ns0:xfrm xmlns:ns0="http://schemas.openxmlformats.org/drawingml/2006/main">
            <ns0:off x="11572875" y="5562600"/>
            <ns0:ext cx="723900" cy="2667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Errors</ns0:t>
            </ns0:r>
          </ns0:p>
        </p:txBody>
      </p:sp>
      <p:sp>
        <p:nvSpPr>
          <p:cNvPr id="668" name="F1-math-1214-612"/>
          <p:cNvSpPr txBox="1"/>
          <p:nvPr/>
        </p:nvSpPr>
        <p:spPr>
          <ns0:xfrm xmlns:ns0="http://schemas.openxmlformats.org/drawingml/2006/main">
            <ns0:off x="11601450" y="5819775"/>
            <ns0:ext cx="67627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9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{E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9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}</ns0:t>
            </ns0:r>
          </ns0:p>
        </p:txBody>
      </p:sp>
      <p:sp>
        <p:nvSpPr>
          <p:cNvPr id="413" name="F1-0413-roundRect">
            <a:extLst xmlns:a="http://schemas.openxmlformats.org/drawingml/2006/main">
              <a:ext uri="{FF2B5EF4-FFF2-40B4-BE49-F238E27FC236}">
                <a16:creationId xmlns:a16="http://schemas.microsoft.com/office/drawing/2014/main" id="{F660C11A-0EB6-496D-A7F4-C7E24290A8C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68275" y="885825"/>
            <a:ext cx="3762375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sp>
        <p:nvSpPr>
          <p:cNvPr id="414" name="F1-0414-text"/>
          <p:cNvSpPr txBox="1"/>
          <p:nvPr/>
        </p:nvSpPr>
        <p:spPr>
          <ns0:xfrm xmlns:ns0="http://schemas.openxmlformats.org/drawingml/2006/main">
            <ns0:off x="13020675" y="971550"/>
            <ns0:ext cx="2276475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38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Bounded perturbation</ns0:t>
            </ns0:r>
          </ns0:p>
        </p:txBody>
      </p:sp>
      <p:sp>
        <p:nvSpPr>
          <p:cNvPr id="415" name="F1-0415-text"/>
          <p:cNvSpPr txBox="1"/>
          <p:nvPr/>
        </p:nvSpPr>
        <p:spPr>
          <ns0:xfrm xmlns:ns0="http://schemas.openxmlformats.org/drawingml/2006/main">
            <ns0:off x="15316200" y="1010364"/>
            <ns0:ext cx="1200150" cy="22717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(8 steps)</ns0:t>
            </ns0:r>
          </ns0:p>
        </p:txBody>
      </p:sp>
      <p:sp>
        <p:nvSpPr>
          <p:cNvPr id="416" name="F1-0416-roundRect">
            <a:extLst xmlns:a="http://schemas.openxmlformats.org/drawingml/2006/main">
              <a:ext uri="{FF2B5EF4-FFF2-40B4-BE49-F238E27FC236}">
                <a16:creationId xmlns:a16="http://schemas.microsoft.com/office/drawing/2014/main" id="{14D2FE5C-58E7-4DFB-8653-1B7026C9F0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20675" y="1352550"/>
            <a:ext cx="101917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2383">
            <a:solidFill>
              <a:srgbClr val="8491B4"/>
            </a:solidFill>
            <a:prstDash val="solid"/>
          </a:ln>
        </p:spPr>
      </p:sp>
      <p:sp>
        <p:nvSpPr>
          <p:cNvPr id="417" name="F1-0417-roundRect">
            <a:extLst xmlns:a="http://schemas.openxmlformats.org/drawingml/2006/main">
              <a:ext uri="{FF2B5EF4-FFF2-40B4-BE49-F238E27FC236}">
                <a16:creationId xmlns:a16="http://schemas.microsoft.com/office/drawing/2014/main" id="{97BC831D-D82F-4199-9904-EDC2351DB4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173200" y="1352550"/>
            <a:ext cx="101917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2383">
            <a:solidFill>
              <a:srgbClr val="8491B4"/>
            </a:solidFill>
            <a:prstDash val="solid"/>
          </a:ln>
        </p:spPr>
      </p:sp>
      <p:sp>
        <p:nvSpPr>
          <p:cNvPr id="418" name="F1-0418-roundRect">
            <a:extLst xmlns:a="http://schemas.openxmlformats.org/drawingml/2006/main">
              <a:ext uri="{FF2B5EF4-FFF2-40B4-BE49-F238E27FC236}">
                <a16:creationId xmlns:a16="http://schemas.microsoft.com/office/drawing/2014/main" id="{2852E926-9671-4A6F-A7AB-C2B7275B15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325725" y="1352550"/>
            <a:ext cx="1019175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2383">
            <a:solidFill>
              <a:srgbClr val="8491B4"/>
            </a:solidFill>
            <a:prstDash val="solid"/>
          </a:ln>
        </p:spPr>
      </p:sp>
      <p:sp>
        <p:nvSpPr>
          <p:cNvPr id="419" name="F1-math-1392-149-0419-text"/>
          <p:cNvSpPr txBox="1"/>
          <p:nvPr/>
        </p:nvSpPr>
        <p:spPr>
          <ns0:xfrm xmlns:ns0="http://schemas.openxmlformats.org/drawingml/2006/main">
            <ns0:off x="13296900" y="1394222"/>
            <ns0:ext cx="558800" cy="336709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g = 0</ns0:t>
            </ns0:r>
          </ns0:p>
        </p:txBody>
      </p:sp>
      <p:sp>
        <p:nvSpPr>
          <p:cNvPr id="420" name="F1-0420-text"/>
          <p:cNvSpPr txBox="1"/>
          <p:nvPr/>
        </p:nvSpPr>
        <p:spPr>
          <ns0:xfrm xmlns:ns0="http://schemas.openxmlformats.org/drawingml/2006/main">
            <ns0:off x="13055600" y="1752600"/>
            <ns0:ext cx="1016000" cy="249079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Gripper</ns0:t>
            </ns0:r>
          </ns0:p>
        </p:txBody>
      </p:sp>
      <p:grpSp>
        <p:nvGrpSpPr>
          <p:cNvPr id="669" name="F1-temporal-mean-icon"/>
          <p:cNvGrpSpPr/>
          <p:nvPr/>
        </p:nvGrpSpPr>
        <p:grpSpPr>
          <ns1:xfrm xmlns:ns1="http://schemas.openxmlformats.org/drawingml/2006/main">
            <ns1:off x="14335125" y="1466850"/>
            <ns1:ext cx="609600" cy="228600"/>
            <ns1:chOff x="14335125" y="1466850"/>
            <ns1:chExt cx="609600" cy="228600"/>
          </ns1:xfrm>
        </p:grpSpPr>
        <p:sp>
          <p:nvSpPr>
            <p:cNvPr id="421" name="F1-temporal-mean-icon-0421-line">
              <a:extLst xmlns:a="http://schemas.openxmlformats.org/drawingml/2006/main">
                <a:ext uri="{FF2B5EF4-FFF2-40B4-BE49-F238E27FC236}">
                  <a16:creationId xmlns:a16="http://schemas.microsoft.com/office/drawing/2014/main" id="{AC01898D-AE5A-42A6-9BFC-782E3CA7417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335125" y="1533525"/>
              <a:ext cx="600075" cy="9525"/>
            </a:xfrm>
            <a:custGeom xmlns:a="http://schemas.openxmlformats.org/drawingml/2006/main">
              <a:pathLst>
                <a:path w="600075" h="9525">
                  <a:moveTo>
                    <a:pt x="0" y="0"/>
                  </a:moveTo>
                  <a:lnTo>
                    <a:pt x="6000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5240">
              <a:solidFill>
                <a:srgbClr val="7482A5"/>
              </a:solidFill>
              <a:prstDash val="solid"/>
            </a:ln>
          </p:spPr>
        </p:sp>
        <p:sp>
          <p:nvSpPr>
            <p:cNvPr id="422" name="F1-temporal-mean-icon-0422-rect">
              <a:extLst xmlns:a="http://schemas.openxmlformats.org/drawingml/2006/main">
                <a:ext uri="{FF2B5EF4-FFF2-40B4-BE49-F238E27FC236}">
                  <a16:creationId xmlns:a16="http://schemas.microsoft.com/office/drawing/2014/main" id="{FAF756BA-825C-4B81-9849-8951EF8B03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354175" y="1466850"/>
              <a:ext cx="114300" cy="1333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7482A5"/>
              </a:solidFill>
              <a:prstDash val="solid"/>
            </a:ln>
          </p:spPr>
        </p:sp>
        <p:sp>
          <p:nvSpPr>
            <p:cNvPr id="423" name="F1-temporal-mean-icon-0423-rect">
              <a:extLst xmlns:a="http://schemas.openxmlformats.org/drawingml/2006/main">
                <a:ext uri="{FF2B5EF4-FFF2-40B4-BE49-F238E27FC236}">
                  <a16:creationId xmlns:a16="http://schemas.microsoft.com/office/drawing/2014/main" id="{2FC4E3B4-06B5-4C8D-A150-AAC7F1966AE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592300" y="1466850"/>
              <a:ext cx="114300" cy="1333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7482A5"/>
              </a:solidFill>
              <a:prstDash val="solid"/>
            </a:ln>
          </p:spPr>
        </p:sp>
        <p:sp>
          <p:nvSpPr>
            <p:cNvPr id="424" name="F1-temporal-mean-icon-0424-rect">
              <a:extLst xmlns:a="http://schemas.openxmlformats.org/drawingml/2006/main">
                <a:ext uri="{FF2B5EF4-FFF2-40B4-BE49-F238E27FC236}">
                  <a16:creationId xmlns:a16="http://schemas.microsoft.com/office/drawing/2014/main" id="{0BE6D050-7474-4926-8C90-57404E293D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30425" y="1466850"/>
              <a:ext cx="114300" cy="1333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7482A5"/>
              </a:solidFill>
              <a:prstDash val="solid"/>
            </a:ln>
          </p:spPr>
        </p:sp>
        <p:sp>
          <p:nvSpPr>
            <p:cNvPr id="425" name="F1-temporal-mean-icon-0425-line">
              <a:extLst xmlns:a="http://schemas.openxmlformats.org/drawingml/2006/main">
                <a:ext uri="{FF2B5EF4-FFF2-40B4-BE49-F238E27FC236}">
                  <a16:creationId xmlns:a16="http://schemas.microsoft.com/office/drawing/2014/main" id="{E8733CC1-AE73-4FA1-8B09-6BA624AD76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411325" y="1657350"/>
              <a:ext cx="476250" cy="38100"/>
            </a:xfrm>
            <a:custGeom xmlns:a="http://schemas.openxmlformats.org/drawingml/2006/main">
              <a:pathLst>
                <a:path w="476250" h="38100">
                  <a:moveTo>
                    <a:pt x="0" y="0"/>
                  </a:moveTo>
                  <a:lnTo>
                    <a:pt x="0" y="38100"/>
                  </a:lnTo>
                  <a:lnTo>
                    <a:pt x="476250" y="38100"/>
                  </a:lnTo>
                  <a:lnTo>
                    <a:pt x="4762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7482A5"/>
              </a:solidFill>
              <a:prstDash val="solid"/>
            </a:ln>
          </p:spPr>
        </p:sp>
      </p:grpSp>
      <p:sp>
        <p:nvSpPr>
          <p:cNvPr id="426" name="F1-0426-text"/>
          <p:cNvSpPr txBox="1"/>
          <p:nvPr/>
        </p:nvSpPr>
        <p:spPr>
          <ns0:xfrm xmlns:ns0="http://schemas.openxmlformats.org/drawingml/2006/main">
            <ns0:off x="14160500" y="1752600"/>
            <ns0:ext cx="1041400" cy="249079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RMS scale</ns0:t>
            </ns0:r>
          </ns0:p>
        </p:txBody>
      </p:sp>
      <p:grpSp>
        <p:nvGrpSpPr>
          <p:cNvPr id="670" name="F1-difference-bound-icon"/>
          <p:cNvGrpSpPr/>
          <p:nvPr/>
        </p:nvGrpSpPr>
        <p:grpSpPr>
          <ns1:xfrm xmlns:ns1="http://schemas.openxmlformats.org/drawingml/2006/main">
            <ns1:off x="15535275" y="1447800"/>
            <ns1:ext cx="609600" cy="190500"/>
            <ns1:chOff x="15535275" y="1447800"/>
            <ns1:chExt cx="609600" cy="190500"/>
          </ns1:xfrm>
        </p:grpSpPr>
        <p:sp>
          <p:nvSpPr>
            <p:cNvPr id="427" name="F1-difference-bound-icon-0427-line">
              <a:extLst xmlns:a="http://schemas.openxmlformats.org/drawingml/2006/main">
                <a:ext uri="{FF2B5EF4-FFF2-40B4-BE49-F238E27FC236}">
                  <a16:creationId xmlns:a16="http://schemas.microsoft.com/office/drawing/2014/main" id="{36BFBB95-A838-4B8A-B426-F000345D69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535275" y="1543050"/>
              <a:ext cx="600075" cy="9525"/>
            </a:xfrm>
            <a:custGeom xmlns:a="http://schemas.openxmlformats.org/drawingml/2006/main">
              <a:pathLst>
                <a:path w="600075" h="9525">
                  <a:moveTo>
                    <a:pt x="0" y="0"/>
                  </a:moveTo>
                  <a:lnTo>
                    <a:pt x="6000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47625">
              <a:solidFill>
                <a:srgbClr val="7482A5"/>
              </a:solidFill>
              <a:prstDash val="solid"/>
            </a:ln>
          </p:spPr>
        </p:sp>
        <p:sp>
          <p:nvSpPr>
            <p:cNvPr id="428" name="F1-difference-bound-icon-0428-line">
              <a:extLst xmlns:a="http://schemas.openxmlformats.org/drawingml/2006/main">
                <a:ext uri="{FF2B5EF4-FFF2-40B4-BE49-F238E27FC236}">
                  <a16:creationId xmlns:a16="http://schemas.microsoft.com/office/drawing/2014/main" id="{3AC3F35C-35C1-4D1D-99FB-E0BE00D41A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535275" y="1447800"/>
              <a:ext cx="9525" cy="190500"/>
            </a:xfrm>
            <a:custGeom xmlns:a="http://schemas.openxmlformats.org/drawingml/2006/main"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252A32"/>
              </a:solidFill>
              <a:prstDash val="solid"/>
            </a:ln>
          </p:spPr>
        </p:sp>
        <p:sp>
          <p:nvSpPr>
            <p:cNvPr id="429" name="F1-difference-bound-icon-0429-line">
              <a:extLst xmlns:a="http://schemas.openxmlformats.org/drawingml/2006/main">
                <a:ext uri="{FF2B5EF4-FFF2-40B4-BE49-F238E27FC236}">
                  <a16:creationId xmlns:a16="http://schemas.microsoft.com/office/drawing/2014/main" id="{186B91F9-94D5-46C3-98A7-0C757C18BB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135350" y="1447800"/>
              <a:ext cx="9525" cy="190500"/>
            </a:xfrm>
            <a:custGeom xmlns:a="http://schemas.openxmlformats.org/drawingml/2006/main"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252A32"/>
              </a:solidFill>
              <a:prstDash val="solid"/>
            </a:ln>
          </p:spPr>
        </p:sp>
      </p:grpSp>
      <p:sp>
        <p:nvSpPr>
          <p:cNvPr id="430" name="F1-0430-text"/>
          <p:cNvSpPr txBox="1"/>
          <p:nvPr/>
        </p:nvSpPr>
        <p:spPr>
          <ns0:xfrm xmlns:ns0="http://schemas.openxmlformats.org/drawingml/2006/main">
            <ns0:off x="15363825" y="1775698"/>
            <ns0:ext cx="942975" cy="249079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Cap ±3σ</ns0:t>
            </ns0:r>
          </ns0:p>
        </p:txBody>
      </p:sp>
      <p:grpSp>
        <p:nvGrpSpPr>
          <p:cNvPr id="671" name="F1-route-431"/>
          <p:cNvGrpSpPr/>
          <p:nvPr/>
        </p:nvGrpSpPr>
        <p:grpSpPr>
          <ns1:xfrm xmlns:ns1="http://schemas.openxmlformats.org/drawingml/2006/main">
            <ns1:off x="14039850" y="1573054"/>
            <ns1:ext cx="133350" cy="73342"/>
            <ns1:chOff x="14039850" y="1573054"/>
            <ns1:chExt cx="133350" cy="73342"/>
          </ns1:xfrm>
        </p:grpSpPr>
        <p:sp>
          <p:nvSpPr>
            <p:cNvPr id="431" name="F1-route-431-0431-arrow-route">
              <a:extLst xmlns:a="http://schemas.openxmlformats.org/drawingml/2006/main">
                <a:ext uri="{FF2B5EF4-FFF2-40B4-BE49-F238E27FC236}">
                  <a16:creationId xmlns:a16="http://schemas.microsoft.com/office/drawing/2014/main" id="{3F927009-32B0-4AB2-809C-B99692D96E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039850" y="1609725"/>
              <a:ext cx="133350" cy="9525"/>
            </a:xfrm>
            <a:custGeom xmlns:a="http://schemas.openxmlformats.org/drawingml/2006/main"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7482A5"/>
              </a:solidFill>
              <a:prstDash val="solid"/>
            </a:ln>
          </p:spPr>
        </p:sp>
        <p:sp>
          <p:nvSpPr>
            <p:cNvPr id="432" name="F1-route-431-0432-custom">
              <a:extLst xmlns:a="http://schemas.openxmlformats.org/drawingml/2006/main">
                <a:ext uri="{FF2B5EF4-FFF2-40B4-BE49-F238E27FC236}">
                  <a16:creationId xmlns:a16="http://schemas.microsoft.com/office/drawing/2014/main" id="{ADCAA956-EA8A-4FA5-9E9B-74B48F9BFC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106525" y="1573054"/>
              <a:ext cx="66675" cy="73342"/>
            </a:xfrm>
            <a:custGeom xmlns:a="http://schemas.openxmlformats.org/drawingml/2006/main">
              <a:pathLst>
                <a:path w="66675" h="73342">
                  <a:moveTo>
                    <a:pt x="66675" y="36671"/>
                  </a:moveTo>
                  <a:lnTo>
                    <a:pt x="0" y="73342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grpSp>
        <p:nvGrpSpPr>
          <p:cNvPr id="672" name="F1-route-433"/>
          <p:cNvGrpSpPr/>
          <p:nvPr/>
        </p:nvGrpSpPr>
        <p:grpSpPr>
          <ns1:xfrm xmlns:ns1="http://schemas.openxmlformats.org/drawingml/2006/main">
            <ns1:off x="15192375" y="1573054"/>
            <ns1:ext cx="133350" cy="73342"/>
            <ns1:chOff x="15192375" y="1573054"/>
            <ns1:chExt cx="133350" cy="73342"/>
          </ns1:xfrm>
        </p:grpSpPr>
        <p:sp>
          <p:nvSpPr>
            <p:cNvPr id="433" name="F1-route-433-0433-arrow-route">
              <a:extLst xmlns:a="http://schemas.openxmlformats.org/drawingml/2006/main">
                <a:ext uri="{FF2B5EF4-FFF2-40B4-BE49-F238E27FC236}">
                  <a16:creationId xmlns:a16="http://schemas.microsoft.com/office/drawing/2014/main" id="{414F0151-0DEB-474B-BFEC-465FF80CC7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192375" y="1609725"/>
              <a:ext cx="133350" cy="9525"/>
            </a:xfrm>
            <a:custGeom xmlns:a="http://schemas.openxmlformats.org/drawingml/2006/main"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7482A5"/>
              </a:solidFill>
              <a:prstDash val="solid"/>
            </a:ln>
          </p:spPr>
        </p:sp>
        <p:sp>
          <p:nvSpPr>
            <p:cNvPr id="434" name="F1-route-433-0434-custom">
              <a:extLst xmlns:a="http://schemas.openxmlformats.org/drawingml/2006/main">
                <a:ext uri="{FF2B5EF4-FFF2-40B4-BE49-F238E27FC236}">
                  <a16:creationId xmlns:a16="http://schemas.microsoft.com/office/drawing/2014/main" id="{F7BD54D7-21FB-447D-9B3A-F1FC6046D3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259050" y="1573054"/>
              <a:ext cx="66675" cy="73342"/>
            </a:xfrm>
            <a:custGeom xmlns:a="http://schemas.openxmlformats.org/drawingml/2006/main">
              <a:pathLst>
                <a:path w="66675" h="73342">
                  <a:moveTo>
                    <a:pt x="66675" y="36671"/>
                  </a:moveTo>
                  <a:lnTo>
                    <a:pt x="0" y="73342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grpSp>
        <p:nvGrpSpPr>
          <p:cNvPr id="673" name="F1-route-435"/>
          <p:cNvGrpSpPr/>
          <p:nvPr/>
        </p:nvGrpSpPr>
        <p:grpSpPr>
          <ns1:xfrm xmlns:ns1="http://schemas.openxmlformats.org/drawingml/2006/main">
            <ns1:off x="13774579" y="2076450"/>
            <ns1:ext cx="2055971" cy="171450"/>
            <ns1:chOff x="13774579" y="2076450"/>
            <ns1:chExt cx="2055971" cy="171450"/>
          </ns1:xfrm>
        </p:grpSpPr>
        <p:sp>
          <p:nvSpPr>
            <p:cNvPr id="435" name="F1-route-435-0435-arrow-route">
              <a:extLst xmlns:a="http://schemas.openxmlformats.org/drawingml/2006/main">
                <a:ext uri="{FF2B5EF4-FFF2-40B4-BE49-F238E27FC236}">
                  <a16:creationId xmlns:a16="http://schemas.microsoft.com/office/drawing/2014/main" id="{BB3489A6-E236-40A5-B09B-4235918A60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11250" y="2076450"/>
              <a:ext cx="2019300" cy="171450"/>
            </a:xfrm>
            <a:custGeom xmlns:a="http://schemas.openxmlformats.org/drawingml/2006/main">
              <a:pathLst>
                <a:path w="2019300" h="171450">
                  <a:moveTo>
                    <a:pt x="2019300" y="0"/>
                  </a:moveTo>
                  <a:lnTo>
                    <a:pt x="2019300" y="85725"/>
                  </a:lnTo>
                  <a:lnTo>
                    <a:pt x="0" y="85725"/>
                  </a:lnTo>
                  <a:lnTo>
                    <a:pt x="0" y="1714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0003">
              <a:solidFill>
                <a:srgbClr val="7482A5"/>
              </a:solidFill>
              <a:prstDash val="solid"/>
            </a:ln>
          </p:spPr>
        </p:sp>
        <p:sp>
          <p:nvSpPr>
            <p:cNvPr id="436" name="F1-route-435-0436-custom">
              <a:extLst xmlns:a="http://schemas.openxmlformats.org/drawingml/2006/main">
                <a:ext uri="{FF2B5EF4-FFF2-40B4-BE49-F238E27FC236}">
                  <a16:creationId xmlns:a16="http://schemas.microsoft.com/office/drawing/2014/main" id="{C1E19319-BB5A-4507-A695-381E0ADD47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774579" y="2181225"/>
              <a:ext cx="73342" cy="66675"/>
            </a:xfrm>
            <a:custGeom xmlns:a="http://schemas.openxmlformats.org/drawingml/2006/main">
              <a:pathLst>
                <a:path w="73342" h="66675">
                  <a:moveTo>
                    <a:pt x="36671" y="66675"/>
                  </a:moveTo>
                  <a:lnTo>
                    <a:pt x="0" y="0"/>
                  </a:lnTo>
                  <a:lnTo>
                    <a:pt x="73342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437" name="F1-0437-roundRect">
            <a:extLst xmlns:a="http://schemas.openxmlformats.org/drawingml/2006/main">
              <a:ext uri="{FF2B5EF4-FFF2-40B4-BE49-F238E27FC236}">
                <a16:creationId xmlns:a16="http://schemas.microsoft.com/office/drawing/2014/main" id="{5F90259B-A54F-4EA3-AFA7-F81D606C90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125450" y="2247900"/>
            <a:ext cx="1381125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2383">
            <a:solidFill>
              <a:srgbClr val="DFAE9F"/>
            </a:solidFill>
            <a:prstDash val="solid"/>
          </a:ln>
        </p:spPr>
      </p:sp>
      <p:grpSp>
        <p:nvGrpSpPr>
          <p:cNvPr id="674" name="F1-add-base-icon"/>
          <p:cNvGrpSpPr/>
          <p:nvPr/>
        </p:nvGrpSpPr>
        <p:grpSpPr>
          <ns1:xfrm xmlns:ns1="http://schemas.openxmlformats.org/drawingml/2006/main">
            <ns1:off x="13258800" y="2371725"/>
            <ns1:ext cx="190500" cy="190500"/>
            <ns1:chOff x="13258800" y="2371725"/>
            <ns1:chExt cx="190500" cy="190500"/>
          </ns1:xfrm>
        </p:grpSpPr>
        <p:sp>
          <p:nvSpPr>
            <p:cNvPr id="438" name="F1-add-base-icon-0438-line">
              <a:extLst xmlns:a="http://schemas.openxmlformats.org/drawingml/2006/main">
                <a:ext uri="{FF2B5EF4-FFF2-40B4-BE49-F238E27FC236}">
                  <a16:creationId xmlns:a16="http://schemas.microsoft.com/office/drawing/2014/main" id="{0A2B69C7-21D4-4A42-946C-64DF9D0F92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58800" y="2466975"/>
              <a:ext cx="190500" cy="9525"/>
            </a:xfrm>
            <a:custGeom xmlns:a="http://schemas.openxmlformats.org/drawingml/2006/main"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C47156"/>
              </a:solidFill>
              <a:prstDash val="solid"/>
            </a:ln>
          </p:spPr>
        </p:sp>
        <p:sp>
          <p:nvSpPr>
            <p:cNvPr id="439" name="F1-add-base-icon-0439-line">
              <a:extLst xmlns:a="http://schemas.openxmlformats.org/drawingml/2006/main">
                <a:ext uri="{FF2B5EF4-FFF2-40B4-BE49-F238E27FC236}">
                  <a16:creationId xmlns:a16="http://schemas.microsoft.com/office/drawing/2014/main" id="{26FAFB5C-276A-43CB-A749-EC060182FC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54050" y="2371725"/>
              <a:ext cx="9525" cy="190500"/>
            </a:xfrm>
            <a:custGeom xmlns:a="http://schemas.openxmlformats.org/drawingml/2006/main"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C47156"/>
              </a:solidFill>
              <a:prstDash val="solid"/>
            </a:ln>
          </p:spPr>
        </p:sp>
      </p:grpSp>
      <p:sp>
        <p:nvSpPr>
          <p:cNvPr id="440" name="F1-0440-text"/>
          <p:cNvSpPr txBox="1"/>
          <p:nvPr/>
        </p:nvSpPr>
        <p:spPr>
          <ns0:xfrm xmlns:ns0="http://schemas.openxmlformats.org/drawingml/2006/main">
            <ns0:off x="13436600" y="2346484"/>
            <ns0:ext cx="109220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Add pulse</ns0:t>
            </ns0:r>
          </ns0:p>
        </p:txBody>
      </p:sp>
      <p:grpSp>
        <p:nvGrpSpPr>
          <p:cNvPr id="675" name="F1-route-441"/>
          <p:cNvGrpSpPr/>
          <p:nvPr/>
        </p:nvGrpSpPr>
        <p:grpSpPr>
          <ns1:xfrm xmlns:ns1="http://schemas.openxmlformats.org/drawingml/2006/main">
            <ns1:off x="14506575" y="2425065"/>
            <ns1:ext cx="352425" cy="83820"/>
            <ns1:chOff x="14506575" y="2425065"/>
            <ns1:chExt cx="352425" cy="83820"/>
          </ns1:xfrm>
        </p:grpSpPr>
        <p:sp>
          <p:nvSpPr>
            <p:cNvPr id="441" name="F1-route-441-0441-arrow-route">
              <a:extLst xmlns:a="http://schemas.openxmlformats.org/drawingml/2006/main">
                <a:ext uri="{FF2B5EF4-FFF2-40B4-BE49-F238E27FC236}">
                  <a16:creationId xmlns:a16="http://schemas.microsoft.com/office/drawing/2014/main" id="{126C528C-32A7-4CBC-8427-A0BDFAAFAE6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506575" y="2466975"/>
              <a:ext cx="352425" cy="9525"/>
            </a:xfrm>
            <a:custGeom xmlns:a="http://schemas.openxmlformats.org/drawingml/2006/main">
              <a:pathLst>
                <a:path w="352425" h="9525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1908">
              <a:solidFill>
                <a:srgbClr val="008C78"/>
              </a:solidFill>
              <a:prstDash val="solid"/>
            </a:ln>
          </p:spPr>
        </p:sp>
        <p:sp>
          <p:nvSpPr>
            <p:cNvPr id="442" name="F1-route-441-0442-custom">
              <a:extLst xmlns:a="http://schemas.openxmlformats.org/drawingml/2006/main">
                <a:ext uri="{FF2B5EF4-FFF2-40B4-BE49-F238E27FC236}">
                  <a16:creationId xmlns:a16="http://schemas.microsoft.com/office/drawing/2014/main" id="{6444B1A8-FCCF-4D5C-8D23-D8D83D18E8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82800" y="2425065"/>
              <a:ext cx="76200" cy="83820"/>
            </a:xfrm>
            <a:custGeom xmlns:a="http://schemas.openxmlformats.org/drawingml/2006/main">
              <a:pathLst>
                <a:path w="76200" h="83820">
                  <a:moveTo>
                    <a:pt x="76200" y="41910"/>
                  </a:moveTo>
                  <a:lnTo>
                    <a:pt x="0" y="83820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008C78"/>
            </a:solidFill>
            <a:ln xmlns:a="http://schemas.openxmlformats.org/drawingml/2006/main" w="953">
              <a:solidFill>
                <a:srgbClr val="008C78"/>
              </a:solidFill>
            </a:ln>
          </p:spPr>
        </p:sp>
      </p:grpSp>
      <p:sp>
        <p:nvSpPr>
          <p:cNvPr id="443" name="F1-0443-roundRect">
            <a:extLst xmlns:a="http://schemas.openxmlformats.org/drawingml/2006/main">
              <a:ext uri="{FF2B5EF4-FFF2-40B4-BE49-F238E27FC236}">
                <a16:creationId xmlns:a16="http://schemas.microsoft.com/office/drawing/2014/main" id="{5D1F1C63-6D27-45C6-ABBA-AB09F4C0721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859000" y="2247900"/>
            <a:ext cx="1609725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12383">
            <a:solidFill>
              <a:srgbClr val="8AC5B8"/>
            </a:solidFill>
            <a:prstDash val="solid"/>
          </a:ln>
        </p:spPr>
      </p:sp>
      <p:sp>
        <p:nvSpPr>
          <p:cNvPr id="447" name="F1-0447-text"/>
          <p:cNvSpPr txBox="1"/>
          <p:nvPr/>
        </p:nvSpPr>
        <p:spPr>
          <ns0:xfrm xmlns:ns0="http://schemas.openxmlformats.org/drawingml/2006/main">
            <ns0:off x="15354300" y="2346484"/>
            <ns0:ext cx="1057275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Replay</ns0:t>
            </ns0:r>
          </ns0:p>
        </p:txBody>
      </p:sp>
      <p:sp>
        <p:nvSpPr>
          <p:cNvPr id="448" name="F1-0448-roundRect">
            <a:extLst xmlns:a="http://schemas.openxmlformats.org/drawingml/2006/main">
              <a:ext uri="{FF2B5EF4-FFF2-40B4-BE49-F238E27FC236}">
                <a16:creationId xmlns:a16="http://schemas.microsoft.com/office/drawing/2014/main" id="{A0566178-B91F-49FE-A83C-AE4AE4144E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849100" y="1333500"/>
            <a:ext cx="828675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2383">
            <a:solidFill>
              <a:srgbClr val="8491B4"/>
            </a:solidFill>
            <a:prstDash val="solid"/>
          </a:ln>
        </p:spPr>
      </p:sp>
      <p:sp>
        <p:nvSpPr>
          <p:cNvPr id="677" name="F1-math-1250-145"/>
          <p:cNvSpPr txBox="1"/>
          <p:nvPr/>
        </p:nvSpPr>
        <p:spPr>
          <ns0:xfrm xmlns:ns0="http://schemas.openxmlformats.org/drawingml/2006/main">
            <ns0:off x="11915775" y="1362075"/>
            <ns0:ext cx="695325" cy="2857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1:8</ns0:t>
            </ns0:r>
          </ns0:p>
        </p:txBody>
      </p:sp>
      <p:sp>
        <p:nvSpPr>
          <p:cNvPr id="452" name="F1-0452-roundRect">
            <a:extLst xmlns:a="http://schemas.openxmlformats.org/drawingml/2006/main">
              <a:ext uri="{FF2B5EF4-FFF2-40B4-BE49-F238E27FC236}">
                <a16:creationId xmlns:a16="http://schemas.microsoft.com/office/drawing/2014/main" id="{EEE31104-9F1E-44B1-991E-6F119AF0EC1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68175" y="1685925"/>
            <a:ext cx="4762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482A5"/>
            </a:solidFill>
            <a:prstDash val="solid"/>
          </a:ln>
        </p:spPr>
      </p:sp>
      <p:sp>
        <p:nvSpPr>
          <p:cNvPr id="453" name="F1-0453-roundRect">
            <a:extLst xmlns:a="http://schemas.openxmlformats.org/drawingml/2006/main">
              <a:ext uri="{FF2B5EF4-FFF2-40B4-BE49-F238E27FC236}">
                <a16:creationId xmlns:a16="http://schemas.microsoft.com/office/drawing/2014/main" id="{54DF57E6-8276-4B21-9872-6C4466F1829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30075" y="1724025"/>
            <a:ext cx="476250" cy="238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482A5"/>
            </a:solidFill>
            <a:prstDash val="solid"/>
          </a:ln>
        </p:spPr>
      </p:sp>
      <p:sp>
        <p:nvSpPr>
          <p:cNvPr id="454" name="F1-0454-roundRect">
            <a:extLst xmlns:a="http://schemas.openxmlformats.org/drawingml/2006/main">
              <a:ext uri="{FF2B5EF4-FFF2-40B4-BE49-F238E27FC236}">
                <a16:creationId xmlns:a16="http://schemas.microsoft.com/office/drawing/2014/main" id="{7FF9864A-602C-4B46-A5AC-E5DDC874653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91975" y="1762125"/>
            <a:ext cx="476250" cy="2381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0478">
            <a:solidFill>
              <a:srgbClr val="7482A5"/>
            </a:solidFill>
            <a:prstDash val="solid"/>
          </a:ln>
        </p:spPr>
      </p:sp>
      <p:sp>
        <p:nvSpPr>
          <p:cNvPr id="455" name="F1-0455-line">
            <a:extLst xmlns:a="http://schemas.openxmlformats.org/drawingml/2006/main">
              <a:ext uri="{FF2B5EF4-FFF2-40B4-BE49-F238E27FC236}">
                <a16:creationId xmlns:a16="http://schemas.microsoft.com/office/drawing/2014/main" id="{07A564A9-C4B9-4481-82A9-4A9DB8D2B5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91975" y="1841500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456" name="F1-0456-line">
            <a:extLst xmlns:a="http://schemas.openxmlformats.org/drawingml/2006/main">
              <a:ext uri="{FF2B5EF4-FFF2-40B4-BE49-F238E27FC236}">
                <a16:creationId xmlns:a16="http://schemas.microsoft.com/office/drawing/2014/main" id="{08FFA352-305D-4B80-9593-B286CF311E4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991975" y="192087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457" name="F1-0457-line">
            <a:extLst xmlns:a="http://schemas.openxmlformats.org/drawingml/2006/main">
              <a:ext uri="{FF2B5EF4-FFF2-40B4-BE49-F238E27FC236}">
                <a16:creationId xmlns:a16="http://schemas.microsoft.com/office/drawing/2014/main" id="{6283EB37-4924-4743-9182-F7C041980F5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111038" y="1762125"/>
            <a:ext cx="9525" cy="238125"/>
          </a:xfrm>
          <a:custGeom xmlns:a="http://schemas.openxmlformats.org/drawingml/2006/main"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458" name="F1-0458-line">
            <a:extLst xmlns:a="http://schemas.openxmlformats.org/drawingml/2006/main">
              <a:ext uri="{FF2B5EF4-FFF2-40B4-BE49-F238E27FC236}">
                <a16:creationId xmlns:a16="http://schemas.microsoft.com/office/drawing/2014/main" id="{E39B3510-A181-4BEE-B927-E00F9483314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30100" y="1762125"/>
            <a:ext cx="9525" cy="238125"/>
          </a:xfrm>
          <a:custGeom xmlns:a="http://schemas.openxmlformats.org/drawingml/2006/main"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459" name="F1-0459-line">
            <a:extLst xmlns:a="http://schemas.openxmlformats.org/drawingml/2006/main">
              <a:ext uri="{FF2B5EF4-FFF2-40B4-BE49-F238E27FC236}">
                <a16:creationId xmlns:a16="http://schemas.microsoft.com/office/drawing/2014/main" id="{9224F428-881E-4B11-84CB-719479ACC32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49163" y="1762125"/>
            <a:ext cx="9525" cy="238125"/>
          </a:xfrm>
          <a:custGeom xmlns:a="http://schemas.openxmlformats.org/drawingml/2006/main"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grpSp>
        <p:nvGrpSpPr>
          <p:cNvPr id="678" name="F1-route-460"/>
          <p:cNvGrpSpPr/>
          <p:nvPr/>
        </p:nvGrpSpPr>
        <p:grpSpPr>
          <ns1:xfrm xmlns:ns1="http://schemas.openxmlformats.org/drawingml/2006/main">
            <ns1:off x="12677775" y="1572101"/>
            <ns1:ext cx="342900" cy="94297"/>
            <ns1:chOff x="12677775" y="1572101"/>
            <ns1:chExt cx="342900" cy="94297"/>
          </ns1:xfrm>
        </p:grpSpPr>
        <p:sp>
          <p:nvSpPr>
            <p:cNvPr id="460" name="F1-route-460-0460-arrow-route">
              <a:extLst xmlns:a="http://schemas.openxmlformats.org/drawingml/2006/main">
                <a:ext uri="{FF2B5EF4-FFF2-40B4-BE49-F238E27FC236}">
                  <a16:creationId xmlns:a16="http://schemas.microsoft.com/office/drawing/2014/main" id="{45252829-3CDF-4DE0-9EA6-5825BD160E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677775" y="1619250"/>
              <a:ext cx="342900" cy="9525"/>
            </a:xfrm>
            <a:custGeom xmlns:a="http://schemas.openxmlformats.org/drawingml/2006/main"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2860">
              <a:solidFill>
                <a:srgbClr val="7482A5"/>
              </a:solidFill>
              <a:prstDash val="solid"/>
            </a:ln>
          </p:spPr>
        </p:sp>
        <p:sp>
          <p:nvSpPr>
            <p:cNvPr id="461" name="F1-route-460-0461-custom">
              <a:extLst xmlns:a="http://schemas.openxmlformats.org/drawingml/2006/main">
                <a:ext uri="{FF2B5EF4-FFF2-40B4-BE49-F238E27FC236}">
                  <a16:creationId xmlns:a16="http://schemas.microsoft.com/office/drawing/2014/main" id="{663E67F7-4CC9-4443-97F6-5BEA3AAAA6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34950" y="1572101"/>
              <a:ext cx="85725" cy="94297"/>
            </a:xfrm>
            <a:custGeom xmlns:a="http://schemas.openxmlformats.org/drawingml/2006/main">
              <a:pathLst>
                <a:path w="85725" h="94297">
                  <a:moveTo>
                    <a:pt x="85725" y="47149"/>
                  </a:moveTo>
                  <a:lnTo>
                    <a:pt x="0" y="94297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679" name="F1-math-1257-234"/>
          <p:cNvSpPr txBox="1"/>
          <p:nvPr/>
        </p:nvSpPr>
        <p:spPr>
          <ns0:xfrm xmlns:ns0="http://schemas.openxmlformats.org/drawingml/2006/main">
            <ns0:off x="11906250" y="2276475"/>
            <ns0:ext cx="742950" cy="3143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ref</ns0:t>
            </ns0:r>
          </ns0:p>
        </p:txBody>
      </p:sp>
      <p:sp>
        <p:nvSpPr>
          <p:cNvPr id="464" name="F1-0464-text"/>
          <p:cNvSpPr txBox="1"/>
          <p:nvPr/>
        </p:nvSpPr>
        <p:spPr>
          <ns0:xfrm xmlns:ns0="http://schemas.openxmlformats.org/drawingml/2006/main">
            <ns0:off x="11953875" y="2562225"/>
            <ns0:ext cx="704850" cy="2819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(ref.)</ns0:t>
            </ns0:r>
          </ns0:p>
        </p:txBody>
      </p:sp>
      <p:grpSp>
        <p:nvGrpSpPr>
          <p:cNvPr id="680" name="F1-route-465"/>
          <p:cNvGrpSpPr/>
          <p:nvPr/>
        </p:nvGrpSpPr>
        <p:grpSpPr>
          <ns1:xfrm xmlns:ns1="http://schemas.openxmlformats.org/drawingml/2006/main">
            <ns1:off x="14759940" y="2686050"/>
            <ns1:ext cx="899160" cy="333375"/>
            <ns1:chOff x="14759940" y="2686050"/>
            <ns1:chExt cx="899160" cy="333375"/>
          </ns1:xfrm>
        </p:grpSpPr>
        <p:sp>
          <p:nvSpPr>
            <p:cNvPr id="465" name="F1-route-465-0465-arrow-route">
              <a:extLst xmlns:a="http://schemas.openxmlformats.org/drawingml/2006/main">
                <a:ext uri="{FF2B5EF4-FFF2-40B4-BE49-F238E27FC236}">
                  <a16:creationId xmlns:a16="http://schemas.microsoft.com/office/drawing/2014/main" id="{C77A8C75-8125-4646-B466-AD4F868131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01850" y="2686050"/>
              <a:ext cx="857250" cy="333375"/>
            </a:xfrm>
            <a:custGeom xmlns:a="http://schemas.openxmlformats.org/drawingml/2006/main">
              <a:pathLst>
                <a:path w="857250" h="333375">
                  <a:moveTo>
                    <a:pt x="857250" y="0"/>
                  </a:moveTo>
                  <a:lnTo>
                    <a:pt x="857250" y="219075"/>
                  </a:lnTo>
                  <a:lnTo>
                    <a:pt x="0" y="219075"/>
                  </a:lnTo>
                  <a:lnTo>
                    <a:pt x="0" y="3333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3813">
              <a:solidFill>
                <a:srgbClr val="008C78"/>
              </a:solidFill>
              <a:prstDash val="solid"/>
            </a:ln>
          </p:spPr>
        </p:sp>
        <p:sp>
          <p:nvSpPr>
            <p:cNvPr id="466" name="F1-route-465-0466-custom">
              <a:extLst xmlns:a="http://schemas.openxmlformats.org/drawingml/2006/main">
                <a:ext uri="{FF2B5EF4-FFF2-40B4-BE49-F238E27FC236}">
                  <a16:creationId xmlns:a16="http://schemas.microsoft.com/office/drawing/2014/main" id="{69B58B1F-F75C-4B81-9725-8F89F4B982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59940" y="2943225"/>
              <a:ext cx="83820" cy="76200"/>
            </a:xfrm>
            <a:custGeom xmlns:a="http://schemas.openxmlformats.org/drawingml/2006/main">
              <a:pathLst>
                <a:path w="83820" h="76200">
                  <a:moveTo>
                    <a:pt x="41910" y="76200"/>
                  </a:moveTo>
                  <a:lnTo>
                    <a:pt x="0" y="0"/>
                  </a:lnTo>
                  <a:lnTo>
                    <a:pt x="83820" y="0"/>
                  </a:lnTo>
                  <a:close/>
                </a:path>
              </a:pathLst>
            </a:custGeom>
            <a:solidFill xmlns:a="http://schemas.openxmlformats.org/drawingml/2006/main">
              <a:srgbClr val="008C78"/>
            </a:solidFill>
            <a:ln xmlns:a="http://schemas.openxmlformats.org/drawingml/2006/main" w="953">
              <a:solidFill>
                <a:srgbClr val="008C78"/>
              </a:solidFill>
            </a:ln>
          </p:spPr>
        </p:sp>
      </p:grpSp>
      <p:sp>
        <p:nvSpPr>
          <p:cNvPr id="467" name="F1-0467-roundRect">
            <a:extLst xmlns:a="http://schemas.openxmlformats.org/drawingml/2006/main">
              <a:ext uri="{FF2B5EF4-FFF2-40B4-BE49-F238E27FC236}">
                <a16:creationId xmlns:a16="http://schemas.microsoft.com/office/drawing/2014/main" id="{CFE330A9-B8BB-408E-868B-AAE770451E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77800" y="3019425"/>
            <a:ext cx="3762375" cy="1095375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grpSp>
        <p:nvGrpSpPr>
          <p:cNvPr id="681" name="F1-document-1365-326"/>
          <p:cNvGrpSpPr/>
          <p:nvPr/>
        </p:nvGrpSpPr>
        <p:grpSpPr>
          <ns1:xfrm xmlns:ns1="http://schemas.openxmlformats.org/drawingml/2006/main">
            <ns1:off x="13028866" y="3114675"/>
            <ns1:ext cx="159259" cy="219075"/>
            <ns1:chOff x="13028866" y="3114675"/>
            <ns1:chExt cx="159259" cy="219075"/>
          </ns1:xfrm>
        </p:grpSpPr>
        <p:sp>
          <p:nvSpPr>
            <p:cNvPr id="468" name="F1-document-1365-326-0468-custom">
              <a:extLst xmlns:a="http://schemas.openxmlformats.org/drawingml/2006/main">
                <a:ext uri="{FF2B5EF4-FFF2-40B4-BE49-F238E27FC236}">
                  <a16:creationId xmlns:a16="http://schemas.microsoft.com/office/drawing/2014/main" id="{376E76C2-4C9C-4788-AE58-DDF2AA44E74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28866" y="3114675"/>
              <a:ext cx="159258" cy="219075"/>
            </a:xfrm>
            <a:custGeom xmlns:a="http://schemas.openxmlformats.org/drawingml/2006/main">
              <a:pathLst>
                <a:path w="159258" h="219075">
                  <a:moveTo>
                    <a:pt x="0" y="0"/>
                  </a:moveTo>
                  <a:lnTo>
                    <a:pt x="108966" y="0"/>
                  </a:lnTo>
                  <a:lnTo>
                    <a:pt x="159258" y="54769"/>
                  </a:lnTo>
                  <a:lnTo>
                    <a:pt x="159258" y="219075"/>
                  </a:lnTo>
                  <a:lnTo>
                    <a:pt x="0" y="219075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68717D"/>
              </a:solidFill>
            </a:ln>
          </p:spPr>
        </p:sp>
        <p:sp>
          <p:nvSpPr>
            <p:cNvPr id="469" name="F1-document-1365-326-0469-line">
              <a:extLst xmlns:a="http://schemas.openxmlformats.org/drawingml/2006/main">
                <a:ext uri="{FF2B5EF4-FFF2-40B4-BE49-F238E27FC236}">
                  <a16:creationId xmlns:a16="http://schemas.microsoft.com/office/drawing/2014/main" id="{1F16224F-3411-4CA7-885E-78512CF60A5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37833" y="3114675"/>
              <a:ext cx="50292" cy="54769"/>
            </a:xfrm>
            <a:custGeom xmlns:a="http://schemas.openxmlformats.org/drawingml/2006/main">
              <a:pathLst>
                <a:path w="50292" h="54769">
                  <a:moveTo>
                    <a:pt x="0" y="0"/>
                  </a:moveTo>
                  <a:lnTo>
                    <a:pt x="0" y="54769"/>
                  </a:lnTo>
                  <a:lnTo>
                    <a:pt x="50292" y="54769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68717D"/>
              </a:solidFill>
              <a:prstDash val="solid"/>
            </a:ln>
          </p:spPr>
        </p:sp>
        <p:sp>
          <p:nvSpPr>
            <p:cNvPr id="470" name="F1-document-1365-326-0470-line">
              <a:extLst xmlns:a="http://schemas.openxmlformats.org/drawingml/2006/main">
                <a:ext uri="{FF2B5EF4-FFF2-40B4-BE49-F238E27FC236}">
                  <a16:creationId xmlns:a16="http://schemas.microsoft.com/office/drawing/2014/main" id="{8456095B-5C66-4DC1-B698-702589160A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62395" y="3207544"/>
              <a:ext cx="92202" cy="9525"/>
            </a:xfrm>
            <a:custGeom xmlns:a="http://schemas.openxmlformats.org/drawingml/2006/main">
              <a:pathLst>
                <a:path w="92202" h="9525">
                  <a:moveTo>
                    <a:pt x="0" y="0"/>
                  </a:moveTo>
                  <a:lnTo>
                    <a:pt x="92202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68717D"/>
              </a:solidFill>
              <a:prstDash val="solid"/>
            </a:ln>
          </p:spPr>
        </p:sp>
        <p:sp>
          <p:nvSpPr>
            <p:cNvPr id="471" name="F1-document-1365-326-0471-line">
              <a:extLst xmlns:a="http://schemas.openxmlformats.org/drawingml/2006/main">
                <a:ext uri="{FF2B5EF4-FFF2-40B4-BE49-F238E27FC236}">
                  <a16:creationId xmlns:a16="http://schemas.microsoft.com/office/drawing/2014/main" id="{AA96F269-DB90-418B-BAE2-7CB6C5A3CCE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62395" y="3243263"/>
              <a:ext cx="92202" cy="9525"/>
            </a:xfrm>
            <a:custGeom xmlns:a="http://schemas.openxmlformats.org/drawingml/2006/main">
              <a:pathLst>
                <a:path w="92202" h="9525">
                  <a:moveTo>
                    <a:pt x="0" y="0"/>
                  </a:moveTo>
                  <a:lnTo>
                    <a:pt x="92202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68717D"/>
              </a:solidFill>
              <a:prstDash val="solid"/>
            </a:ln>
          </p:spPr>
        </p:sp>
        <p:sp>
          <p:nvSpPr>
            <p:cNvPr id="472" name="F1-document-1365-326-0472-line">
              <a:extLst xmlns:a="http://schemas.openxmlformats.org/drawingml/2006/main">
                <a:ext uri="{FF2B5EF4-FFF2-40B4-BE49-F238E27FC236}">
                  <a16:creationId xmlns:a16="http://schemas.microsoft.com/office/drawing/2014/main" id="{F906AF31-9876-4FB1-9C39-0A28F6FF20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62395" y="3278981"/>
              <a:ext cx="92202" cy="9525"/>
            </a:xfrm>
            <a:custGeom xmlns:a="http://schemas.openxmlformats.org/drawingml/2006/main">
              <a:pathLst>
                <a:path w="92202" h="9525">
                  <a:moveTo>
                    <a:pt x="0" y="0"/>
                  </a:moveTo>
                  <a:lnTo>
                    <a:pt x="92202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68717D"/>
              </a:solidFill>
              <a:prstDash val="solid"/>
            </a:ln>
          </p:spPr>
        </p:sp>
      </p:grpSp>
      <p:sp>
        <p:nvSpPr>
          <p:cNvPr id="473" name="F1-0473-text"/>
          <p:cNvSpPr txBox="1"/>
          <p:nvPr/>
        </p:nvSpPr>
        <p:spPr>
          <ns0:xfrm xmlns:ns0="http://schemas.openxmlformats.org/drawingml/2006/main">
            <ns0:off x="13306425" y="3077766"/>
            <ns0:ext cx="2105025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Replay audit</ns0:t>
            </ns0:r>
          </ns0:p>
        </p:txBody>
      </p:sp>
      <p:sp>
        <p:nvSpPr>
          <p:cNvPr id="474" name="F1-0474-text"/>
          <p:cNvSpPr txBox="1"/>
          <p:nvPr/>
        </p:nvSpPr>
        <p:spPr>
          <ns0:xfrm xmlns:ns0="http://schemas.openxmlformats.org/drawingml/2006/main">
            <ns0:off x="15582900" y="3098800"/>
            <ns0:ext cx="965200" cy="22717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(all trials)</ns0:t>
            </ns0:r>
          </ns0:p>
        </p:txBody>
      </p:sp>
      <p:sp>
        <p:nvSpPr>
          <p:cNvPr id="475" name="F1-0475-roundRect">
            <a:extLst xmlns:a="http://schemas.openxmlformats.org/drawingml/2006/main">
              <a:ext uri="{FF2B5EF4-FFF2-40B4-BE49-F238E27FC236}">
                <a16:creationId xmlns:a16="http://schemas.microsoft.com/office/drawing/2014/main" id="{A2BA7336-3E02-4BCE-A39E-E208A819D7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992100" y="3371850"/>
            <a:ext cx="94297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2383">
            <a:solidFill>
              <a:srgbClr val="DFAE9F"/>
            </a:solidFill>
            <a:prstDash val="solid"/>
          </a:ln>
        </p:spPr>
      </p:sp>
      <p:sp>
        <p:nvSpPr>
          <p:cNvPr id="682" name="F1-math-1384-360"/>
          <p:cNvSpPr txBox="1"/>
          <p:nvPr/>
        </p:nvSpPr>
        <p:spPr>
          <ns0:xfrm xmlns:ns0="http://schemas.openxmlformats.org/drawingml/2006/main">
            <ns0:off x="13058775" y="3400425"/>
            <ns0:ext cx="79057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exec</ns0:t>
            </ns0:r>
          </ns0:p>
        </p:txBody>
      </p:sp>
      <p:sp>
        <p:nvSpPr>
          <p:cNvPr id="478" name="F1-0478-text"/>
          <p:cNvSpPr txBox="1"/>
          <p:nvPr/>
        </p:nvSpPr>
        <p:spPr>
          <ns0:xfrm xmlns:ns0="http://schemas.openxmlformats.org/drawingml/2006/main">
            <ns0:off x="13044487" y="3667125"/>
            <ns0:ext cx="838200" cy="19431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executed</ns0:t>
            </ns0:r>
          </ns0:p>
        </p:txBody>
      </p:sp>
      <p:sp>
        <p:nvSpPr>
          <p:cNvPr id="479" name="F1-0479-roundRect">
            <a:extLst xmlns:a="http://schemas.openxmlformats.org/drawingml/2006/main">
              <a:ext uri="{FF2B5EF4-FFF2-40B4-BE49-F238E27FC236}">
                <a16:creationId xmlns:a16="http://schemas.microsoft.com/office/drawing/2014/main" id="{A80FB996-B893-42F6-967C-F99E90D03B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011275" y="3371850"/>
            <a:ext cx="1047750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12383">
            <a:solidFill>
              <a:srgbClr val="8AC5B8"/>
            </a:solidFill>
            <a:prstDash val="solid"/>
          </a:ln>
        </p:spPr>
      </p:sp>
      <p:sp>
        <p:nvSpPr>
          <p:cNvPr id="683" name="F1-math-1490-362"/>
          <p:cNvSpPr txBox="1"/>
          <p:nvPr/>
        </p:nvSpPr>
        <p:spPr>
          <ns0:xfrm xmlns:ns0="http://schemas.openxmlformats.org/drawingml/2006/main">
            <ns0:off x="14239875" y="3400425"/>
            <ns0:ext cx="590550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õ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483" name="F1-0483-text"/>
          <p:cNvSpPr txBox="1"/>
          <p:nvPr/>
        </p:nvSpPr>
        <p:spPr>
          <ns0:xfrm xmlns:ns0="http://schemas.openxmlformats.org/drawingml/2006/main">
            <ns0:off x="14077950" y="3667125"/>
            <ns0:ext cx="914400" cy="19431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observed</ns0:t>
            </ns0:r>
          </ns0:p>
        </p:txBody>
      </p:sp>
      <p:sp>
        <p:nvSpPr>
          <p:cNvPr id="484" name="F1-0484-roundRect">
            <a:extLst xmlns:a="http://schemas.openxmlformats.org/drawingml/2006/main">
              <a:ext uri="{FF2B5EF4-FFF2-40B4-BE49-F238E27FC236}">
                <a16:creationId xmlns:a16="http://schemas.microsoft.com/office/drawing/2014/main" id="{306DF8D4-1BAE-45CA-A79A-C96286A23B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35225" y="3371850"/>
            <a:ext cx="1381125" cy="485775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2383">
            <a:solidFill>
              <a:srgbClr val="8491B4"/>
            </a:solidFill>
            <a:prstDash val="solid"/>
          </a:ln>
        </p:spPr>
      </p:sp>
      <p:sp>
        <p:nvSpPr>
          <p:cNvPr id="684" name="F1-math-1594-361"/>
          <p:cNvSpPr txBox="1"/>
          <p:nvPr/>
        </p:nvSpPr>
        <p:spPr>
          <ns0:xfrm xmlns:ns0="http://schemas.openxmlformats.org/drawingml/2006/main">
            <ns0:off x="15411450" y="3400425"/>
            <ns0:ext cx="762000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399</ns0:t>
            </ns0:r>
          </ns0:p>
        </p:txBody>
      </p:sp>
      <p:sp>
        <p:nvSpPr>
          <p:cNvPr id="489" name="F1-0489-text"/>
          <p:cNvSpPr txBox="1"/>
          <p:nvPr/>
        </p:nvSpPr>
        <p:spPr>
          <ns0:xfrm xmlns:ns0="http://schemas.openxmlformats.org/drawingml/2006/main">
            <ns0:off x="15163800" y="3667125"/>
            <ns0:ext cx="1308100" cy="19431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final reward</ns0:t>
            </ns0:r>
          </ns0:p>
        </p:txBody>
      </p:sp>
      <p:sp>
        <p:nvSpPr>
          <p:cNvPr id="490" name="F1-0490-roundRect">
            <a:extLst xmlns:a="http://schemas.openxmlformats.org/drawingml/2006/main">
              <a:ext uri="{FF2B5EF4-FFF2-40B4-BE49-F238E27FC236}">
                <a16:creationId xmlns:a16="http://schemas.microsoft.com/office/drawing/2014/main" id="{AA917648-B774-4F31-A659-75167E834F5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01625" y="3905250"/>
            <a:ext cx="971550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BC2CD"/>
            </a:solidFill>
            <a:prstDash val="solid"/>
          </a:ln>
        </p:spPr>
      </p:sp>
      <p:sp>
        <p:nvSpPr>
          <p:cNvPr id="491" name="F1-0491-text">
            <a:extLst xmlns:a="http://schemas.openxmlformats.org/drawingml/2006/main">
              <a:ext uri="{FF2B5EF4-FFF2-40B4-BE49-F238E27FC236}">
                <a16:creationId xmlns:a16="http://schemas.microsoft.com/office/drawing/2014/main" id="{51926EA4-5C89-48A9-A9C4-9150425842F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3030200" y="3893106"/>
            <a:ext cx="9144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source</a:t>
            </a:r>
          </a:p>
        </p:txBody>
      </p:sp>
      <p:sp>
        <p:nvSpPr>
          <p:cNvPr id="492" name="F1-0492-roundRect">
            <a:extLst xmlns:a="http://schemas.openxmlformats.org/drawingml/2006/main">
              <a:ext uri="{FF2B5EF4-FFF2-40B4-BE49-F238E27FC236}">
                <a16:creationId xmlns:a16="http://schemas.microsoft.com/office/drawing/2014/main" id="{492CC0D4-B760-4D5D-81C5-FEDA2F0B60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039850" y="3905250"/>
            <a:ext cx="10572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BC2CD"/>
            </a:solidFill>
            <a:prstDash val="solid"/>
          </a:ln>
        </p:spPr>
      </p:sp>
      <p:sp>
        <p:nvSpPr>
          <p:cNvPr id="493" name="F1-0493-text"/>
          <p:cNvSpPr txBox="1"/>
          <p:nvPr/>
        </p:nvSpPr>
        <p:spPr>
          <ns0:xfrm xmlns:ns0="http://schemas.openxmlformats.org/drawingml/2006/main">
            <ns0:off x="14068425" y="3893106"/>
            <ns0:ext cx="1000125" cy="2052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endpoint</ns0:t>
            </ns0:r>
          </ns0:p>
        </p:txBody>
      </p:sp>
      <p:sp>
        <p:nvSpPr>
          <p:cNvPr id="494" name="F1-0494-roundRect">
            <a:extLst xmlns:a="http://schemas.openxmlformats.org/drawingml/2006/main">
              <a:ext uri="{FF2B5EF4-FFF2-40B4-BE49-F238E27FC236}">
                <a16:creationId xmlns:a16="http://schemas.microsoft.com/office/drawing/2014/main" id="{5FEB2193-68E6-443A-9A00-D2326F53885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63800" y="3905250"/>
            <a:ext cx="134302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BC2CD"/>
            </a:solidFill>
            <a:prstDash val="solid"/>
          </a:ln>
        </p:spPr>
      </p:sp>
      <p:sp>
        <p:nvSpPr>
          <p:cNvPr id="495" name="F1-0495-text"/>
          <p:cNvSpPr txBox="1"/>
          <p:nvPr/>
        </p:nvSpPr>
        <p:spPr>
          <ns0:xfrm xmlns:ns0="http://schemas.openxmlformats.org/drawingml/2006/main">
            <ns0:off x="15192375" y="3893106"/>
            <ns0:ext cx="1285875" cy="2052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seed / scale</ns0:t>
            </ns0:r>
          </ns0:p>
        </p:txBody>
      </p:sp>
      <p:grpSp>
        <p:nvGrpSpPr>
          <p:cNvPr id="685" name="F1-route-496"/>
          <p:cNvGrpSpPr/>
          <p:nvPr/>
        </p:nvGrpSpPr>
        <p:grpSpPr>
          <ns1:xfrm xmlns:ns1="http://schemas.openxmlformats.org/drawingml/2006/main">
            <ns1:off x="14759940" y="4114800"/>
            <ns1:ext cx="83820" cy="133350"/>
            <ns1:chOff x="14759940" y="4114800"/>
            <ns1:chExt cx="83820" cy="133350"/>
          </ns1:xfrm>
        </p:grpSpPr>
        <p:sp>
          <p:nvSpPr>
            <p:cNvPr id="496" name="F1-route-496-0496-arrow-route">
              <a:extLst xmlns:a="http://schemas.openxmlformats.org/drawingml/2006/main">
                <a:ext uri="{FF2B5EF4-FFF2-40B4-BE49-F238E27FC236}">
                  <a16:creationId xmlns:a16="http://schemas.microsoft.com/office/drawing/2014/main" id="{687AEB48-FA58-4E5A-813B-268AF8CE52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01850" y="4114800"/>
              <a:ext cx="9525" cy="133350"/>
            </a:xfrm>
            <a:custGeom xmlns:a="http://schemas.openxmlformats.org/drawingml/2006/main">
              <a:pathLst>
                <a:path w="9525" h="133350">
                  <a:moveTo>
                    <a:pt x="0" y="0"/>
                  </a:moveTo>
                  <a:lnTo>
                    <a:pt x="0" y="1333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1908">
              <a:solidFill>
                <a:srgbClr val="68717D"/>
              </a:solidFill>
              <a:prstDash val="solid"/>
            </a:ln>
          </p:spPr>
        </p:sp>
        <p:sp>
          <p:nvSpPr>
            <p:cNvPr id="497" name="F1-route-496-0497-custom">
              <a:extLst xmlns:a="http://schemas.openxmlformats.org/drawingml/2006/main">
                <a:ext uri="{FF2B5EF4-FFF2-40B4-BE49-F238E27FC236}">
                  <a16:creationId xmlns:a16="http://schemas.microsoft.com/office/drawing/2014/main" id="{D56A01B6-F663-42E2-8C6D-5F77B369B3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59940" y="4171950"/>
              <a:ext cx="83820" cy="76200"/>
            </a:xfrm>
            <a:custGeom xmlns:a="http://schemas.openxmlformats.org/drawingml/2006/main">
              <a:pathLst>
                <a:path w="83820" h="76200">
                  <a:moveTo>
                    <a:pt x="41910" y="76200"/>
                  </a:moveTo>
                  <a:lnTo>
                    <a:pt x="0" y="0"/>
                  </a:lnTo>
                  <a:lnTo>
                    <a:pt x="83820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sp>
        <p:nvSpPr>
          <p:cNvPr id="498" name="F1-0498-roundRect">
            <a:extLst xmlns:a="http://schemas.openxmlformats.org/drawingml/2006/main">
              <a:ext uri="{FF2B5EF4-FFF2-40B4-BE49-F238E27FC236}">
                <a16:creationId xmlns:a16="http://schemas.microsoft.com/office/drawing/2014/main" id="{D7F84CD1-8112-434C-98F6-17FC83D6DB5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77800" y="4248150"/>
            <a:ext cx="3762375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grpSp>
        <p:nvGrpSpPr>
          <p:cNvPr id="686" name="F1-gear-1369-465"/>
          <p:cNvGrpSpPr/>
          <p:nvPr/>
        </p:nvGrpSpPr>
        <p:grpSpPr>
          <ns1:xfrm xmlns:ns1="http://schemas.openxmlformats.org/drawingml/2006/main">
            <ns1:off x="13046202" y="4435793"/>
            <ns1:ext cx="310896" cy="320040"/>
            <ns1:chOff x="13046202" y="4435793"/>
            <ns1:chExt cx="310896" cy="320040"/>
          </ns1:xfrm>
        </p:grpSpPr>
        <p:sp>
          <p:nvSpPr>
            <p:cNvPr id="499" name="F1-gear-1369-465-0499-custom">
              <a:extLst xmlns:a="http://schemas.openxmlformats.org/drawingml/2006/main">
                <a:ext uri="{FF2B5EF4-FFF2-40B4-BE49-F238E27FC236}">
                  <a16:creationId xmlns:a16="http://schemas.microsoft.com/office/drawing/2014/main" id="{53D76F9F-4B06-4456-B8FD-F9A974C896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46202" y="4435793"/>
              <a:ext cx="310896" cy="320040"/>
            </a:xfrm>
            <a:custGeom xmlns:a="http://schemas.openxmlformats.org/drawingml/2006/main">
              <a:pathLst>
                <a:path w="310896" h="320040">
                  <a:moveTo>
                    <a:pt x="310896" y="160020"/>
                  </a:moveTo>
                  <a:lnTo>
                    <a:pt x="307909" y="191238"/>
                  </a:lnTo>
                  <a:lnTo>
                    <a:pt x="272135" y="209775"/>
                  </a:lnTo>
                  <a:lnTo>
                    <a:pt x="260464" y="232253"/>
                  </a:lnTo>
                  <a:lnTo>
                    <a:pt x="265366" y="273171"/>
                  </a:lnTo>
                  <a:lnTo>
                    <a:pt x="241810" y="293072"/>
                  </a:lnTo>
                  <a:lnTo>
                    <a:pt x="203781" y="280139"/>
                  </a:lnTo>
                  <a:lnTo>
                    <a:pt x="180088" y="287538"/>
                  </a:lnTo>
                  <a:lnTo>
                    <a:pt x="155448" y="320040"/>
                  </a:lnTo>
                  <a:lnTo>
                    <a:pt x="125122" y="316965"/>
                  </a:lnTo>
                  <a:lnTo>
                    <a:pt x="107115" y="280139"/>
                  </a:lnTo>
                  <a:lnTo>
                    <a:pt x="85279" y="268125"/>
                  </a:lnTo>
                  <a:lnTo>
                    <a:pt x="45530" y="273171"/>
                  </a:lnTo>
                  <a:lnTo>
                    <a:pt x="26198" y="248922"/>
                  </a:lnTo>
                  <a:lnTo>
                    <a:pt x="38761" y="209775"/>
                  </a:lnTo>
                  <a:lnTo>
                    <a:pt x="31573" y="185385"/>
                  </a:lnTo>
                  <a:lnTo>
                    <a:pt x="0" y="160020"/>
                  </a:lnTo>
                  <a:lnTo>
                    <a:pt x="2987" y="128802"/>
                  </a:lnTo>
                  <a:lnTo>
                    <a:pt x="38761" y="110265"/>
                  </a:lnTo>
                  <a:lnTo>
                    <a:pt x="50432" y="87787"/>
                  </a:lnTo>
                  <a:lnTo>
                    <a:pt x="45530" y="46869"/>
                  </a:lnTo>
                  <a:lnTo>
                    <a:pt x="69086" y="26968"/>
                  </a:lnTo>
                  <a:lnTo>
                    <a:pt x="107115" y="39901"/>
                  </a:lnTo>
                  <a:lnTo>
                    <a:pt x="130808" y="32502"/>
                  </a:lnTo>
                  <a:lnTo>
                    <a:pt x="155448" y="0"/>
                  </a:lnTo>
                  <a:lnTo>
                    <a:pt x="185774" y="3075"/>
                  </a:lnTo>
                  <a:lnTo>
                    <a:pt x="203781" y="39901"/>
                  </a:lnTo>
                  <a:lnTo>
                    <a:pt x="225617" y="51915"/>
                  </a:lnTo>
                  <a:lnTo>
                    <a:pt x="265366" y="46869"/>
                  </a:lnTo>
                  <a:lnTo>
                    <a:pt x="284698" y="71118"/>
                  </a:lnTo>
                  <a:lnTo>
                    <a:pt x="272135" y="110265"/>
                  </a:lnTo>
                  <a:lnTo>
                    <a:pt x="279323" y="134655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25">
              <a:solidFill>
                <a:srgbClr val="68717D"/>
              </a:solidFill>
            </a:ln>
          </p:spPr>
        </p:sp>
        <p:sp>
          <p:nvSpPr>
            <p:cNvPr id="500" name="F1-gear-1369-465-0500-ellipse">
              <a:extLst xmlns:a="http://schemas.openxmlformats.org/drawingml/2006/main">
                <a:ext uri="{FF2B5EF4-FFF2-40B4-BE49-F238E27FC236}">
                  <a16:creationId xmlns:a16="http://schemas.microsoft.com/office/drawing/2014/main" id="{EE4F4158-FA46-44F3-97DB-23FF9F94B0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23926" y="4515803"/>
              <a:ext cx="155448" cy="16002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53">
              <a:solidFill>
                <a:srgbClr val="FFFFFF"/>
              </a:solidFill>
            </a:ln>
          </p:spPr>
        </p:sp>
      </p:grpSp>
      <p:sp>
        <p:nvSpPr>
          <p:cNvPr id="501" name="F1-0501-text"/>
          <p:cNvSpPr txBox="1"/>
          <p:nvPr/>
        </p:nvSpPr>
        <p:spPr>
          <ns0:xfrm xmlns:ns0="http://schemas.openxmlformats.org/drawingml/2006/main">
            <ns0:off x="13477875" y="4287441"/>
            <ns0:ext cx="2171700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Recovery windows</ns0:t>
            </ns0:r>
          </ns0:p>
        </p:txBody>
      </p:sp>
      <p:sp>
        <p:nvSpPr>
          <p:cNvPr id="502" name="F1-0502-text"/>
          <p:cNvSpPr txBox="1"/>
          <p:nvPr/>
        </p:nvSpPr>
        <p:spPr>
          <ns0:xfrm xmlns:ns0="http://schemas.openxmlformats.org/drawingml/2006/main">
            <ns0:off x="13462000" y="4610100"/>
            <ns0:ext cx="307340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Replay state + executed action</ns0:t>
            </ns0:r>
          </ns0:p>
        </p:txBody>
      </p:sp>
      <p:sp>
        <p:nvSpPr>
          <p:cNvPr id="687" name="F1-math-1677-452"/>
          <p:cNvSpPr txBox="1"/>
          <p:nvPr/>
        </p:nvSpPr>
        <p:spPr>
          <ns0:xfrm xmlns:ns0="http://schemas.openxmlformats.org/drawingml/2006/main">
            <ns0:off x="15925800" y="4295775"/>
            <ns0:ext cx="638175" cy="2762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 ≥ u</ns0:t>
            </ns0:r>
          </ns0:p>
        </p:txBody>
      </p:sp>
      <p:grpSp>
        <p:nvGrpSpPr>
          <p:cNvPr id="688" name="F1-route-505"/>
          <p:cNvGrpSpPr/>
          <p:nvPr/>
        </p:nvGrpSpPr>
        <p:grpSpPr>
          <ns1:xfrm xmlns:ns1="http://schemas.openxmlformats.org/drawingml/2006/main">
            <ns1:off x="14754701" y="4972050"/>
            <ns1:ext cx="94298" cy="200025"/>
            <ns1:chOff x="14754701" y="4972050"/>
            <ns1:chExt cx="94298" cy="200025"/>
          </ns1:xfrm>
        </p:grpSpPr>
        <p:sp>
          <p:nvSpPr>
            <p:cNvPr id="505" name="F1-route-505-0505-arrow-route">
              <a:extLst xmlns:a="http://schemas.openxmlformats.org/drawingml/2006/main">
                <a:ext uri="{FF2B5EF4-FFF2-40B4-BE49-F238E27FC236}">
                  <a16:creationId xmlns:a16="http://schemas.microsoft.com/office/drawing/2014/main" id="{622A6979-B308-40E3-AB0A-4CADD71CB0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01850" y="4972050"/>
              <a:ext cx="9525" cy="200025"/>
            </a:xfrm>
            <a:custGeom xmlns:a="http://schemas.openxmlformats.org/drawingml/2006/main"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2860">
              <a:solidFill>
                <a:srgbClr val="68717D"/>
              </a:solidFill>
              <a:prstDash val="solid"/>
            </a:ln>
          </p:spPr>
        </p:sp>
        <p:sp>
          <p:nvSpPr>
            <p:cNvPr id="506" name="F1-route-505-0506-custom">
              <a:extLst xmlns:a="http://schemas.openxmlformats.org/drawingml/2006/main">
                <a:ext uri="{FF2B5EF4-FFF2-40B4-BE49-F238E27FC236}">
                  <a16:creationId xmlns:a16="http://schemas.microsoft.com/office/drawing/2014/main" id="{EB812DA2-6747-40D4-AF3F-BAA18B5DDFB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54701" y="5086350"/>
              <a:ext cx="94298" cy="85725"/>
            </a:xfrm>
            <a:custGeom xmlns:a="http://schemas.openxmlformats.org/drawingml/2006/main">
              <a:pathLst>
                <a:path w="94298" h="85725">
                  <a:moveTo>
                    <a:pt x="47149" y="85725"/>
                  </a:moveTo>
                  <a:lnTo>
                    <a:pt x="0" y="0"/>
                  </a:lnTo>
                  <a:lnTo>
                    <a:pt x="94298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sp>
        <p:nvSpPr>
          <p:cNvPr id="507" name="F1-0507-roundRect">
            <a:extLst xmlns:a="http://schemas.openxmlformats.org/drawingml/2006/main">
              <a:ext uri="{FF2B5EF4-FFF2-40B4-BE49-F238E27FC236}">
                <a16:creationId xmlns:a16="http://schemas.microsoft.com/office/drawing/2014/main" id="{EBE141CB-636B-419D-8DA3-02FF1D7FE0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77800" y="5172075"/>
            <a:ext cx="3762375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grpSp>
        <p:nvGrpSpPr>
          <p:cNvPr id="689" name="F1-document-1365-550"/>
          <p:cNvGrpSpPr/>
          <p:nvPr/>
        </p:nvGrpSpPr>
        <p:grpSpPr>
          <ns1:xfrm xmlns:ns1="http://schemas.openxmlformats.org/drawingml/2006/main">
            <ns1:off x="13030105" y="5249037"/>
            <ns1:ext cx="166497" cy="236601"/>
            <ns1:chOff x="13030105" y="5249037"/>
            <ns1:chExt cx="166497" cy="236601"/>
          </ns1:xfrm>
        </p:grpSpPr>
        <p:sp>
          <p:nvSpPr>
            <p:cNvPr id="508" name="F1-document-1365-550-0508-custom">
              <a:extLst xmlns:a="http://schemas.openxmlformats.org/drawingml/2006/main">
                <a:ext uri="{FF2B5EF4-FFF2-40B4-BE49-F238E27FC236}">
                  <a16:creationId xmlns:a16="http://schemas.microsoft.com/office/drawing/2014/main" id="{D53BC259-DC2C-4BC7-AC29-E030F3C8B7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30105" y="5249037"/>
              <a:ext cx="166497" cy="236601"/>
            </a:xfrm>
            <a:custGeom xmlns:a="http://schemas.openxmlformats.org/drawingml/2006/main">
              <a:pathLst>
                <a:path w="166497" h="236601">
                  <a:moveTo>
                    <a:pt x="0" y="0"/>
                  </a:moveTo>
                  <a:lnTo>
                    <a:pt x="113919" y="0"/>
                  </a:lnTo>
                  <a:lnTo>
                    <a:pt x="166497" y="59150"/>
                  </a:lnTo>
                  <a:lnTo>
                    <a:pt x="166497" y="236601"/>
                  </a:lnTo>
                  <a:lnTo>
                    <a:pt x="0" y="236601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3C5488"/>
              </a:solidFill>
            </a:ln>
          </p:spPr>
        </p:sp>
        <p:sp>
          <p:nvSpPr>
            <p:cNvPr id="509" name="F1-document-1365-550-0509-line">
              <a:extLst xmlns:a="http://schemas.openxmlformats.org/drawingml/2006/main">
                <a:ext uri="{FF2B5EF4-FFF2-40B4-BE49-F238E27FC236}">
                  <a16:creationId xmlns:a16="http://schemas.microsoft.com/office/drawing/2014/main" id="{202DBD82-75CB-4E38-9793-5106EA3025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44024" y="5249037"/>
              <a:ext cx="52578" cy="59150"/>
            </a:xfrm>
            <a:custGeom xmlns:a="http://schemas.openxmlformats.org/drawingml/2006/main">
              <a:pathLst>
                <a:path w="52578" h="59150">
                  <a:moveTo>
                    <a:pt x="0" y="0"/>
                  </a:moveTo>
                  <a:lnTo>
                    <a:pt x="0" y="59150"/>
                  </a:lnTo>
                  <a:lnTo>
                    <a:pt x="52578" y="591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3C5488"/>
              </a:solidFill>
              <a:prstDash val="solid"/>
            </a:ln>
          </p:spPr>
        </p:sp>
        <p:sp>
          <p:nvSpPr>
            <p:cNvPr id="510" name="F1-document-1365-550-0510-line">
              <a:extLst xmlns:a="http://schemas.openxmlformats.org/drawingml/2006/main">
                <a:ext uri="{FF2B5EF4-FFF2-40B4-BE49-F238E27FC236}">
                  <a16:creationId xmlns:a16="http://schemas.microsoft.com/office/drawing/2014/main" id="{1F0B59A8-7B1C-4C18-BE46-C179606C4A2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65157" y="5349335"/>
              <a:ext cx="96393" cy="9525"/>
            </a:xfrm>
            <a:custGeom xmlns:a="http://schemas.openxmlformats.org/drawingml/2006/main">
              <a:pathLst>
                <a:path w="96393" h="9525">
                  <a:moveTo>
                    <a:pt x="0" y="0"/>
                  </a:moveTo>
                  <a:lnTo>
                    <a:pt x="96393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3C5488"/>
              </a:solidFill>
              <a:prstDash val="solid"/>
            </a:ln>
          </p:spPr>
        </p:sp>
        <p:sp>
          <p:nvSpPr>
            <p:cNvPr id="511" name="F1-document-1365-550-0511-line">
              <a:extLst xmlns:a="http://schemas.openxmlformats.org/drawingml/2006/main">
                <a:ext uri="{FF2B5EF4-FFF2-40B4-BE49-F238E27FC236}">
                  <a16:creationId xmlns:a16="http://schemas.microsoft.com/office/drawing/2014/main" id="{9900D9C3-F14F-4B39-89DF-9C6E413C14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65157" y="5387912"/>
              <a:ext cx="96393" cy="9525"/>
            </a:xfrm>
            <a:custGeom xmlns:a="http://schemas.openxmlformats.org/drawingml/2006/main">
              <a:pathLst>
                <a:path w="96393" h="9525">
                  <a:moveTo>
                    <a:pt x="0" y="0"/>
                  </a:moveTo>
                  <a:lnTo>
                    <a:pt x="96393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3C5488"/>
              </a:solidFill>
              <a:prstDash val="solid"/>
            </a:ln>
          </p:spPr>
        </p:sp>
        <p:sp>
          <p:nvSpPr>
            <p:cNvPr id="512" name="F1-document-1365-550-0512-line">
              <a:extLst xmlns:a="http://schemas.openxmlformats.org/drawingml/2006/main">
                <a:ext uri="{FF2B5EF4-FFF2-40B4-BE49-F238E27FC236}">
                  <a16:creationId xmlns:a16="http://schemas.microsoft.com/office/drawing/2014/main" id="{3AE17175-416A-4057-96A0-288B130178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65157" y="5426488"/>
              <a:ext cx="96393" cy="9525"/>
            </a:xfrm>
            <a:custGeom xmlns:a="http://schemas.openxmlformats.org/drawingml/2006/main">
              <a:pathLst>
                <a:path w="96393" h="9525">
                  <a:moveTo>
                    <a:pt x="0" y="0"/>
                  </a:moveTo>
                  <a:lnTo>
                    <a:pt x="96393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3C5488"/>
              </a:solidFill>
              <a:prstDash val="solid"/>
            </a:ln>
          </p:spPr>
        </p:sp>
      </p:grpSp>
      <p:sp>
        <p:nvSpPr>
          <p:cNvPr id="513" name="F1-0513-text"/>
          <p:cNvSpPr txBox="1"/>
          <p:nvPr/>
        </p:nvSpPr>
        <p:spPr>
          <ns0:xfrm xmlns:ns0="http://schemas.openxmlformats.org/drawingml/2006/main">
            <ns0:off x="13315950" y="5220891"/>
            <ns0:ext cx="2047875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Recovery record</ns0:t>
            </ns0:r>
          </ns0:p>
        </p:txBody>
      </p:sp>
      <p:sp>
        <p:nvSpPr>
          <p:cNvPr id="514" name="F1-0514-text"/>
          <p:cNvSpPr txBox="1"/>
          <p:nvPr/>
        </p:nvSpPr>
        <p:spPr>
          <ns0:xfrm xmlns:ns0="http://schemas.openxmlformats.org/drawingml/2006/main">
            <ns0:off x="15621000" y="5268039"/>
            <ns0:ext cx="914400" cy="22717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(window)</ns0:t>
            </ns0:r>
          </ns0:p>
        </p:txBody>
      </p:sp>
      <p:sp>
        <p:nvSpPr>
          <p:cNvPr id="515" name="F1-0515-roundRect">
            <a:extLst xmlns:a="http://schemas.openxmlformats.org/drawingml/2006/main">
              <a:ext uri="{FF2B5EF4-FFF2-40B4-BE49-F238E27FC236}">
                <a16:creationId xmlns:a16="http://schemas.microsoft.com/office/drawing/2014/main" id="{E7634F9E-37E8-4696-94EB-EA810649C9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30200" y="5553075"/>
            <a:ext cx="3457575" cy="65722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2383">
            <a:solidFill>
              <a:srgbClr val="9BA9C3"/>
            </a:solidFill>
            <a:prstDash val="solid"/>
          </a:ln>
        </p:spPr>
      </p:sp>
      <p:sp>
        <p:nvSpPr>
          <p:cNvPr id="516" name="F1-0516-text"/>
          <p:cNvSpPr txBox="1"/>
          <p:nvPr/>
        </p:nvSpPr>
        <p:spPr>
          <ns0:xfrm xmlns:ns0="http://schemas.openxmlformats.org/drawingml/2006/main">
            <ns0:off x="13154025" y="5584984"/>
            <ns0:ext cx="152400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Replay state</ns0:t>
            </ns0:r>
          </ns0:p>
        </p:txBody>
      </p:sp>
      <p:sp>
        <p:nvSpPr>
          <p:cNvPr id="690" name="F1-math-1534-584"/>
          <p:cNvSpPr txBox="1"/>
          <p:nvPr/>
        </p:nvSpPr>
        <p:spPr>
          <ns0:xfrm xmlns:ns0="http://schemas.openxmlformats.org/drawingml/2006/main">
            <ns0:off x="14658975" y="5562600"/>
            <ns0:ext cx="42862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õ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519" name="F1-0519-text"/>
          <p:cNvSpPr txBox="1"/>
          <p:nvPr/>
        </p:nvSpPr>
        <p:spPr>
          <ns0:xfrm xmlns:ns0="http://schemas.openxmlformats.org/drawingml/2006/main">
            <ns0:off x="15106650" y="5606177"/>
            <ns0:ext cx="1019175" cy="22717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(current)</ns0:t>
            </ns0:r>
          </ns0:p>
        </p:txBody>
      </p:sp>
      <p:sp>
        <p:nvSpPr>
          <p:cNvPr id="524" name="F1-0524-roundRect">
            <a:extLst xmlns:a="http://schemas.openxmlformats.org/drawingml/2006/main">
              <a:ext uri="{FF2B5EF4-FFF2-40B4-BE49-F238E27FC236}">
                <a16:creationId xmlns:a16="http://schemas.microsoft.com/office/drawing/2014/main" id="{273B3A19-B276-4EFD-874B-3A8619E3F6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144500" y="5895975"/>
            <a:ext cx="685800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488"/>
            </a:solidFill>
            <a:prstDash val="solid"/>
          </a:ln>
        </p:spPr>
      </p:sp>
      <p:sp>
        <p:nvSpPr>
          <p:cNvPr id="528" name="F1-math-1413-621-0528-text"/>
          <p:cNvSpPr txBox="1"/>
          <p:nvPr/>
        </p:nvSpPr>
        <p:spPr>
          <ns0:xfrm xmlns:ns0="http://schemas.openxmlformats.org/drawingml/2006/main">
            <ns0:off x="13568410" y="5894784"/>
            <ns0:ext cx="139700" cy="249079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p</ns0:t>
            </ns0:r>
          </ns0:p>
        </p:txBody>
      </p:sp>
      <p:sp>
        <p:nvSpPr>
          <p:cNvPr id="529" name="F1-0529-roundRect">
            <a:extLst xmlns:a="http://schemas.openxmlformats.org/drawingml/2006/main">
              <a:ext uri="{FF2B5EF4-FFF2-40B4-BE49-F238E27FC236}">
                <a16:creationId xmlns:a16="http://schemas.microsoft.com/office/drawing/2014/main" id="{E733944E-6E1F-42F3-A298-316043E9B3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973175" y="5895975"/>
            <a:ext cx="685800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488"/>
            </a:solidFill>
            <a:prstDash val="solid"/>
          </a:ln>
        </p:spPr>
      </p:sp>
      <p:sp>
        <p:nvSpPr>
          <p:cNvPr id="533" name="F1-math-1500-621-0533-text"/>
          <p:cNvSpPr txBox="1"/>
          <p:nvPr/>
        </p:nvSpPr>
        <p:spPr>
          <ns0:xfrm xmlns:ns0="http://schemas.openxmlformats.org/drawingml/2006/main">
            <ns0:off x="14374749" y="5894784"/>
            <ns0:ext cx="130302" cy="249079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</ns0:t>
            </ns0:r>
          </ns0:p>
        </p:txBody>
      </p:sp>
      <p:sp>
        <p:nvSpPr>
          <p:cNvPr id="534" name="F1-0534-roundRect">
            <a:extLst xmlns:a="http://schemas.openxmlformats.org/drawingml/2006/main">
              <a:ext uri="{FF2B5EF4-FFF2-40B4-BE49-F238E27FC236}">
                <a16:creationId xmlns:a16="http://schemas.microsoft.com/office/drawing/2014/main" id="{1D2F605D-A93C-4A62-870A-9E9C7C2970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801850" y="5895975"/>
            <a:ext cx="685800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488"/>
            </a:solidFill>
            <a:prstDash val="solid"/>
          </a:ln>
        </p:spPr>
      </p:sp>
      <p:grpSp>
        <p:nvGrpSpPr>
          <p:cNvPr id="694" name="F1-robot-1561-623"/>
          <p:cNvGrpSpPr/>
          <p:nvPr/>
        </p:nvGrpSpPr>
        <p:grpSpPr>
          <ns1:xfrm xmlns:ns1="http://schemas.openxmlformats.org/drawingml/2006/main">
            <ns1:off x="14899005" y="5956697"/>
            <ns1:ext cx="143256" cy="152924"/>
            <ns1:chOff x="14899005" y="5956697"/>
            <ns1:chExt cx="143256" cy="152924"/>
          </ns1:xfrm>
        </p:grpSpPr>
        <p:sp>
          <p:nvSpPr>
            <p:cNvPr id="535" name="F1-robot-1561-623-0535-custom">
              <a:extLst xmlns:a="http://schemas.openxmlformats.org/drawingml/2006/main">
                <a:ext uri="{FF2B5EF4-FFF2-40B4-BE49-F238E27FC236}">
                  <a16:creationId xmlns:a16="http://schemas.microsoft.com/office/drawing/2014/main" id="{2C5FDFE5-D7C9-441F-A2B4-97F7933D762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12178" y="6028182"/>
              <a:ext cx="15564" cy="66961"/>
            </a:xfrm>
            <a:custGeom xmlns:a="http://schemas.openxmlformats.org/drawingml/2006/main">
              <a:pathLst>
                <a:path w="15564" h="66961">
                  <a:moveTo>
                    <a:pt x="15564" y="66961"/>
                  </a:moveTo>
                  <a:lnTo>
                    <a:pt x="15564" y="0"/>
                  </a:lnTo>
                  <a:lnTo>
                    <a:pt x="0" y="0"/>
                  </a:lnTo>
                  <a:lnTo>
                    <a:pt x="0" y="66961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536" name="F1-robot-1561-623-0536-custom">
              <a:extLst xmlns:a="http://schemas.openxmlformats.org/drawingml/2006/main">
                <a:ext uri="{FF2B5EF4-FFF2-40B4-BE49-F238E27FC236}">
                  <a16:creationId xmlns:a16="http://schemas.microsoft.com/office/drawing/2014/main" id="{D777CB5B-545C-4F47-A00B-0DE3E533D8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14080" y="5961553"/>
              <a:ext cx="65100" cy="71726"/>
            </a:xfrm>
            <a:custGeom xmlns:a="http://schemas.openxmlformats.org/drawingml/2006/main">
              <a:pathLst>
                <a:path w="65100" h="71726">
                  <a:moveTo>
                    <a:pt x="11760" y="71726"/>
                  </a:moveTo>
                  <a:lnTo>
                    <a:pt x="65100" y="10195"/>
                  </a:lnTo>
                  <a:lnTo>
                    <a:pt x="53340" y="0"/>
                  </a:lnTo>
                  <a:lnTo>
                    <a:pt x="0" y="61532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537" name="F1-robot-1561-623-0537-custom">
              <a:extLst xmlns:a="http://schemas.openxmlformats.org/drawingml/2006/main">
                <a:ext uri="{FF2B5EF4-FFF2-40B4-BE49-F238E27FC236}">
                  <a16:creationId xmlns:a16="http://schemas.microsoft.com/office/drawing/2014/main" id="{FFA95719-BF67-4DCC-B767-10794FF8D5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67700" y="5961247"/>
              <a:ext cx="53110" cy="54241"/>
            </a:xfrm>
            <a:custGeom xmlns:a="http://schemas.openxmlformats.org/drawingml/2006/main">
              <a:pathLst>
                <a:path w="53110" h="54241">
                  <a:moveTo>
                    <a:pt x="0" y="10807"/>
                  </a:moveTo>
                  <a:lnTo>
                    <a:pt x="41910" y="54241"/>
                  </a:lnTo>
                  <a:lnTo>
                    <a:pt x="53110" y="43434"/>
                  </a:lnTo>
                  <a:lnTo>
                    <a:pt x="11200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538" name="F1-robot-1561-623-0538-custom">
              <a:extLst xmlns:a="http://schemas.openxmlformats.org/drawingml/2006/main">
                <a:ext uri="{FF2B5EF4-FFF2-40B4-BE49-F238E27FC236}">
                  <a16:creationId xmlns:a16="http://schemas.microsoft.com/office/drawing/2014/main" id="{5F11350B-990D-424C-A90B-13B99D248F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07741" y="6007901"/>
              <a:ext cx="24463" cy="36943"/>
            </a:xfrm>
            <a:custGeom xmlns:a="http://schemas.openxmlformats.org/drawingml/2006/main">
              <a:pathLst>
                <a:path w="24463" h="36943">
                  <a:moveTo>
                    <a:pt x="0" y="4368"/>
                  </a:moveTo>
                  <a:lnTo>
                    <a:pt x="9525" y="36943"/>
                  </a:lnTo>
                  <a:lnTo>
                    <a:pt x="24463" y="32575"/>
                  </a:lnTo>
                  <a:lnTo>
                    <a:pt x="14938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539" name="F1-robot-1561-623-0539-ellipse">
              <a:extLst xmlns:a="http://schemas.openxmlformats.org/drawingml/2006/main">
                <a:ext uri="{FF2B5EF4-FFF2-40B4-BE49-F238E27FC236}">
                  <a16:creationId xmlns:a16="http://schemas.microsoft.com/office/drawing/2014/main" id="{12D6988A-E0F2-4CD7-B754-976CA924A2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99005" y="6091523"/>
              <a:ext cx="45720" cy="18098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3C5488"/>
              </a:solidFill>
            </a:ln>
          </p:spPr>
        </p:sp>
        <p:sp>
          <p:nvSpPr>
            <p:cNvPr id="540" name="F1-robot-1561-623-0540-ellipse">
              <a:extLst xmlns:a="http://schemas.openxmlformats.org/drawingml/2006/main">
                <a:ext uri="{FF2B5EF4-FFF2-40B4-BE49-F238E27FC236}">
                  <a16:creationId xmlns:a16="http://schemas.microsoft.com/office/drawing/2014/main" id="{7040868E-10EB-4B8A-B9A4-94481E99A7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00910" y="6091523"/>
              <a:ext cx="41910" cy="10858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3C5488"/>
              </a:solidFill>
            </a:ln>
          </p:spPr>
        </p:sp>
        <p:sp>
          <p:nvSpPr>
            <p:cNvPr id="541" name="F1-robot-1561-623-0541-ellipse">
              <a:extLst xmlns:a="http://schemas.openxmlformats.org/drawingml/2006/main">
                <a:ext uri="{FF2B5EF4-FFF2-40B4-BE49-F238E27FC236}">
                  <a16:creationId xmlns:a16="http://schemas.microsoft.com/office/drawing/2014/main" id="{EC9F714A-47E9-457C-AE5A-05D11BA118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09102" y="6018228"/>
              <a:ext cx="21717" cy="19907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542" name="F1-robot-1561-623-0542-ellipse">
              <a:extLst xmlns:a="http://schemas.openxmlformats.org/drawingml/2006/main">
                <a:ext uri="{FF2B5EF4-FFF2-40B4-BE49-F238E27FC236}">
                  <a16:creationId xmlns:a16="http://schemas.microsoft.com/office/drawing/2014/main" id="{419D76FD-1944-4F17-9247-618FE250FB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62441" y="5956697"/>
              <a:ext cx="21717" cy="19907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543" name="F1-robot-1561-623-0543-ellipse">
              <a:extLst xmlns:a="http://schemas.openxmlformats.org/drawingml/2006/main">
                <a:ext uri="{FF2B5EF4-FFF2-40B4-BE49-F238E27FC236}">
                  <a16:creationId xmlns:a16="http://schemas.microsoft.com/office/drawing/2014/main" id="{13875261-B9F6-4DAF-B460-D83D6230DA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04352" y="6000131"/>
              <a:ext cx="21717" cy="19907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544" name="F1-robot-1561-623-0544-ellipse">
              <a:extLst xmlns:a="http://schemas.openxmlformats.org/drawingml/2006/main">
                <a:ext uri="{FF2B5EF4-FFF2-40B4-BE49-F238E27FC236}">
                  <a16:creationId xmlns:a16="http://schemas.microsoft.com/office/drawing/2014/main" id="{9202EE7B-18A7-4FD3-ACB1-21D57582FB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13877" y="6032706"/>
              <a:ext cx="21717" cy="19907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3C5488"/>
              </a:solidFill>
            </a:ln>
          </p:spPr>
        </p:sp>
        <p:sp>
          <p:nvSpPr>
            <p:cNvPr id="545" name="F1-robot-1561-623-0545-line">
              <a:extLst xmlns:a="http://schemas.openxmlformats.org/drawingml/2006/main">
                <a:ext uri="{FF2B5EF4-FFF2-40B4-BE49-F238E27FC236}">
                  <a16:creationId xmlns:a16="http://schemas.microsoft.com/office/drawing/2014/main" id="{8126CA70-2CED-4A51-B18E-5BCB1FE1E8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19782" y="6042660"/>
              <a:ext cx="17145" cy="12668"/>
            </a:xfrm>
            <a:custGeom xmlns:a="http://schemas.openxmlformats.org/drawingml/2006/main">
              <a:pathLst>
                <a:path w="17145" h="12668">
                  <a:moveTo>
                    <a:pt x="0" y="0"/>
                  </a:moveTo>
                  <a:lnTo>
                    <a:pt x="11621" y="12668"/>
                  </a:lnTo>
                  <a:lnTo>
                    <a:pt x="17145" y="1266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  <p:sp>
          <p:nvSpPr>
            <p:cNvPr id="546" name="F1-robot-1561-623-0546-line">
              <a:extLst xmlns:a="http://schemas.openxmlformats.org/drawingml/2006/main">
                <a:ext uri="{FF2B5EF4-FFF2-40B4-BE49-F238E27FC236}">
                  <a16:creationId xmlns:a16="http://schemas.microsoft.com/office/drawing/2014/main" id="{449A1682-E457-4A1F-9EA8-21D3C62E527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31212" y="6042660"/>
              <a:ext cx="11049" cy="10858"/>
            </a:xfrm>
            <a:custGeom xmlns:a="http://schemas.openxmlformats.org/drawingml/2006/main">
              <a:pathLst>
                <a:path w="11049" h="10858">
                  <a:moveTo>
                    <a:pt x="0" y="0"/>
                  </a:moveTo>
                  <a:lnTo>
                    <a:pt x="11049" y="1085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3C5488"/>
              </a:solidFill>
              <a:prstDash val="solid"/>
            </a:ln>
          </p:spPr>
        </p:sp>
      </p:grpSp>
      <p:sp>
        <p:nvSpPr>
          <p:cNvPr id="547" name="F1-math-1587-621-0547-text"/>
          <p:cNvSpPr txBox="1"/>
          <p:nvPr/>
        </p:nvSpPr>
        <p:spPr>
          <ns0:xfrm xmlns:ns0="http://schemas.openxmlformats.org/drawingml/2006/main">
            <ns0:off x="15186803" y="5894784"/>
            <ns0:ext cx="163544" cy="249079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q</ns0:t>
            </ns0:r>
          </ns0:p>
        </p:txBody>
      </p:sp>
      <p:sp>
        <p:nvSpPr>
          <p:cNvPr id="548" name="F1-0548-roundRect">
            <a:extLst xmlns:a="http://schemas.openxmlformats.org/drawingml/2006/main">
              <a:ext uri="{FF2B5EF4-FFF2-40B4-BE49-F238E27FC236}">
                <a16:creationId xmlns:a16="http://schemas.microsoft.com/office/drawing/2014/main" id="{39C30735-E50F-45E5-8A48-6158BBC24E1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630525" y="5895975"/>
            <a:ext cx="685800" cy="257175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C5488"/>
            </a:solidFill>
            <a:prstDash val="solid"/>
          </a:ln>
        </p:spPr>
      </p:sp>
      <p:grpSp>
        <p:nvGrpSpPr>
          <p:cNvPr id="695" name="F1-clock-1648-623"/>
          <p:cNvGrpSpPr/>
          <p:nvPr/>
        </p:nvGrpSpPr>
        <p:grpSpPr>
          <ns1:xfrm xmlns:ns1="http://schemas.openxmlformats.org/drawingml/2006/main">
            <ns1:off x="15706725" y="5939504"/>
            <ns1:ext cx="171450" cy="166497"/>
            <ns1:chOff x="15706725" y="5939504"/>
            <ns1:chExt cx="171450" cy="166497"/>
          </ns1:xfrm>
        </p:grpSpPr>
        <p:sp>
          <p:nvSpPr>
            <p:cNvPr id="549" name="F1-clock-1648-623-0549-ellipse">
              <a:extLst xmlns:a="http://schemas.openxmlformats.org/drawingml/2006/main">
                <a:ext uri="{FF2B5EF4-FFF2-40B4-BE49-F238E27FC236}">
                  <a16:creationId xmlns:a16="http://schemas.microsoft.com/office/drawing/2014/main" id="{296807AE-CE6B-4D1D-8D0B-5C845F49A4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706725" y="5939504"/>
              <a:ext cx="171450" cy="166497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3C5488"/>
              </a:solidFill>
            </a:ln>
          </p:spPr>
        </p:sp>
        <p:sp>
          <p:nvSpPr>
            <p:cNvPr id="550" name="F1-clock-1648-623-0550-line">
              <a:extLst xmlns:a="http://schemas.openxmlformats.org/drawingml/2006/main">
                <a:ext uri="{FF2B5EF4-FFF2-40B4-BE49-F238E27FC236}">
                  <a16:creationId xmlns:a16="http://schemas.microsoft.com/office/drawing/2014/main" id="{0ECC25A7-0591-4319-8A28-3955B796ADF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792450" y="5968460"/>
              <a:ext cx="41910" cy="57912"/>
            </a:xfrm>
            <a:custGeom xmlns:a="http://schemas.openxmlformats.org/drawingml/2006/main">
              <a:pathLst>
                <a:path w="41910" h="57912">
                  <a:moveTo>
                    <a:pt x="0" y="0"/>
                  </a:moveTo>
                  <a:lnTo>
                    <a:pt x="0" y="57912"/>
                  </a:lnTo>
                  <a:lnTo>
                    <a:pt x="41910" y="57912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3C5488"/>
              </a:solidFill>
              <a:prstDash val="solid"/>
            </a:ln>
          </p:spPr>
        </p:sp>
      </p:grpSp>
      <p:sp>
        <p:nvSpPr>
          <p:cNvPr id="551" name="F1-math-1674-621-0551-text"/>
          <p:cNvSpPr txBox="1"/>
          <p:nvPr/>
        </p:nvSpPr>
        <p:spPr>
          <ns0:xfrm xmlns:ns0="http://schemas.openxmlformats.org/drawingml/2006/main">
            <ns0:off x="16051911" y="5894784"/>
            <ns0:ext cx="292100" cy="249079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t/T</ns0:t>
            </ns0:r>
          </ns0:p>
        </p:txBody>
      </p:sp>
      <p:sp>
        <p:nvSpPr>
          <p:cNvPr id="552" name="F1-0552-roundRect">
            <a:extLst xmlns:a="http://schemas.openxmlformats.org/drawingml/2006/main">
              <a:ext uri="{FF2B5EF4-FFF2-40B4-BE49-F238E27FC236}">
                <a16:creationId xmlns:a16="http://schemas.microsoft.com/office/drawing/2014/main" id="{0866221E-6330-42D0-B767-29D8A0899A7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30200" y="6276975"/>
            <a:ext cx="3457575" cy="50482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12383">
            <a:solidFill>
              <a:srgbClr val="8AC5B8"/>
            </a:solidFill>
            <a:prstDash val="solid"/>
          </a:ln>
        </p:spPr>
      </p:sp>
      <p:grpSp>
        <p:nvGrpSpPr>
          <p:cNvPr id="696" name="F1-robot-1384-666"/>
          <p:cNvGrpSpPr/>
          <p:nvPr/>
        </p:nvGrpSpPr>
        <p:grpSpPr>
          <ns1:xfrm xmlns:ns1="http://schemas.openxmlformats.org/drawingml/2006/main">
            <ns1:off x="13235940" y="6386513"/>
            <ns1:ext cx="250698" cy="289750"/>
            <ns1:chOff x="13235940" y="6386513"/>
            <ns1:chExt cx="250698" cy="289750"/>
          </ns1:xfrm>
        </p:grpSpPr>
        <p:sp>
          <p:nvSpPr>
            <p:cNvPr id="553" name="F1-robot-1384-666-0553-custom">
              <a:extLst xmlns:a="http://schemas.openxmlformats.org/drawingml/2006/main">
                <a:ext uri="{FF2B5EF4-FFF2-40B4-BE49-F238E27FC236}">
                  <a16:creationId xmlns:a16="http://schemas.microsoft.com/office/drawing/2014/main" id="{2A2445AC-E125-4CD6-BF72-F865AEBE84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58276" y="6521958"/>
              <a:ext cx="28670" cy="126873"/>
            </a:xfrm>
            <a:custGeom xmlns:a="http://schemas.openxmlformats.org/drawingml/2006/main">
              <a:pathLst>
                <a:path w="28670" h="126873">
                  <a:moveTo>
                    <a:pt x="28670" y="126873"/>
                  </a:moveTo>
                  <a:lnTo>
                    <a:pt x="28670" y="0"/>
                  </a:lnTo>
                  <a:lnTo>
                    <a:pt x="0" y="0"/>
                  </a:lnTo>
                  <a:lnTo>
                    <a:pt x="0" y="126873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554" name="F1-robot-1384-666-0554-custom">
              <a:extLst xmlns:a="http://schemas.openxmlformats.org/drawingml/2006/main">
                <a:ext uri="{FF2B5EF4-FFF2-40B4-BE49-F238E27FC236}">
                  <a16:creationId xmlns:a16="http://schemas.microsoft.com/office/drawing/2014/main" id="{B658F811-CA7E-49BE-BC6D-B0DFC334812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61421" y="6396412"/>
              <a:ext cx="115726" cy="134505"/>
            </a:xfrm>
            <a:custGeom xmlns:a="http://schemas.openxmlformats.org/drawingml/2006/main">
              <a:pathLst>
                <a:path w="115726" h="134505">
                  <a:moveTo>
                    <a:pt x="22381" y="134505"/>
                  </a:moveTo>
                  <a:lnTo>
                    <a:pt x="115726" y="17919"/>
                  </a:lnTo>
                  <a:lnTo>
                    <a:pt x="93345" y="0"/>
                  </a:lnTo>
                  <a:lnTo>
                    <a:pt x="0" y="116586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555" name="F1-robot-1384-666-0555-custom">
              <a:extLst xmlns:a="http://schemas.openxmlformats.org/drawingml/2006/main">
                <a:ext uri="{FF2B5EF4-FFF2-40B4-BE49-F238E27FC236}">
                  <a16:creationId xmlns:a16="http://schemas.microsoft.com/office/drawing/2014/main" id="{0DEEFBC5-F172-4EA8-BD2F-E6BFDA6AC8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55254" y="6395834"/>
              <a:ext cx="94746" cy="101371"/>
            </a:xfrm>
            <a:custGeom xmlns:a="http://schemas.openxmlformats.org/drawingml/2006/main">
              <a:pathLst>
                <a:path w="94746" h="101371">
                  <a:moveTo>
                    <a:pt x="0" y="19075"/>
                  </a:moveTo>
                  <a:lnTo>
                    <a:pt x="73343" y="101371"/>
                  </a:lnTo>
                  <a:lnTo>
                    <a:pt x="94746" y="82296"/>
                  </a:lnTo>
                  <a:lnTo>
                    <a:pt x="21404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556" name="F1-robot-1384-666-0556-custom">
              <a:extLst xmlns:a="http://schemas.openxmlformats.org/drawingml/2006/main">
                <a:ext uri="{FF2B5EF4-FFF2-40B4-BE49-F238E27FC236}">
                  <a16:creationId xmlns:a16="http://schemas.microsoft.com/office/drawing/2014/main" id="{8EBBA0B7-857A-4654-B37A-90033FABD8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25459" y="6483931"/>
              <a:ext cx="44347" cy="69197"/>
            </a:xfrm>
            <a:custGeom xmlns:a="http://schemas.openxmlformats.org/drawingml/2006/main">
              <a:pathLst>
                <a:path w="44347" h="69197">
                  <a:moveTo>
                    <a:pt x="0" y="7475"/>
                  </a:moveTo>
                  <a:lnTo>
                    <a:pt x="16669" y="69197"/>
                  </a:lnTo>
                  <a:lnTo>
                    <a:pt x="44347" y="61722"/>
                  </a:lnTo>
                  <a:lnTo>
                    <a:pt x="27679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557" name="F1-robot-1384-666-0557-ellipse">
              <a:extLst xmlns:a="http://schemas.openxmlformats.org/drawingml/2006/main">
                <a:ext uri="{FF2B5EF4-FFF2-40B4-BE49-F238E27FC236}">
                  <a16:creationId xmlns:a16="http://schemas.microsoft.com/office/drawing/2014/main" id="{6D7CBD83-5199-4891-A69C-D5E5200EAF5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35940" y="6641973"/>
              <a:ext cx="80010" cy="3429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558" name="F1-robot-1384-666-0558-ellipse">
              <a:extLst xmlns:a="http://schemas.openxmlformats.org/drawingml/2006/main">
                <a:ext uri="{FF2B5EF4-FFF2-40B4-BE49-F238E27FC236}">
                  <a16:creationId xmlns:a16="http://schemas.microsoft.com/office/drawing/2014/main" id="{8AD49B51-E085-4105-8D08-3CE1A30F9BC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39274" y="6641973"/>
              <a:ext cx="73343" cy="2057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008C78"/>
              </a:solidFill>
            </a:ln>
          </p:spPr>
        </p:sp>
        <p:sp>
          <p:nvSpPr>
            <p:cNvPr id="559" name="F1-robot-1384-666-0559-ellipse">
              <a:extLst xmlns:a="http://schemas.openxmlformats.org/drawingml/2006/main">
                <a:ext uri="{FF2B5EF4-FFF2-40B4-BE49-F238E27FC236}">
                  <a16:creationId xmlns:a16="http://schemas.microsoft.com/office/drawing/2014/main" id="{5D2CBE43-2704-4141-B6B0-79D92BA79E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53609" y="6503099"/>
              <a:ext cx="38005" cy="37719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560" name="F1-robot-1384-666-0560-ellipse">
              <a:extLst xmlns:a="http://schemas.openxmlformats.org/drawingml/2006/main">
                <a:ext uri="{FF2B5EF4-FFF2-40B4-BE49-F238E27FC236}">
                  <a16:creationId xmlns:a16="http://schemas.microsoft.com/office/drawing/2014/main" id="{61FFCF1D-570B-4CBE-8B3D-D5AD9FB0546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46954" y="6386513"/>
              <a:ext cx="38005" cy="37719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561" name="F1-robot-1384-666-0561-ellipse">
              <a:extLst xmlns:a="http://schemas.openxmlformats.org/drawingml/2006/main">
                <a:ext uri="{FF2B5EF4-FFF2-40B4-BE49-F238E27FC236}">
                  <a16:creationId xmlns:a16="http://schemas.microsoft.com/office/drawing/2014/main" id="{C46D32CD-2DD5-4ED7-9A7A-BF9810AAAA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20296" y="6468809"/>
              <a:ext cx="38005" cy="37719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562" name="F1-robot-1384-666-0562-ellipse">
              <a:extLst xmlns:a="http://schemas.openxmlformats.org/drawingml/2006/main">
                <a:ext uri="{FF2B5EF4-FFF2-40B4-BE49-F238E27FC236}">
                  <a16:creationId xmlns:a16="http://schemas.microsoft.com/office/drawing/2014/main" id="{099E3958-C16F-43C2-8E33-B86A97ACE0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36965" y="6530531"/>
              <a:ext cx="38005" cy="37719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563" name="F1-robot-1384-666-0563-line">
              <a:extLst xmlns:a="http://schemas.openxmlformats.org/drawingml/2006/main">
                <a:ext uri="{FF2B5EF4-FFF2-40B4-BE49-F238E27FC236}">
                  <a16:creationId xmlns:a16="http://schemas.microsoft.com/office/drawing/2014/main" id="{A514E4FB-895D-4E9A-82B8-536C349B6B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47300" y="6549390"/>
              <a:ext cx="30004" cy="24003"/>
            </a:xfrm>
            <a:custGeom xmlns:a="http://schemas.openxmlformats.org/drawingml/2006/main">
              <a:pathLst>
                <a:path w="30004" h="24003">
                  <a:moveTo>
                    <a:pt x="0" y="0"/>
                  </a:moveTo>
                  <a:lnTo>
                    <a:pt x="20336" y="24003"/>
                  </a:lnTo>
                  <a:lnTo>
                    <a:pt x="30004" y="24003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008C78"/>
              </a:solidFill>
              <a:prstDash val="solid"/>
            </a:ln>
          </p:spPr>
        </p:sp>
        <p:sp>
          <p:nvSpPr>
            <p:cNvPr id="564" name="F1-robot-1384-666-0564-line">
              <a:extLst xmlns:a="http://schemas.openxmlformats.org/drawingml/2006/main">
                <a:ext uri="{FF2B5EF4-FFF2-40B4-BE49-F238E27FC236}">
                  <a16:creationId xmlns:a16="http://schemas.microsoft.com/office/drawing/2014/main" id="{1A66A066-880E-45E1-93D8-18AA2B5C85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67302" y="6549390"/>
              <a:ext cx="19336" cy="20574"/>
            </a:xfrm>
            <a:custGeom xmlns:a="http://schemas.openxmlformats.org/drawingml/2006/main">
              <a:pathLst>
                <a:path w="19336" h="20574">
                  <a:moveTo>
                    <a:pt x="0" y="0"/>
                  </a:moveTo>
                  <a:lnTo>
                    <a:pt x="19336" y="2057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008C78"/>
              </a:solidFill>
              <a:prstDash val="solid"/>
            </a:ln>
          </p:spPr>
        </p:sp>
      </p:grpSp>
      <p:sp>
        <p:nvSpPr>
          <p:cNvPr id="697" name="F1-math-1473-669"/>
          <p:cNvSpPr txBox="1"/>
          <p:nvPr/>
        </p:nvSpPr>
        <p:spPr>
          <ns0:xfrm xmlns:ns0="http://schemas.openxmlformats.org/drawingml/2006/main">
            <ns0:off x="13620750" y="6315075"/>
            <ns0:ext cx="1962150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= A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exec,t:t+16</ns0:t>
            </ns0:r>
          </ns0:p>
        </p:txBody>
      </p:sp>
      <p:sp>
        <p:nvSpPr>
          <p:cNvPr id="568" name="F1-0568-text"/>
          <p:cNvSpPr txBox="1"/>
          <p:nvPr/>
        </p:nvSpPr>
        <p:spPr>
          <ns0:xfrm xmlns:ns0="http://schemas.openxmlformats.org/drawingml/2006/main">
            <ns0:off x="13620750" y="6591300"/>
            <ns0:ext cx="1962150" cy="2052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(reference tail)</ns0:t>
            </ns0:r>
          </ns0:p>
        </p:txBody>
      </p:sp>
      <p:sp>
        <p:nvSpPr>
          <p:cNvPr id="569" name="F1-0569-roundRect">
            <a:extLst xmlns:a="http://schemas.openxmlformats.org/drawingml/2006/main">
              <a:ext uri="{FF2B5EF4-FFF2-40B4-BE49-F238E27FC236}">
                <a16:creationId xmlns:a16="http://schemas.microsoft.com/office/drawing/2014/main" id="{94D6574B-EC03-46BE-AB1D-938318097B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716250" y="6381750"/>
            <a:ext cx="628650" cy="285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10478">
            <a:solidFill>
              <a:srgbClr val="008C78"/>
            </a:solidFill>
            <a:prstDash val="solid"/>
          </a:ln>
        </p:spPr>
      </p:sp>
      <p:sp>
        <p:nvSpPr>
          <p:cNvPr id="570" name="F1-0570-line">
            <a:extLst xmlns:a="http://schemas.openxmlformats.org/drawingml/2006/main">
              <a:ext uri="{FF2B5EF4-FFF2-40B4-BE49-F238E27FC236}">
                <a16:creationId xmlns:a16="http://schemas.microsoft.com/office/drawing/2014/main" id="{DF4D7EDD-CD3D-40FC-9236-0272D811EB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716250" y="6477000"/>
            <a:ext cx="628650" cy="9525"/>
          </a:xfrm>
          <a:custGeom xmlns:a="http://schemas.openxmlformats.org/drawingml/2006/main">
            <a:pathLst>
              <a:path w="628650" h="952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8C78">
                <a:alpha val="65000"/>
              </a:srgbClr>
            </a:solidFill>
            <a:prstDash val="solid"/>
          </a:ln>
        </p:spPr>
      </p:sp>
      <p:sp>
        <p:nvSpPr>
          <p:cNvPr id="571" name="F1-0571-line">
            <a:extLst xmlns:a="http://schemas.openxmlformats.org/drawingml/2006/main">
              <a:ext uri="{FF2B5EF4-FFF2-40B4-BE49-F238E27FC236}">
                <a16:creationId xmlns:a16="http://schemas.microsoft.com/office/drawing/2014/main" id="{E84AA3E9-2A8C-4CED-83EC-236C6949B4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716250" y="6572250"/>
            <a:ext cx="628650" cy="9525"/>
          </a:xfrm>
          <a:custGeom xmlns:a="http://schemas.openxmlformats.org/drawingml/2006/main">
            <a:pathLst>
              <a:path w="628650" h="952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8C78">
                <a:alpha val="65000"/>
              </a:srgbClr>
            </a:solidFill>
            <a:prstDash val="solid"/>
          </a:ln>
        </p:spPr>
      </p:sp>
      <p:sp>
        <p:nvSpPr>
          <p:cNvPr id="572" name="F1-0572-line">
            <a:extLst xmlns:a="http://schemas.openxmlformats.org/drawingml/2006/main">
              <a:ext uri="{FF2B5EF4-FFF2-40B4-BE49-F238E27FC236}">
                <a16:creationId xmlns:a16="http://schemas.microsoft.com/office/drawing/2014/main" id="{ACD2C319-EA97-438B-A36B-4676695B277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821025" y="6381750"/>
            <a:ext cx="9525" cy="285750"/>
          </a:xfrm>
          <a:custGeom xmlns:a="http://schemas.openxmlformats.org/drawingml/2006/main"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8C78">
                <a:alpha val="65000"/>
              </a:srgbClr>
            </a:solidFill>
            <a:prstDash val="solid"/>
          </a:ln>
        </p:spPr>
      </p:sp>
      <p:sp>
        <p:nvSpPr>
          <p:cNvPr id="573" name="F1-0573-line">
            <a:extLst xmlns:a="http://schemas.openxmlformats.org/drawingml/2006/main">
              <a:ext uri="{FF2B5EF4-FFF2-40B4-BE49-F238E27FC236}">
                <a16:creationId xmlns:a16="http://schemas.microsoft.com/office/drawing/2014/main" id="{E9F3F6EF-97AA-4A99-9EED-0D50DEB8C4D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925800" y="6381750"/>
            <a:ext cx="9525" cy="285750"/>
          </a:xfrm>
          <a:custGeom xmlns:a="http://schemas.openxmlformats.org/drawingml/2006/main"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8C78">
                <a:alpha val="65000"/>
              </a:srgbClr>
            </a:solidFill>
            <a:prstDash val="solid"/>
          </a:ln>
        </p:spPr>
      </p:sp>
      <p:sp>
        <p:nvSpPr>
          <p:cNvPr id="574" name="F1-0574-line">
            <a:extLst xmlns:a="http://schemas.openxmlformats.org/drawingml/2006/main">
              <a:ext uri="{FF2B5EF4-FFF2-40B4-BE49-F238E27FC236}">
                <a16:creationId xmlns:a16="http://schemas.microsoft.com/office/drawing/2014/main" id="{89F44FD2-4FC5-46B7-850C-65023DA046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030575" y="6381750"/>
            <a:ext cx="9525" cy="285750"/>
          </a:xfrm>
          <a:custGeom xmlns:a="http://schemas.openxmlformats.org/drawingml/2006/main"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8C78">
                <a:alpha val="65000"/>
              </a:srgbClr>
            </a:solidFill>
            <a:prstDash val="solid"/>
          </a:ln>
        </p:spPr>
      </p:sp>
      <p:sp>
        <p:nvSpPr>
          <p:cNvPr id="575" name="F1-0575-line">
            <a:extLst xmlns:a="http://schemas.openxmlformats.org/drawingml/2006/main">
              <a:ext uri="{FF2B5EF4-FFF2-40B4-BE49-F238E27FC236}">
                <a16:creationId xmlns:a16="http://schemas.microsoft.com/office/drawing/2014/main" id="{1ED80A68-2B13-4DF8-A88E-237D36D94C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135350" y="6381750"/>
            <a:ext cx="9525" cy="285750"/>
          </a:xfrm>
          <a:custGeom xmlns:a="http://schemas.openxmlformats.org/drawingml/2006/main"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8C78">
                <a:alpha val="65000"/>
              </a:srgbClr>
            </a:solidFill>
            <a:prstDash val="solid"/>
          </a:ln>
        </p:spPr>
      </p:sp>
      <p:sp>
        <p:nvSpPr>
          <p:cNvPr id="576" name="F1-0576-line">
            <a:extLst xmlns:a="http://schemas.openxmlformats.org/drawingml/2006/main">
              <a:ext uri="{FF2B5EF4-FFF2-40B4-BE49-F238E27FC236}">
                <a16:creationId xmlns:a16="http://schemas.microsoft.com/office/drawing/2014/main" id="{89207707-1D51-4990-A45A-DB33601F5FB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240125" y="6381750"/>
            <a:ext cx="9525" cy="285750"/>
          </a:xfrm>
          <a:custGeom xmlns:a="http://schemas.openxmlformats.org/drawingml/2006/main"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8C78">
                <a:alpha val="65000"/>
              </a:srgbClr>
            </a:solidFill>
            <a:prstDash val="solid"/>
          </a:ln>
        </p:spPr>
      </p:sp>
      <p:sp>
        <p:nvSpPr>
          <p:cNvPr id="577" name="F1-0577-roundRect">
            <a:extLst xmlns:a="http://schemas.openxmlformats.org/drawingml/2006/main">
              <a:ext uri="{FF2B5EF4-FFF2-40B4-BE49-F238E27FC236}">
                <a16:creationId xmlns:a16="http://schemas.microsoft.com/office/drawing/2014/main" id="{ADA2CB3F-917D-4FE8-A853-43F812028E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30200" y="6858000"/>
            <a:ext cx="3457575" cy="257175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2383">
            <a:solidFill>
              <a:srgbClr val="9BA9C3"/>
            </a:solidFill>
            <a:prstDash val="solid"/>
          </a:ln>
        </p:spPr>
      </p:sp>
      <p:grpSp>
        <p:nvGrpSpPr>
          <p:cNvPr id="698" name="F1-document-1379-726"/>
          <p:cNvGrpSpPr/>
          <p:nvPr/>
        </p:nvGrpSpPr>
        <p:grpSpPr>
          <ns1:xfrm xmlns:ns1="http://schemas.openxmlformats.org/drawingml/2006/main">
            <ns1:off x="13152311" y="6921246"/>
            <ns1:ext cx="101346" cy="140208"/>
            <ns1:chOff x="13152311" y="6921246"/>
            <ns1:chExt cx="101346" cy="140208"/>
          </ns1:xfrm>
        </p:grpSpPr>
        <p:sp>
          <p:nvSpPr>
            <p:cNvPr id="578" name="F1-document-1379-726-0578-custom">
              <a:extLst xmlns:a="http://schemas.openxmlformats.org/drawingml/2006/main">
                <a:ext uri="{FF2B5EF4-FFF2-40B4-BE49-F238E27FC236}">
                  <a16:creationId xmlns:a16="http://schemas.microsoft.com/office/drawing/2014/main" id="{B068A36F-F3BD-4F1F-AE12-9CA5B18D22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52311" y="6921246"/>
              <a:ext cx="101346" cy="140208"/>
            </a:xfrm>
            <a:custGeom xmlns:a="http://schemas.openxmlformats.org/drawingml/2006/main">
              <a:pathLst>
                <a:path w="101346" h="140208">
                  <a:moveTo>
                    <a:pt x="0" y="0"/>
                  </a:moveTo>
                  <a:lnTo>
                    <a:pt x="69342" y="0"/>
                  </a:lnTo>
                  <a:lnTo>
                    <a:pt x="101346" y="35052"/>
                  </a:lnTo>
                  <a:lnTo>
                    <a:pt x="101346" y="140208"/>
                  </a:lnTo>
                  <a:lnTo>
                    <a:pt x="0" y="140208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68717D"/>
              </a:solidFill>
            </a:ln>
          </p:spPr>
        </p:sp>
        <p:sp>
          <p:nvSpPr>
            <p:cNvPr id="579" name="F1-document-1379-726-0579-line">
              <a:extLst xmlns:a="http://schemas.openxmlformats.org/drawingml/2006/main">
                <a:ext uri="{FF2B5EF4-FFF2-40B4-BE49-F238E27FC236}">
                  <a16:creationId xmlns:a16="http://schemas.microsoft.com/office/drawing/2014/main" id="{473423BA-528E-47B6-9899-E80323F4D2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21653" y="6921246"/>
              <a:ext cx="32004" cy="35052"/>
            </a:xfrm>
            <a:custGeom xmlns:a="http://schemas.openxmlformats.org/drawingml/2006/main">
              <a:pathLst>
                <a:path w="32004" h="35052">
                  <a:moveTo>
                    <a:pt x="0" y="0"/>
                  </a:moveTo>
                  <a:lnTo>
                    <a:pt x="0" y="35052"/>
                  </a:lnTo>
                  <a:lnTo>
                    <a:pt x="32004" y="35052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68717D"/>
              </a:solidFill>
              <a:prstDash val="solid"/>
            </a:ln>
          </p:spPr>
        </p:sp>
        <p:sp>
          <p:nvSpPr>
            <p:cNvPr id="580" name="F1-document-1379-726-0580-line">
              <a:extLst xmlns:a="http://schemas.openxmlformats.org/drawingml/2006/main">
                <a:ext uri="{FF2B5EF4-FFF2-40B4-BE49-F238E27FC236}">
                  <a16:creationId xmlns:a16="http://schemas.microsoft.com/office/drawing/2014/main" id="{4D41C5A3-426C-42FA-8CD0-CA13C160A2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73647" y="6980682"/>
              <a:ext cx="58674" cy="9525"/>
            </a:xfrm>
            <a:custGeom xmlns:a="http://schemas.openxmlformats.org/drawingml/2006/main">
              <a:pathLst>
                <a:path w="58674" h="9525">
                  <a:moveTo>
                    <a:pt x="0" y="0"/>
                  </a:moveTo>
                  <a:lnTo>
                    <a:pt x="5867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68717D"/>
              </a:solidFill>
              <a:prstDash val="solid"/>
            </a:ln>
          </p:spPr>
        </p:sp>
        <p:sp>
          <p:nvSpPr>
            <p:cNvPr id="581" name="F1-document-1379-726-0581-line">
              <a:extLst xmlns:a="http://schemas.openxmlformats.org/drawingml/2006/main">
                <a:ext uri="{FF2B5EF4-FFF2-40B4-BE49-F238E27FC236}">
                  <a16:creationId xmlns:a16="http://schemas.microsoft.com/office/drawing/2014/main" id="{9D3FA00E-0E0A-462E-A623-E1AD2A727E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73647" y="7003542"/>
              <a:ext cx="58674" cy="9525"/>
            </a:xfrm>
            <a:custGeom xmlns:a="http://schemas.openxmlformats.org/drawingml/2006/main">
              <a:pathLst>
                <a:path w="58674" h="9525">
                  <a:moveTo>
                    <a:pt x="0" y="0"/>
                  </a:moveTo>
                  <a:lnTo>
                    <a:pt x="5867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68717D"/>
              </a:solidFill>
              <a:prstDash val="solid"/>
            </a:ln>
          </p:spPr>
        </p:sp>
        <p:sp>
          <p:nvSpPr>
            <p:cNvPr id="582" name="F1-document-1379-726-0582-line">
              <a:extLst xmlns:a="http://schemas.openxmlformats.org/drawingml/2006/main">
                <a:ext uri="{FF2B5EF4-FFF2-40B4-BE49-F238E27FC236}">
                  <a16:creationId xmlns:a16="http://schemas.microsoft.com/office/drawing/2014/main" id="{0E9DF8B6-2A14-418A-B634-00BB5A84356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73647" y="7026402"/>
              <a:ext cx="58674" cy="9525"/>
            </a:xfrm>
            <a:custGeom xmlns:a="http://schemas.openxmlformats.org/drawingml/2006/main">
              <a:pathLst>
                <a:path w="58674" h="9525">
                  <a:moveTo>
                    <a:pt x="0" y="0"/>
                  </a:moveTo>
                  <a:lnTo>
                    <a:pt x="5867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68717D"/>
              </a:solidFill>
              <a:prstDash val="solid"/>
            </a:ln>
          </p:spPr>
        </p:sp>
      </p:grpSp>
      <p:sp>
        <p:nvSpPr>
          <p:cNvPr id="583" name="F1-0583-text"/>
          <p:cNvSpPr txBox="1"/>
          <p:nvPr/>
        </p:nvSpPr>
        <p:spPr>
          <ns0:xfrm xmlns:ns0="http://schemas.openxmlformats.org/drawingml/2006/main">
            <ns0:off x="13373100" y="6883400"/>
            <ns0:ext cx="3073400" cy="21621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source · u · t · seed · scale</ns0:t>
            </ns0:r>
          </ns0:p>
        </p:txBody>
      </p:sp>
      <p:grpSp>
        <p:nvGrpSpPr>
          <p:cNvPr id="699" name="F1-route-584"/>
          <p:cNvGrpSpPr/>
          <p:nvPr/>
        </p:nvGrpSpPr>
        <p:grpSpPr>
          <ns1:xfrm xmlns:ns1="http://schemas.openxmlformats.org/drawingml/2006/main">
            <ns1:off x="14759940" y="7229475"/>
            <ns1:ext cx="83820" cy="152400"/>
            <ns1:chOff x="14759940" y="7229475"/>
            <ns1:chExt cx="83820" cy="152400"/>
          </ns1:xfrm>
        </p:grpSpPr>
        <p:sp>
          <p:nvSpPr>
            <p:cNvPr id="584" name="F1-route-584-0584-arrow-route">
              <a:extLst xmlns:a="http://schemas.openxmlformats.org/drawingml/2006/main">
                <a:ext uri="{FF2B5EF4-FFF2-40B4-BE49-F238E27FC236}">
                  <a16:creationId xmlns:a16="http://schemas.microsoft.com/office/drawing/2014/main" id="{9C8C321E-4AC0-4CB1-8B89-208AC8A4204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01850" y="7229475"/>
              <a:ext cx="9525" cy="152400"/>
            </a:xfrm>
            <a:custGeom xmlns:a="http://schemas.openxmlformats.org/drawingml/2006/main"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1908">
              <a:solidFill>
                <a:srgbClr val="68717D"/>
              </a:solidFill>
              <a:prstDash val="solid"/>
            </a:ln>
          </p:spPr>
        </p:sp>
        <p:sp>
          <p:nvSpPr>
            <p:cNvPr id="585" name="F1-route-584-0585-custom">
              <a:extLst xmlns:a="http://schemas.openxmlformats.org/drawingml/2006/main">
                <a:ext uri="{FF2B5EF4-FFF2-40B4-BE49-F238E27FC236}">
                  <a16:creationId xmlns:a16="http://schemas.microsoft.com/office/drawing/2014/main" id="{3D60428B-3D40-44FA-BFA7-ACFAE1826E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59940" y="7305675"/>
              <a:ext cx="83820" cy="76200"/>
            </a:xfrm>
            <a:custGeom xmlns:a="http://schemas.openxmlformats.org/drawingml/2006/main">
              <a:pathLst>
                <a:path w="83820" h="76200">
                  <a:moveTo>
                    <a:pt x="41910" y="76200"/>
                  </a:moveTo>
                  <a:lnTo>
                    <a:pt x="0" y="0"/>
                  </a:lnTo>
                  <a:lnTo>
                    <a:pt x="83820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sp>
        <p:nvSpPr>
          <p:cNvPr id="586" name="F1-0586-roundRect">
            <a:extLst xmlns:a="http://schemas.openxmlformats.org/drawingml/2006/main">
              <a:ext uri="{FF2B5EF4-FFF2-40B4-BE49-F238E27FC236}">
                <a16:creationId xmlns:a16="http://schemas.microsoft.com/office/drawing/2014/main" id="{B9E024AF-2B5E-4EDB-8D2E-6FB34EE4A44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77800" y="7381875"/>
            <a:ext cx="3762375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BC2CD"/>
            </a:solidFill>
            <a:prstDash val="solid"/>
          </a:ln>
        </p:spPr>
      </p:sp>
      <p:grpSp>
        <p:nvGrpSpPr>
          <p:cNvPr id="700" name="F1-robot-1370-783"/>
          <p:cNvGrpSpPr/>
          <p:nvPr/>
        </p:nvGrpSpPr>
        <p:grpSpPr>
          <ns1:xfrm xmlns:ns1="http://schemas.openxmlformats.org/drawingml/2006/main">
            <ns1:off x="13113258" y="7508081"/>
            <ns1:ext cx="300838" cy="338043"/>
            <ns1:chOff x="13113258" y="7508081"/>
            <ns1:chExt cx="300838" cy="338043"/>
          </ns1:xfrm>
        </p:grpSpPr>
        <p:sp>
          <p:nvSpPr>
            <p:cNvPr id="587" name="F1-robot-1370-783-0587-custom">
              <a:extLst xmlns:a="http://schemas.openxmlformats.org/drawingml/2006/main">
                <a:ext uri="{FF2B5EF4-FFF2-40B4-BE49-F238E27FC236}">
                  <a16:creationId xmlns:a16="http://schemas.microsoft.com/office/drawing/2014/main" id="{14CB2449-6EC3-4FF8-BD80-713FAD1B44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40061" y="7666101"/>
              <a:ext cx="34404" cy="148018"/>
            </a:xfrm>
            <a:custGeom xmlns:a="http://schemas.openxmlformats.org/drawingml/2006/main">
              <a:pathLst>
                <a:path w="34404" h="148018">
                  <a:moveTo>
                    <a:pt x="34404" y="148018"/>
                  </a:moveTo>
                  <a:lnTo>
                    <a:pt x="34404" y="0"/>
                  </a:lnTo>
                  <a:lnTo>
                    <a:pt x="0" y="0"/>
                  </a:lnTo>
                  <a:lnTo>
                    <a:pt x="0" y="148018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68717D"/>
              </a:solidFill>
            </a:ln>
          </p:spPr>
        </p:sp>
        <p:sp>
          <p:nvSpPr>
            <p:cNvPr id="588" name="F1-robot-1370-783-0588-custom">
              <a:extLst xmlns:a="http://schemas.openxmlformats.org/drawingml/2006/main">
                <a:ext uri="{FF2B5EF4-FFF2-40B4-BE49-F238E27FC236}">
                  <a16:creationId xmlns:a16="http://schemas.microsoft.com/office/drawing/2014/main" id="{60331155-DDAA-4BF8-A232-3667BF00A4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43985" y="7519148"/>
              <a:ext cx="138572" cy="157888"/>
            </a:xfrm>
            <a:custGeom xmlns:a="http://schemas.openxmlformats.org/drawingml/2006/main">
              <a:pathLst>
                <a:path w="138572" h="157888">
                  <a:moveTo>
                    <a:pt x="26558" y="157888"/>
                  </a:moveTo>
                  <a:lnTo>
                    <a:pt x="138572" y="21871"/>
                  </a:lnTo>
                  <a:lnTo>
                    <a:pt x="112014" y="0"/>
                  </a:lnTo>
                  <a:lnTo>
                    <a:pt x="0" y="136017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68717D"/>
              </a:solidFill>
            </a:ln>
          </p:spPr>
        </p:sp>
        <p:sp>
          <p:nvSpPr>
            <p:cNvPr id="589" name="F1-robot-1370-783-0589-custom">
              <a:extLst xmlns:a="http://schemas.openxmlformats.org/drawingml/2006/main">
                <a:ext uri="{FF2B5EF4-FFF2-40B4-BE49-F238E27FC236}">
                  <a16:creationId xmlns:a16="http://schemas.microsoft.com/office/drawing/2014/main" id="{E179834B-2941-4D93-BC78-8F0535102C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56597" y="7518460"/>
              <a:ext cx="113372" cy="119260"/>
            </a:xfrm>
            <a:custGeom xmlns:a="http://schemas.openxmlformats.org/drawingml/2006/main">
              <a:pathLst>
                <a:path w="113372" h="119260">
                  <a:moveTo>
                    <a:pt x="0" y="23248"/>
                  </a:moveTo>
                  <a:lnTo>
                    <a:pt x="88011" y="119260"/>
                  </a:lnTo>
                  <a:lnTo>
                    <a:pt x="113372" y="96012"/>
                  </a:lnTo>
                  <a:lnTo>
                    <a:pt x="25361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68717D"/>
              </a:solidFill>
            </a:ln>
          </p:spPr>
        </p:sp>
        <p:sp>
          <p:nvSpPr>
            <p:cNvPr id="590" name="F1-robot-1370-783-0590-custom">
              <a:extLst xmlns:a="http://schemas.openxmlformats.org/drawingml/2006/main">
                <a:ext uri="{FF2B5EF4-FFF2-40B4-BE49-F238E27FC236}">
                  <a16:creationId xmlns:a16="http://schemas.microsoft.com/office/drawing/2014/main" id="{CF8DD499-383F-4FD9-8102-2A566A5C85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40714" y="7621492"/>
              <a:ext cx="53152" cy="81217"/>
            </a:xfrm>
            <a:custGeom xmlns:a="http://schemas.openxmlformats.org/drawingml/2006/main">
              <a:pathLst>
                <a:path w="53152" h="81217">
                  <a:moveTo>
                    <a:pt x="0" y="9208"/>
                  </a:moveTo>
                  <a:lnTo>
                    <a:pt x="20003" y="81217"/>
                  </a:lnTo>
                  <a:lnTo>
                    <a:pt x="53152" y="72009"/>
                  </a:lnTo>
                  <a:lnTo>
                    <a:pt x="33149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68717D"/>
              </a:solidFill>
            </a:ln>
          </p:spPr>
        </p:sp>
        <p:sp>
          <p:nvSpPr>
            <p:cNvPr id="591" name="F1-robot-1370-783-0591-ellipse">
              <a:extLst xmlns:a="http://schemas.openxmlformats.org/drawingml/2006/main">
                <a:ext uri="{FF2B5EF4-FFF2-40B4-BE49-F238E27FC236}">
                  <a16:creationId xmlns:a16="http://schemas.microsoft.com/office/drawing/2014/main" id="{223475B4-4031-4A69-85E2-FFE71A0291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13258" y="7806119"/>
              <a:ext cx="96012" cy="4000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68717D"/>
              </a:solidFill>
            </a:ln>
          </p:spPr>
        </p:sp>
        <p:sp>
          <p:nvSpPr>
            <p:cNvPr id="592" name="F1-robot-1370-783-0592-ellipse">
              <a:extLst xmlns:a="http://schemas.openxmlformats.org/drawingml/2006/main">
                <a:ext uri="{FF2B5EF4-FFF2-40B4-BE49-F238E27FC236}">
                  <a16:creationId xmlns:a16="http://schemas.microsoft.com/office/drawing/2014/main" id="{CB28A52F-9469-4613-83F2-A5AEC828C8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17259" y="7806119"/>
              <a:ext cx="88011" cy="2400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68717D"/>
              </a:solidFill>
            </a:ln>
          </p:spPr>
        </p:sp>
        <p:sp>
          <p:nvSpPr>
            <p:cNvPr id="593" name="F1-robot-1370-783-0593-ellipse">
              <a:extLst xmlns:a="http://schemas.openxmlformats.org/drawingml/2006/main">
                <a:ext uri="{FF2B5EF4-FFF2-40B4-BE49-F238E27FC236}">
                  <a16:creationId xmlns:a16="http://schemas.microsoft.com/office/drawing/2014/main" id="{8939655B-0018-492D-99DE-12D1B36915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34461" y="7644098"/>
              <a:ext cx="45606" cy="44006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68717D"/>
              </a:solidFill>
            </a:ln>
          </p:spPr>
        </p:sp>
        <p:sp>
          <p:nvSpPr>
            <p:cNvPr id="594" name="F1-robot-1370-783-0594-ellipse">
              <a:extLst xmlns:a="http://schemas.openxmlformats.org/drawingml/2006/main">
                <a:ext uri="{FF2B5EF4-FFF2-40B4-BE49-F238E27FC236}">
                  <a16:creationId xmlns:a16="http://schemas.microsoft.com/office/drawing/2014/main" id="{A0305B6F-8A68-44E2-AC2D-058666DC8E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46475" y="7508081"/>
              <a:ext cx="45606" cy="44006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68717D"/>
              </a:solidFill>
            </a:ln>
          </p:spPr>
        </p:sp>
        <p:sp>
          <p:nvSpPr>
            <p:cNvPr id="595" name="F1-robot-1370-783-0595-ellipse">
              <a:extLst xmlns:a="http://schemas.openxmlformats.org/drawingml/2006/main">
                <a:ext uri="{FF2B5EF4-FFF2-40B4-BE49-F238E27FC236}">
                  <a16:creationId xmlns:a16="http://schemas.microsoft.com/office/drawing/2014/main" id="{D3EAF0EC-D0CE-4C95-8ACE-25EA908F46C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34486" y="7604093"/>
              <a:ext cx="45606" cy="44006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68717D"/>
              </a:solidFill>
            </a:ln>
          </p:spPr>
        </p:sp>
        <p:sp>
          <p:nvSpPr>
            <p:cNvPr id="596" name="F1-robot-1370-783-0596-ellipse">
              <a:extLst xmlns:a="http://schemas.openxmlformats.org/drawingml/2006/main">
                <a:ext uri="{FF2B5EF4-FFF2-40B4-BE49-F238E27FC236}">
                  <a16:creationId xmlns:a16="http://schemas.microsoft.com/office/drawing/2014/main" id="{51BAE583-866A-4F83-A2BE-4B9657862CB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54488" y="7676102"/>
              <a:ext cx="45606" cy="44006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68717D"/>
              </a:solidFill>
            </a:ln>
          </p:spPr>
        </p:sp>
        <p:sp>
          <p:nvSpPr>
            <p:cNvPr id="597" name="F1-robot-1370-783-0597-line">
              <a:extLst xmlns:a="http://schemas.openxmlformats.org/drawingml/2006/main">
                <a:ext uri="{FF2B5EF4-FFF2-40B4-BE49-F238E27FC236}">
                  <a16:creationId xmlns:a16="http://schemas.microsoft.com/office/drawing/2014/main" id="{AC827449-4F47-4763-845E-229C530343F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66890" y="7698105"/>
              <a:ext cx="36005" cy="28004"/>
            </a:xfrm>
            <a:custGeom xmlns:a="http://schemas.openxmlformats.org/drawingml/2006/main">
              <a:pathLst>
                <a:path w="36005" h="28004">
                  <a:moveTo>
                    <a:pt x="0" y="0"/>
                  </a:moveTo>
                  <a:lnTo>
                    <a:pt x="24403" y="28004"/>
                  </a:lnTo>
                  <a:lnTo>
                    <a:pt x="36005" y="2800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8717D"/>
              </a:solidFill>
              <a:prstDash val="solid"/>
            </a:ln>
          </p:spPr>
        </p:sp>
        <p:sp>
          <p:nvSpPr>
            <p:cNvPr id="598" name="F1-robot-1370-783-0598-line">
              <a:extLst xmlns:a="http://schemas.openxmlformats.org/drawingml/2006/main">
                <a:ext uri="{FF2B5EF4-FFF2-40B4-BE49-F238E27FC236}">
                  <a16:creationId xmlns:a16="http://schemas.microsoft.com/office/drawing/2014/main" id="{EADF6703-7865-4A8C-AA55-21DF25C4B4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90893" y="7698105"/>
              <a:ext cx="23203" cy="24003"/>
            </a:xfrm>
            <a:custGeom xmlns:a="http://schemas.openxmlformats.org/drawingml/2006/main">
              <a:pathLst>
                <a:path w="23203" h="24003">
                  <a:moveTo>
                    <a:pt x="0" y="0"/>
                  </a:moveTo>
                  <a:lnTo>
                    <a:pt x="23203" y="24003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68717D"/>
              </a:solidFill>
              <a:prstDash val="solid"/>
            </a:ln>
          </p:spPr>
        </p:sp>
      </p:grpSp>
      <p:sp>
        <p:nvSpPr>
          <p:cNvPr id="599" name="F1-0599-text"/>
          <p:cNvSpPr txBox="1"/>
          <p:nvPr/>
        </p:nvSpPr>
        <p:spPr>
          <ns0:xfrm xmlns:ns0="http://schemas.openxmlformats.org/drawingml/2006/main">
            <ns0:off x="13573125" y="7410450"/>
            <ns0:ext cx="2886075" cy="30384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95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Action-chunk policy</ns0:t>
            </ns0:r>
          </ns0:p>
        </p:txBody>
      </p:sp>
      <p:sp>
        <p:nvSpPr>
          <p:cNvPr id="600" name="F1-0600-text"/>
          <p:cNvSpPr txBox="1"/>
          <p:nvPr/>
        </p:nvSpPr>
        <p:spPr>
          <ns0:xfrm xmlns:ns0="http://schemas.openxmlformats.org/drawingml/2006/main">
            <ns0:off x="13725525" y="7677150"/>
            <ns0:ext cx="2571750" cy="249079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1:1 original + recovery</ns0:t>
            </ns0:r>
          </ns0:p>
        </p:txBody>
      </p:sp>
      <p:sp>
        <p:nvSpPr>
          <p:cNvPr id="702" name="F1-revised-route-702"/>
          <p:cNvSpPr/>
          <p:nvPr/>
        </p:nvSpPr>
        <p:spPr>
          <ns0:xfrm xmlns:ns0="http://schemas.openxmlformats.org/drawingml/2006/main">
            <ns0:off x="1476375" y="2466975"/>
            <ns0:ext cx="11649075" cy="5172075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1649075" h="5172075" fill="none">
                <ns0:moveTo>
                  <ns0:pt x="0" y="5057775"/>
                </ns0:moveTo>
                <ns0:lnTo>
                  <ns0:pt x="0" y="5172075"/>
                </ns0:lnTo>
                <ns0:lnTo>
                  <ns0:pt x="3990975" y="5172075"/>
                </ns0:lnTo>
                <ns0:lnTo>
                  <ns0:pt x="3990975" y="4981575"/>
                </ns0:lnTo>
                <ns0:lnTo>
                  <ns0:pt x="11144250" y="4981575"/>
                </ns0:lnTo>
                <ns0:lnTo>
                  <ns0:pt x="11144250" y="0"/>
                </ns0:lnTo>
                <ns0:lnTo>
                  <ns0:pt x="11649075" y="0"/>
                </ns0:lnTo>
              </ns0:path>
            </ns0:pathLst>
          </ns0:custGeom>
          <ns0:noFill xmlns:ns0="http://schemas.openxmlformats.org/drawingml/2006/main"/>
          <ns0:ln xmlns:ns0="http://schemas.openxmlformats.org/drawingml/2006/main" w="25000">
            <ns0:solidFill>
              <ns0:srgbClr val="CC6E50"/>
            </ns0:solidFill>
            <ns0:prstDash val="solid"/>
            <ns0:tailEnd type="triangle" w="sm" len="sm"/>
          </ns0:ln>
        </p:spPr>
      </p:sp>
      <p:sp>
        <p:nvSpPr>
          <p:cNvPr id="703" name="F1-math-600-751"/>
          <p:cNvSpPr txBox="1"/>
          <p:nvPr/>
        </p:nvSpPr>
        <p:spPr>
          <ns0:xfrm xmlns:ns0="http://schemas.openxmlformats.org/drawingml/2006/main">
            <ns0:off x="5715000" y="7134225"/>
            <ns0:ext cx="628650" cy="3143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ref</ns0:t>
            </ns0:r>
          </ns0:p>
        </p:txBody>
      </p:sp>
      <p:sp>
        <p:nvSpPr>
          <p:cNvPr id="610" name="F1-0610-text"/>
          <p:cNvSpPr txBox="1"/>
          <p:nvPr/>
        </p:nvSpPr>
        <p:spPr>
          <ns0:xfrm xmlns:ns0="http://schemas.openxmlformats.org/drawingml/2006/main">
            <ns0:off x="6324600" y="7159943"/>
            <ns0:ext cx="3552825" cy="2819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(reference sequence for replay)</ns0:t>
            </ns0:r>
          </ns0:p>
        </p:txBody>
      </p:sp>
      <p:sp>
        <p:nvSpPr>
          <p:cNvPr id="616" name="F1-0616-text"/>
          <p:cNvSpPr txBox="1"/>
          <p:nvPr/>
        </p:nvSpPr>
        <p:spPr>
          <ns0:xfrm xmlns:ns0="http://schemas.openxmlformats.org/drawingml/2006/main">
            <ns0:off x="5753100" y="7559993"/>
            <ns0:ext cx="4667250" cy="2819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s₀ (reset the same initial layout for each attempt)</ns0:t>
            </ns0:r>
          </ns0:p>
        </p:txBody>
      </p:sp>
      <p:grpSp>
        <p:nvGrpSpPr>
          <p:cNvPr id="8030" name="F1-document-1379-726"/>
          <p:cNvGrpSpPr/>
          <p:nvPr/>
        </p:nvGrpSpPr>
        <p:grpSpPr>
          <ns1:xfrm xmlns:ns1="http://schemas.openxmlformats.org/drawingml/2006/main">
            <ns1:off x="14049375" y="5943600"/>
            <ns1:ext cx="152400" cy="180975"/>
            <ns1:chOff x="13152311" y="6921246"/>
            <ns1:chExt cx="101346" cy="140208"/>
          </ns1:xfrm>
        </p:grpSpPr>
        <p:sp>
          <p:nvSpPr>
            <p:cNvPr id="8031" name="F1-document-1379-726-0578-custom">
              <a:extLst xmlns:a="http://schemas.openxmlformats.org/drawingml/2006/main">
                <a:ext uri="{FF2B5EF4-FFF2-40B4-BE49-F238E27FC236}">
                  <a16:creationId xmlns:a16="http://schemas.microsoft.com/office/drawing/2014/main" id="{B068A36F-F3BD-4F1F-AE12-9CA5B18D22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52311" y="6921246"/>
              <a:ext cx="101346" cy="140208"/>
            </a:xfrm>
            <a:custGeom xmlns:a="http://schemas.openxmlformats.org/drawingml/2006/main">
              <a:pathLst>
                <a:path w="101346" h="140208">
                  <a:moveTo>
                    <a:pt x="0" y="0"/>
                  </a:moveTo>
                  <a:lnTo>
                    <a:pt x="69342" y="0"/>
                  </a:lnTo>
                  <a:lnTo>
                    <a:pt x="101346" y="35052"/>
                  </a:lnTo>
                  <a:lnTo>
                    <a:pt x="101346" y="140208"/>
                  </a:lnTo>
                  <a:lnTo>
                    <a:pt x="0" y="140208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68717D"/>
              </a:solidFill>
            </a:ln>
          </p:spPr>
        </p:sp>
        <p:sp>
          <p:nvSpPr>
            <p:cNvPr id="8032" name="F1-document-1379-726-0579-line">
              <a:extLst xmlns:a="http://schemas.openxmlformats.org/drawingml/2006/main">
                <a:ext uri="{FF2B5EF4-FFF2-40B4-BE49-F238E27FC236}">
                  <a16:creationId xmlns:a16="http://schemas.microsoft.com/office/drawing/2014/main" id="{473423BA-528E-47B6-9899-E80323F4D2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21653" y="6921246"/>
              <a:ext cx="32004" cy="35052"/>
            </a:xfrm>
            <a:custGeom xmlns:a="http://schemas.openxmlformats.org/drawingml/2006/main">
              <a:pathLst>
                <a:path w="32004" h="35052">
                  <a:moveTo>
                    <a:pt x="0" y="0"/>
                  </a:moveTo>
                  <a:lnTo>
                    <a:pt x="0" y="35052"/>
                  </a:lnTo>
                  <a:lnTo>
                    <a:pt x="32004" y="35052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68717D"/>
              </a:solidFill>
              <a:prstDash val="solid"/>
            </a:ln>
          </p:spPr>
        </p:sp>
        <p:sp>
          <p:nvSpPr>
            <p:cNvPr id="8033" name="F1-document-1379-726-0580-line">
              <a:extLst xmlns:a="http://schemas.openxmlformats.org/drawingml/2006/main">
                <a:ext uri="{FF2B5EF4-FFF2-40B4-BE49-F238E27FC236}">
                  <a16:creationId xmlns:a16="http://schemas.microsoft.com/office/drawing/2014/main" id="{4D41C5A3-426C-42FA-8CD0-CA13C160A2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73647" y="6980682"/>
              <a:ext cx="58674" cy="9525"/>
            </a:xfrm>
            <a:custGeom xmlns:a="http://schemas.openxmlformats.org/drawingml/2006/main">
              <a:pathLst>
                <a:path w="58674" h="9525">
                  <a:moveTo>
                    <a:pt x="0" y="0"/>
                  </a:moveTo>
                  <a:lnTo>
                    <a:pt x="5867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68717D"/>
              </a:solidFill>
              <a:prstDash val="solid"/>
            </a:ln>
          </p:spPr>
        </p:sp>
        <p:sp>
          <p:nvSpPr>
            <p:cNvPr id="8034" name="F1-document-1379-726-0581-line">
              <a:extLst xmlns:a="http://schemas.openxmlformats.org/drawingml/2006/main">
                <a:ext uri="{FF2B5EF4-FFF2-40B4-BE49-F238E27FC236}">
                  <a16:creationId xmlns:a16="http://schemas.microsoft.com/office/drawing/2014/main" id="{9D3FA00E-0E0A-462E-A623-E1AD2A727E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73647" y="7003542"/>
              <a:ext cx="58674" cy="9525"/>
            </a:xfrm>
            <a:custGeom xmlns:a="http://schemas.openxmlformats.org/drawingml/2006/main">
              <a:pathLst>
                <a:path w="58674" h="9525">
                  <a:moveTo>
                    <a:pt x="0" y="0"/>
                  </a:moveTo>
                  <a:lnTo>
                    <a:pt x="5867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68717D"/>
              </a:solidFill>
              <a:prstDash val="solid"/>
            </a:ln>
          </p:spPr>
        </p:sp>
        <p:sp>
          <p:nvSpPr>
            <p:cNvPr id="8035" name="F1-document-1379-726-0582-line">
              <a:extLst xmlns:a="http://schemas.openxmlformats.org/drawingml/2006/main">
                <a:ext uri="{FF2B5EF4-FFF2-40B4-BE49-F238E27FC236}">
                  <a16:creationId xmlns:a16="http://schemas.microsoft.com/office/drawing/2014/main" id="{0E9DF8B6-2A14-418A-B634-00BB5A84356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73647" y="7026402"/>
              <a:ext cx="58674" cy="9525"/>
            </a:xfrm>
            <a:custGeom xmlns:a="http://schemas.openxmlformats.org/drawingml/2006/main">
              <a:pathLst>
                <a:path w="58674" h="9525">
                  <a:moveTo>
                    <a:pt x="0" y="0"/>
                  </a:moveTo>
                  <a:lnTo>
                    <a:pt x="5867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335">
              <a:solidFill>
                <a:srgbClr val="68717D"/>
              </a:solidFill>
              <a:prstDash val="solid"/>
            </a:ln>
          </p:spPr>
        </p:sp>
      </p:grpSp>
      <p:sp>
        <p:nvSpPr>
          <p:cNvPr id="8070" name="F1-0004-text"/>
          <p:cNvSpPr txBox="1"/>
          <p:nvPr/>
        </p:nvSpPr>
        <p:spPr>
          <ns0:xfrm xmlns:ns0="http://schemas.openxmlformats.org/drawingml/2006/main">
            <ns0:off x="14992350" y="2305050"/>
            <ns0:ext cx="295275" cy="2857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↻</ns0:t>
            </ns0:r>
          </ns0:p>
        </p:txBody>
      </p:sp>
      <p:sp>
        <p:nvSpPr>
          <p:cNvPr id="8100" name="F1-revised-route-8100"/>
          <p:cNvSpPr/>
          <p:nvPr/>
        </p:nvSpPr>
        <p:spPr>
          <ns0:xfrm xmlns:ns0="http://schemas.openxmlformats.org/drawingml/2006/main">
            <ns0:off x="2686050" y="5400675"/>
            <ns0:ext cx="2943225" cy="127635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2943225" h="1276350" fill="none">
                <ns0:moveTo>
                  <ns0:pt x="0" y="1181100"/>
                </ns0:moveTo>
                <ns0:lnTo>
                  <ns0:pt x="0" y="1276350"/>
                </ns0:lnTo>
                <ns0:lnTo>
                  <ns0:pt x="2733675" y="1276350"/>
                </ns0:lnTo>
                <ns0:lnTo>
                  <ns0:pt x="2733675" y="0"/>
                </ns0:lnTo>
                <ns0:lnTo>
                  <ns0:pt x="2943225" y="0"/>
                </ns0:lnTo>
              </ns0:path>
            </ns0:pathLst>
          </ns0:custGeom>
          <ns0:noFill xmlns:ns0="http://schemas.openxmlformats.org/drawingml/2006/main"/>
          <ns0:ln xmlns:ns0="http://schemas.openxmlformats.org/drawingml/2006/main" w="25000">
            <ns0:solidFill>
              <ns0:srgbClr val="3C5488"/>
            </ns0:solidFill>
            <ns0:prstDash val="solid"/>
            <ns0:tailEnd type="triangle" w="sm" len="sm"/>
          </ns0:ln>
        </p:spPr>
      </p:sp>
      <p:sp>
        <p:nvSpPr>
          <p:cNvPr id="8101" name="F1-revised-route-8101"/>
          <p:cNvSpPr/>
          <p:nvPr/>
        </p:nvSpPr>
        <p:spPr>
          <ns0:xfrm xmlns:ns0="http://schemas.openxmlformats.org/drawingml/2006/main">
            <ns0:off x="3876675" y="2686050"/>
            <ns0:ext cx="11782425" cy="51435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1782425" h="5143500" fill="none">
                <ns0:moveTo>
                  <ns0:pt x="0" y="4838700"/>
                </ns0:moveTo>
                <ns0:lnTo>
                  <ns0:pt x="0" y="5143500"/>
                </ns0:lnTo>
                <ns0:lnTo>
                  <ns0:pt x="8867775" y="5143500"/>
                </ns0:lnTo>
                <ns0:lnTo>
                  <ns0:pt x="8867775" y="209550"/>
                </ns0:lnTo>
                <ns0:lnTo>
                  <ns0:pt x="11782425" y="209550"/>
                </ns0:lnTo>
                <ns0:lnTo>
                  <ns0:pt x="11782425" y="0"/>
                </ns0:lnTo>
              </ns0:path>
            </ns0:pathLst>
          </ns0:custGeom>
          <ns0:noFill xmlns:ns0="http://schemas.openxmlformats.org/drawingml/2006/main"/>
          <ns0:ln xmlns:ns0="http://schemas.openxmlformats.org/drawingml/2006/main" w="25000">
            <ns0:solidFill>
              <ns0:srgbClr val="3C5488"/>
            </ns0:solidFill>
            <ns0:prstDash val="solid"/>
            <ns0:tailEnd type="triangle" w="sm" len="sm"/>
          </ns0:ln>
        </p:spPr>
      </p:sp>
      <p:sp>
        <p:nvSpPr>
          <p:cNvPr id="8102" name="F1-revised-route-8102"/>
          <p:cNvSpPr/>
          <p:nvPr/>
        </p:nvSpPr>
        <p:spPr>
          <ns0:xfrm xmlns:ns0="http://schemas.openxmlformats.org/drawingml/2006/main">
            <ns0:off x="11763375" y="1724025"/>
            <ns0:ext cx="180975" cy="3781425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80975" h="3781425" fill="none">
                <ns0:moveTo>
                  <ns0:pt x="180975" y="3781425"/>
                </ns0:moveTo>
                <ns0:lnTo>
                  <ns0:pt x="180975" y="1266825"/>
                </ns0:lnTo>
                <ns0:lnTo>
                  <ns0:pt x="0" y="1266825"/>
                </ns0:lnTo>
                <ns0:lnTo>
                  <ns0:pt x="0" y="0"/>
                </ns0:lnTo>
                <ns0:lnTo>
                  <ns0:pt x="85725" y="0"/>
                </ns0:lnTo>
              </ns0:path>
            </ns0:pathLst>
          </ns0:custGeom>
          <ns0:noFill xmlns:ns0="http://schemas.openxmlformats.org/drawingml/2006/main"/>
          <ns0:ln xmlns:ns0="http://schemas.openxmlformats.org/drawingml/2006/main" w="25000">
            <ns0:solidFill>
              <ns0:srgbClr val="7685AA"/>
            </ns0:solidFill>
            <ns0:prstDash val="solid"/>
            <ns0:tailEnd type="triangle" w="sm" len="sm"/>
          </ns0:ln>
        </p:spPr>
      </p:sp>
      <p:sp>
        <p:nvSpPr>
          <p:cNvPr id="8110" name="F1-0004-text"/>
          <p:cNvSpPr txBox="1"/>
          <p:nvPr/>
        </p:nvSpPr>
        <p:spPr>
          <ns0:xfrm xmlns:ns0="http://schemas.openxmlformats.org/drawingml/2006/main">
            <ns0:off x="13211175" y="5924550"/>
            <ns0:ext cx="200025" cy="2000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⊕</ns0:t>
            </ns0:r>
          </ns0:p>
        </p:txBody>
      </p:sp>
    </p:spTree>
    <p:extLst>
      <p:ext uri="{BB962C8B-B14F-4D97-AF65-F5344CB8AC3E}">
        <p14:creationId xmlns:p14="http://schemas.microsoft.com/office/powerpoint/2010/main" val="1818963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1" name="F2-0001-rect">
            <a:extLst xmlns:a="http://schemas.openxmlformats.org/drawingml/2006/main">
              <a:ext uri="{FF2B5EF4-FFF2-40B4-BE49-F238E27FC236}">
                <a16:creationId xmlns:a16="http://schemas.microsoft.com/office/drawing/2014/main" id="{CBA9A545-AC69-4652-8AD6-88F6CF7906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0" y="0"/>
            <a:ext cx="16897350" cy="844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BBC2CD"/>
            </a:solidFill>
            <a:prstDash val="solid"/>
          </a:ln>
        </p:spPr>
      </p:sp>
      <p:sp>
        <p:nvSpPr>
          <p:cNvPr id="2" name="F2-0002-roundRect">
            <a:extLst xmlns:a="http://schemas.openxmlformats.org/drawingml/2006/main">
              <a:ext uri="{FF2B5EF4-FFF2-40B4-BE49-F238E27FC236}">
                <a16:creationId xmlns:a16="http://schemas.microsoft.com/office/drawing/2014/main" id="{B6EC21F9-89E0-4CFB-AA5C-F574EC623AD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" y="47625"/>
            <a:ext cx="5286375" cy="78486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BC2CD"/>
            </a:solidFill>
            <a:prstDash val="solid"/>
          </a:ln>
        </p:spPr>
      </p:sp>
      <p:sp>
        <p:nvSpPr>
          <p:cNvPr id="3" name="F2-0003-roundRect">
            <a:extLst xmlns:a="http://schemas.openxmlformats.org/drawingml/2006/main">
              <a:ext uri="{FF2B5EF4-FFF2-40B4-BE49-F238E27FC236}">
                <a16:creationId xmlns:a16="http://schemas.microsoft.com/office/drawing/2014/main" id="{FFE3B754-A645-4174-82ED-72482C24C83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67350" y="47625"/>
            <a:ext cx="5829300" cy="7848600"/>
          </a:xfrm>
          <a:prstGeom xmlns:a="http://schemas.openxmlformats.org/drawingml/2006/main" prst="roundRect">
            <a:avLst>
              <a:gd name="adj" fmla="val 1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BC2CD"/>
            </a:solidFill>
            <a:prstDash val="solid"/>
          </a:ln>
        </p:spPr>
      </p:sp>
      <p:sp>
        <p:nvSpPr>
          <p:cNvPr id="4" name="F2-0004-roundRect">
            <a:extLst xmlns:a="http://schemas.openxmlformats.org/drawingml/2006/main">
              <a:ext uri="{FF2B5EF4-FFF2-40B4-BE49-F238E27FC236}">
                <a16:creationId xmlns:a16="http://schemas.microsoft.com/office/drawing/2014/main" id="{385A8E2A-D531-48EA-9B8A-988229992AA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391900" y="47625"/>
            <a:ext cx="5429250" cy="78486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BC2CD"/>
            </a:solidFill>
            <a:prstDash val="solid"/>
          </a:ln>
        </p:spPr>
      </p:sp>
      <p:sp>
        <p:nvSpPr>
          <p:cNvPr id="6" name="F2-0006-text">
            <a:extLst xmlns:a="http://schemas.openxmlformats.org/drawingml/2006/main">
              <a:ext uri="{FF2B5EF4-FFF2-40B4-BE49-F238E27FC236}">
                <a16:creationId xmlns:a16="http://schemas.microsoft.com/office/drawing/2014/main" id="{D0E0DB64-EA56-4E3D-A4C3-7F41F87CC5A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09600" y="126683"/>
            <a:ext cx="445770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Episode organization</a:t>
            </a:r>
          </a:p>
        </p:txBody>
      </p:sp>
      <p:sp>
        <p:nvSpPr>
          <p:cNvPr id="7" name="F2-0007-text"/>
          <p:cNvSpPr txBox="1"/>
          <p:nvPr/>
        </p:nvSpPr>
        <p:spPr>
          <ns0:xfrm xmlns:ns0="http://schemas.openxmlformats.org/drawingml/2006/main">
            <ns0:off x="523875" y="539353"/>
            <ns0:ext cx="4533900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Split source episodes before windowing</ns0:t>
            </ns0:r>
          </ns0:p>
        </p:txBody>
      </p:sp>
      <p:sp>
        <p:nvSpPr>
          <p:cNvPr id="8" name="F2-0008-text">
            <a:extLst xmlns:a="http://schemas.openxmlformats.org/drawingml/2006/main">
              <a:ext uri="{FF2B5EF4-FFF2-40B4-BE49-F238E27FC236}">
                <a16:creationId xmlns:a16="http://schemas.microsoft.com/office/drawing/2014/main" id="{4E5F540A-85C3-4D5F-9840-539517B8463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048375" y="126683"/>
            <a:ext cx="4857750" cy="413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Record contract</a:t>
            </a:r>
          </a:p>
        </p:txBody>
      </p:sp>
      <p:sp>
        <p:nvSpPr>
          <p:cNvPr id="9" name="F2-0009-text"/>
          <p:cNvSpPr txBox="1"/>
          <p:nvPr/>
        </p:nvSpPr>
        <p:spPr>
          <ns0:xfrm xmlns:ns0="http://schemas.openxmlformats.org/drawingml/2006/main">
            <ns0:off x="6143625" y="539353"/>
            <ns0:ext cx="4905375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Current observation and executed action</ns0:t>
            </ns0:r>
          </ns0:p>
        </p:txBody>
      </p:sp>
      <p:sp>
        <p:nvSpPr>
          <p:cNvPr id="10" name="F2-0010-text"/>
          <p:cNvSpPr txBox="1"/>
          <p:nvPr/>
        </p:nvSpPr>
        <p:spPr>
          <ns0:xfrm xmlns:ns0="http://schemas.openxmlformats.org/drawingml/2006/main">
            <ns0:off x="12039600" y="126683"/>
            <ns0:ext cx="4371975" cy="41338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7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Traceable windows</ns0:t>
            </ns0:r>
          </ns0:p>
        </p:txBody>
      </p:sp>
      <p:sp>
        <p:nvSpPr>
          <p:cNvPr id="11" name="F2-0011-text"/>
          <p:cNvSpPr txBox="1"/>
          <p:nvPr/>
        </p:nvSpPr>
        <p:spPr>
          <ns0:xfrm xmlns:ns0="http://schemas.openxmlformats.org/drawingml/2006/main">
            <ns0:off x="12134850" y="539353"/>
            <ns0:ext cx="4391025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One accepted replay, up to four windows</ns0:t>
            </ns0:r>
          </ns0:p>
        </p:txBody>
      </p:sp>
      <p:sp>
        <p:nvSpPr>
          <p:cNvPr id="12" name="F2-0012-roundRect">
            <a:extLst xmlns:a="http://schemas.openxmlformats.org/drawingml/2006/main">
              <a:ext uri="{FF2B5EF4-FFF2-40B4-BE49-F238E27FC236}">
                <a16:creationId xmlns:a16="http://schemas.microsoft.com/office/drawing/2014/main" id="{D16C095D-3B7C-4DB5-8A89-893A2CDD21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9075" y="981075"/>
            <a:ext cx="5048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BC2CD"/>
            </a:solidFill>
            <a:prstDash val="solid"/>
          </a:ln>
        </p:spPr>
      </p:sp>
      <p:sp>
        <p:nvSpPr>
          <p:cNvPr id="13" name="F2-0013-roundRect">
            <a:extLst xmlns:a="http://schemas.openxmlformats.org/drawingml/2006/main">
              <a:ext uri="{FF2B5EF4-FFF2-40B4-BE49-F238E27FC236}">
                <a16:creationId xmlns:a16="http://schemas.microsoft.com/office/drawing/2014/main" id="{8D8983A0-D822-4101-9CA8-C6817856252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9075" y="3638550"/>
            <a:ext cx="504825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BC2CD"/>
            </a:solidFill>
            <a:prstDash val="solid"/>
          </a:ln>
        </p:spPr>
      </p:sp>
      <p:sp>
        <p:nvSpPr>
          <p:cNvPr id="14" name="F2-0014-roundRect">
            <a:extLst xmlns:a="http://schemas.openxmlformats.org/drawingml/2006/main">
              <a:ext uri="{FF2B5EF4-FFF2-40B4-BE49-F238E27FC236}">
                <a16:creationId xmlns:a16="http://schemas.microsoft.com/office/drawing/2014/main" id="{2D3DFECA-00AC-408E-8EFA-1638ECE3A9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9075" y="5286375"/>
            <a:ext cx="504825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BC2CD"/>
            </a:solidFill>
            <a:prstDash val="solid"/>
          </a:ln>
        </p:spPr>
      </p:sp>
      <p:sp>
        <p:nvSpPr>
          <p:cNvPr id="15" name="F2-0015-text"/>
          <p:cNvSpPr txBox="1"/>
          <p:nvPr/>
        </p:nvSpPr>
        <p:spPr>
          <ns0:xfrm xmlns:ns0="http://schemas.openxmlformats.org/drawingml/2006/main">
            <ns0:off x="381000" y="1020366"/>
            <ns0:ext cx="4810125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1. Validate source replay</ns0:t>
            </ns0:r>
          </ns0:p>
        </p:txBody>
      </p:sp>
      <p:sp>
        <p:nvSpPr>
          <p:cNvPr id="16" name="F2-0016-text">
            <a:extLst xmlns:a="http://schemas.openxmlformats.org/drawingml/2006/main">
              <a:ext uri="{FF2B5EF4-FFF2-40B4-BE49-F238E27FC236}">
                <a16:creationId xmlns:a16="http://schemas.microsoft.com/office/drawing/2014/main" id="{9F796A60-F5D6-4822-94B7-F673444EE5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381000" y="3654028"/>
            <a:ext cx="4810125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2. Split episode identities</a:t>
            </a:r>
          </a:p>
        </p:txBody>
      </p:sp>
      <p:sp>
        <p:nvSpPr>
          <p:cNvPr id="17" name="F2-0017-text">
            <a:extLst xmlns:a="http://schemas.openxmlformats.org/drawingml/2006/main">
              <a:ext uri="{FF2B5EF4-FFF2-40B4-BE49-F238E27FC236}">
                <a16:creationId xmlns:a16="http://schemas.microsoft.com/office/drawing/2014/main" id="{95D0D3B4-8723-4F85-AB1C-27CC0392A9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361950" y="5335905"/>
            <a:ext cx="481965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3. Build chunks within each split</a:t>
            </a:r>
          </a:p>
        </p:txBody>
      </p:sp>
      <p:sp>
        <p:nvSpPr>
          <p:cNvPr id="18" name="F2-0018-roundRect">
            <a:extLst xmlns:a="http://schemas.openxmlformats.org/drawingml/2006/main">
              <a:ext uri="{FF2B5EF4-FFF2-40B4-BE49-F238E27FC236}">
                <a16:creationId xmlns:a16="http://schemas.microsoft.com/office/drawing/2014/main" id="{EC3315F0-29C3-4A92-887F-BE27D1E6AC3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3375" y="1381125"/>
            <a:ext cx="19431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4288">
            <a:solidFill>
              <a:srgbClr val="DFAE9F"/>
            </a:solidFill>
            <a:prstDash val="solid"/>
          </a:ln>
        </p:spPr>
      </p:sp>
      <p:sp>
        <p:nvSpPr>
          <p:cNvPr id="19" name="F2-0019-roundRect">
            <a:extLst xmlns:a="http://schemas.openxmlformats.org/drawingml/2006/main">
              <a:ext uri="{FF2B5EF4-FFF2-40B4-BE49-F238E27FC236}">
                <a16:creationId xmlns:a16="http://schemas.microsoft.com/office/drawing/2014/main" id="{7C5138C8-9DE6-43A1-9F87-DE78E42BB29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3375" y="2486025"/>
            <a:ext cx="1943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4288">
            <a:solidFill>
              <a:srgbClr val="DFAE9F"/>
            </a:solidFill>
            <a:prstDash val="solid"/>
          </a:ln>
        </p:spPr>
      </p:sp>
      <p:sp>
        <p:nvSpPr>
          <p:cNvPr id="20" name="F2-0020-text"/>
          <p:cNvSpPr txBox="1"/>
          <p:nvPr/>
        </p:nvSpPr>
        <p:spPr>
          <ns0:xfrm xmlns:ns0="http://schemas.openxmlformats.org/drawingml/2006/main">
            <ns0:off x="523875" y="1440894"/>
            <ns0:ext cx="1666875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Simulation log</ns0:t>
            </ns0:r>
          </ns0:p>
        </p:txBody>
      </p:sp>
      <p:sp>
        <p:nvSpPr>
          <p:cNvPr id="21" name="F2-0021-text"/>
          <p:cNvSpPr txBox="1"/>
          <p:nvPr/>
        </p:nvSpPr>
        <p:spPr>
          <ns0:xfrm xmlns:ns0="http://schemas.openxmlformats.org/drawingml/2006/main">
            <ns0:off x="533400" y="2526744"/>
            <ns0:ext cx="1666875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Replay record</ns0:t>
            </ns0:r>
          </ns0:p>
        </p:txBody>
      </p:sp>
      <p:grpSp>
        <p:nvGrpSpPr>
          <p:cNvPr id="442" name="F2-robot-45-185"/>
          <p:cNvGrpSpPr/>
          <p:nvPr/>
        </p:nvGrpSpPr>
        <p:grpSpPr>
          <ns1:xfrm xmlns:ns1="http://schemas.openxmlformats.org/drawingml/2006/main">
            <ns1:off x="524637" y="1820466"/>
            <ns1:ext cx="451256" cy="394383"/>
            <ns1:chOff x="524637" y="1820466"/>
            <ns1:chExt cx="451256" cy="394383"/>
          </ns1:xfrm>
        </p:grpSpPr>
        <p:sp>
          <p:nvSpPr>
            <p:cNvPr id="22" name="F2-robot-45-185-0022-custom">
              <a:extLst xmlns:a="http://schemas.openxmlformats.org/drawingml/2006/main">
                <a:ext uri="{FF2B5EF4-FFF2-40B4-BE49-F238E27FC236}">
                  <a16:creationId xmlns:a16="http://schemas.microsoft.com/office/drawing/2014/main" id="{77DB2B3A-594B-428A-AA52-BCA27D8FD6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0576" y="2004822"/>
              <a:ext cx="40138" cy="172688"/>
            </a:xfrm>
            <a:custGeom xmlns:a="http://schemas.openxmlformats.org/drawingml/2006/main">
              <a:pathLst>
                <a:path w="40138" h="172688">
                  <a:moveTo>
                    <a:pt x="40138" y="172688"/>
                  </a:moveTo>
                  <a:lnTo>
                    <a:pt x="40138" y="0"/>
                  </a:lnTo>
                  <a:lnTo>
                    <a:pt x="0" y="0"/>
                  </a:lnTo>
                  <a:lnTo>
                    <a:pt x="0" y="172688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23" name="F2-robot-45-185-0023-custom">
              <a:extLst xmlns:a="http://schemas.openxmlformats.org/drawingml/2006/main">
                <a:ext uri="{FF2B5EF4-FFF2-40B4-BE49-F238E27FC236}">
                  <a16:creationId xmlns:a16="http://schemas.microsoft.com/office/drawing/2014/main" id="{DE0B4F92-8E1E-4A67-B621-8A9764C4FCF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6865" y="1831545"/>
              <a:ext cx="195581" cy="187868"/>
            </a:xfrm>
            <a:custGeom xmlns:a="http://schemas.openxmlformats.org/drawingml/2006/main">
              <a:pathLst>
                <a:path w="195581" h="187868">
                  <a:moveTo>
                    <a:pt x="27560" y="187868"/>
                  </a:moveTo>
                  <a:lnTo>
                    <a:pt x="195581" y="29181"/>
                  </a:lnTo>
                  <a:lnTo>
                    <a:pt x="168021" y="0"/>
                  </a:lnTo>
                  <a:lnTo>
                    <a:pt x="0" y="158686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24" name="F2-robot-45-185-0024-custom">
              <a:extLst xmlns:a="http://schemas.openxmlformats.org/drawingml/2006/main">
                <a:ext uri="{FF2B5EF4-FFF2-40B4-BE49-F238E27FC236}">
                  <a16:creationId xmlns:a16="http://schemas.microsoft.com/office/drawing/2014/main" id="{D446EBF3-CA92-4F05-B6C3-DC8738C9D6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5682" y="1830833"/>
              <a:ext cx="157985" cy="142620"/>
            </a:xfrm>
            <a:custGeom xmlns:a="http://schemas.openxmlformats.org/drawingml/2006/main">
              <a:pathLst>
                <a:path w="157985" h="142620">
                  <a:moveTo>
                    <a:pt x="0" y="30606"/>
                  </a:moveTo>
                  <a:lnTo>
                    <a:pt x="132016" y="142620"/>
                  </a:lnTo>
                  <a:lnTo>
                    <a:pt x="157985" y="112014"/>
                  </a:lnTo>
                  <a:lnTo>
                    <a:pt x="25969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25" name="F2-robot-45-185-0025-custom">
              <a:extLst xmlns:a="http://schemas.openxmlformats.org/drawingml/2006/main">
                <a:ext uri="{FF2B5EF4-FFF2-40B4-BE49-F238E27FC236}">
                  <a16:creationId xmlns:a16="http://schemas.microsoft.com/office/drawing/2014/main" id="{4ACD5AE8-5D62-4CD7-80A2-5CB21E4429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71783" y="1951400"/>
              <a:ext cx="67804" cy="97510"/>
            </a:xfrm>
            <a:custGeom xmlns:a="http://schemas.openxmlformats.org/drawingml/2006/main">
              <a:pathLst>
                <a:path w="67804" h="97510">
                  <a:moveTo>
                    <a:pt x="0" y="13500"/>
                  </a:moveTo>
                  <a:lnTo>
                    <a:pt x="30004" y="97510"/>
                  </a:lnTo>
                  <a:lnTo>
                    <a:pt x="67804" y="84011"/>
                  </a:lnTo>
                  <a:lnTo>
                    <a:pt x="37800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26" name="F2-robot-45-185-0026-ellipse">
              <a:extLst xmlns:a="http://schemas.openxmlformats.org/drawingml/2006/main">
                <a:ext uri="{FF2B5EF4-FFF2-40B4-BE49-F238E27FC236}">
                  <a16:creationId xmlns:a16="http://schemas.microsoft.com/office/drawing/2014/main" id="{CF859EEB-C36D-4D83-A3B8-B1FEB05C984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4637" y="2168176"/>
              <a:ext cx="144018" cy="4667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27" name="F2-robot-45-185-0027-ellipse">
              <a:extLst xmlns:a="http://schemas.openxmlformats.org/drawingml/2006/main">
                <a:ext uri="{FF2B5EF4-FFF2-40B4-BE49-F238E27FC236}">
                  <a16:creationId xmlns:a16="http://schemas.microsoft.com/office/drawing/2014/main" id="{CF936257-7E21-421F-8679-946C1B9B75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0638" y="2168176"/>
              <a:ext cx="132017" cy="2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252A32"/>
              </a:solidFill>
            </a:ln>
          </p:spPr>
        </p:sp>
        <p:sp>
          <p:nvSpPr>
            <p:cNvPr id="28" name="F2-robot-45-185-0028-ellipse">
              <a:extLst xmlns:a="http://schemas.openxmlformats.org/drawingml/2006/main">
                <a:ext uri="{FF2B5EF4-FFF2-40B4-BE49-F238E27FC236}">
                  <a16:creationId xmlns:a16="http://schemas.microsoft.com/office/drawing/2014/main" id="{8ED97C9E-5FEE-411D-AB79-7972BB2E87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6441" y="1979152"/>
              <a:ext cx="68409" cy="51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252A32"/>
              </a:solidFill>
            </a:ln>
          </p:spPr>
        </p:sp>
        <p:sp>
          <p:nvSpPr>
            <p:cNvPr id="29" name="F2-robot-45-185-0029-ellipse">
              <a:extLst xmlns:a="http://schemas.openxmlformats.org/drawingml/2006/main">
                <a:ext uri="{FF2B5EF4-FFF2-40B4-BE49-F238E27FC236}">
                  <a16:creationId xmlns:a16="http://schemas.microsoft.com/office/drawing/2014/main" id="{68BBC092-2235-4664-A309-93D80495BD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4462" y="1820466"/>
              <a:ext cx="68409" cy="51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252A32"/>
              </a:solidFill>
            </a:ln>
          </p:spPr>
        </p:sp>
        <p:sp>
          <p:nvSpPr>
            <p:cNvPr id="30" name="F2-robot-45-185-0030-ellipse">
              <a:extLst xmlns:a="http://schemas.openxmlformats.org/drawingml/2006/main">
                <a:ext uri="{FF2B5EF4-FFF2-40B4-BE49-F238E27FC236}">
                  <a16:creationId xmlns:a16="http://schemas.microsoft.com/office/drawing/2014/main" id="{A59728A0-D57F-462F-AE74-691A8A4ACD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6478" y="1932480"/>
              <a:ext cx="68409" cy="51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252A32"/>
              </a:solidFill>
            </a:ln>
          </p:spPr>
        </p:sp>
        <p:sp>
          <p:nvSpPr>
            <p:cNvPr id="31" name="F2-robot-45-185-0031-ellipse">
              <a:extLst xmlns:a="http://schemas.openxmlformats.org/drawingml/2006/main">
                <a:ext uri="{FF2B5EF4-FFF2-40B4-BE49-F238E27FC236}">
                  <a16:creationId xmlns:a16="http://schemas.microsoft.com/office/drawing/2014/main" id="{02A1F095-8C19-4B5C-AF6A-B27537E5D1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86482" y="2016490"/>
              <a:ext cx="68409" cy="5134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252A32"/>
              </a:solidFill>
            </a:ln>
          </p:spPr>
        </p:sp>
        <p:sp>
          <p:nvSpPr>
            <p:cNvPr id="32" name="F2-robot-45-185-0032-line">
              <a:extLst xmlns:a="http://schemas.openxmlformats.org/drawingml/2006/main">
                <a:ext uri="{FF2B5EF4-FFF2-40B4-BE49-F238E27FC236}">
                  <a16:creationId xmlns:a16="http://schemas.microsoft.com/office/drawing/2014/main" id="{4859BA43-6FDF-40F9-BECC-AF519DF5C9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5085" y="2042160"/>
              <a:ext cx="54007" cy="32671"/>
            </a:xfrm>
            <a:custGeom xmlns:a="http://schemas.openxmlformats.org/drawingml/2006/main">
              <a:pathLst>
                <a:path w="54007" h="32671">
                  <a:moveTo>
                    <a:pt x="0" y="0"/>
                  </a:moveTo>
                  <a:lnTo>
                    <a:pt x="36605" y="32671"/>
                  </a:lnTo>
                  <a:lnTo>
                    <a:pt x="54007" y="3267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252A32"/>
              </a:solidFill>
              <a:prstDash val="solid"/>
            </a:ln>
          </p:spPr>
        </p:sp>
        <p:sp>
          <p:nvSpPr>
            <p:cNvPr id="33" name="F2-robot-45-185-0033-line">
              <a:extLst xmlns:a="http://schemas.openxmlformats.org/drawingml/2006/main">
                <a:ext uri="{FF2B5EF4-FFF2-40B4-BE49-F238E27FC236}">
                  <a16:creationId xmlns:a16="http://schemas.microsoft.com/office/drawing/2014/main" id="{8DA32F97-FFA6-4625-99BB-343156C9C1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1089" y="2042160"/>
              <a:ext cx="34804" cy="28003"/>
            </a:xfrm>
            <a:custGeom xmlns:a="http://schemas.openxmlformats.org/drawingml/2006/main">
              <a:pathLst>
                <a:path w="34804" h="28003">
                  <a:moveTo>
                    <a:pt x="0" y="0"/>
                  </a:moveTo>
                  <a:lnTo>
                    <a:pt x="34804" y="28003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252A32"/>
              </a:solidFill>
              <a:prstDash val="solid"/>
            </a:ln>
          </p:spPr>
        </p:sp>
      </p:grpSp>
      <p:grpSp>
        <p:nvGrpSpPr>
          <p:cNvPr id="443" name="F2-document-53-298"/>
          <p:cNvGrpSpPr/>
          <p:nvPr/>
        </p:nvGrpSpPr>
        <p:grpSpPr>
          <ns1:xfrm xmlns:ns1="http://schemas.openxmlformats.org/drawingml/2006/main">
            <ns1:off x="558070" y="2857500"/>
            <ns1:ext cx="311277" cy="438150"/>
            <ns1:chOff x="558070" y="2857500"/>
            <ns1:chExt cx="311277" cy="438150"/>
          </ns1:xfrm>
        </p:grpSpPr>
        <p:sp>
          <p:nvSpPr>
            <p:cNvPr id="34" name="F2-document-53-298-0034-custom">
              <a:extLst xmlns:a="http://schemas.openxmlformats.org/drawingml/2006/main">
                <a:ext uri="{FF2B5EF4-FFF2-40B4-BE49-F238E27FC236}">
                  <a16:creationId xmlns:a16="http://schemas.microsoft.com/office/drawing/2014/main" id="{0825AC64-5E69-4C4B-BDAF-4CC3572A04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8070" y="2857500"/>
              <a:ext cx="311277" cy="438150"/>
            </a:xfrm>
            <a:custGeom xmlns:a="http://schemas.openxmlformats.org/drawingml/2006/main">
              <a:pathLst>
                <a:path w="311277" h="438150">
                  <a:moveTo>
                    <a:pt x="0" y="0"/>
                  </a:moveTo>
                  <a:lnTo>
                    <a:pt x="212979" y="0"/>
                  </a:lnTo>
                  <a:lnTo>
                    <a:pt x="311277" y="109538"/>
                  </a:lnTo>
                  <a:lnTo>
                    <a:pt x="311277" y="438150"/>
                  </a:lnTo>
                  <a:lnTo>
                    <a:pt x="0" y="43815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26622">
              <a:solidFill>
                <a:srgbClr val="252A32"/>
              </a:solidFill>
            </a:ln>
          </p:spPr>
        </p:sp>
        <p:sp>
          <p:nvSpPr>
            <p:cNvPr id="35" name="F2-document-53-298-0035-line">
              <a:extLst xmlns:a="http://schemas.openxmlformats.org/drawingml/2006/main">
                <a:ext uri="{FF2B5EF4-FFF2-40B4-BE49-F238E27FC236}">
                  <a16:creationId xmlns:a16="http://schemas.microsoft.com/office/drawing/2014/main" id="{221DEB1D-3A67-41D8-80C4-27F0EAC8CAF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1049" y="2857500"/>
              <a:ext cx="98298" cy="109538"/>
            </a:xfrm>
            <a:custGeom xmlns:a="http://schemas.openxmlformats.org/drawingml/2006/main">
              <a:pathLst>
                <a:path w="98298" h="109538">
                  <a:moveTo>
                    <a:pt x="0" y="0"/>
                  </a:moveTo>
                  <a:lnTo>
                    <a:pt x="0" y="109538"/>
                  </a:lnTo>
                  <a:lnTo>
                    <a:pt x="98298" y="109538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575">
              <a:solidFill>
                <a:srgbClr val="252A32"/>
              </a:solidFill>
              <a:prstDash val="solid"/>
            </a:ln>
          </p:spPr>
        </p:sp>
        <p:sp>
          <p:nvSpPr>
            <p:cNvPr id="36" name="F2-document-53-298-0036-line">
              <a:extLst xmlns:a="http://schemas.openxmlformats.org/drawingml/2006/main">
                <a:ext uri="{FF2B5EF4-FFF2-40B4-BE49-F238E27FC236}">
                  <a16:creationId xmlns:a16="http://schemas.microsoft.com/office/drawing/2014/main" id="{736A02B5-665B-4F6E-B8B0-DBD5DF0937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602" y="3043238"/>
              <a:ext cx="180213" cy="9525"/>
            </a:xfrm>
            <a:custGeom xmlns:a="http://schemas.openxmlformats.org/drawingml/2006/main">
              <a:pathLst>
                <a:path w="180213" h="9525">
                  <a:moveTo>
                    <a:pt x="0" y="0"/>
                  </a:moveTo>
                  <a:lnTo>
                    <a:pt x="180213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575">
              <a:solidFill>
                <a:srgbClr val="252A32"/>
              </a:solidFill>
              <a:prstDash val="solid"/>
            </a:ln>
          </p:spPr>
        </p:sp>
        <p:sp>
          <p:nvSpPr>
            <p:cNvPr id="37" name="F2-document-53-298-0037-line">
              <a:extLst xmlns:a="http://schemas.openxmlformats.org/drawingml/2006/main">
                <a:ext uri="{FF2B5EF4-FFF2-40B4-BE49-F238E27FC236}">
                  <a16:creationId xmlns:a16="http://schemas.microsoft.com/office/drawing/2014/main" id="{0AF53E36-9659-424C-94BF-1A7C42CEA72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602" y="3114675"/>
              <a:ext cx="180213" cy="9525"/>
            </a:xfrm>
            <a:custGeom xmlns:a="http://schemas.openxmlformats.org/drawingml/2006/main">
              <a:pathLst>
                <a:path w="180213" h="9525">
                  <a:moveTo>
                    <a:pt x="0" y="0"/>
                  </a:moveTo>
                  <a:lnTo>
                    <a:pt x="180213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575">
              <a:solidFill>
                <a:srgbClr val="252A32"/>
              </a:solidFill>
              <a:prstDash val="solid"/>
            </a:ln>
          </p:spPr>
        </p:sp>
        <p:sp>
          <p:nvSpPr>
            <p:cNvPr id="38" name="F2-document-53-298-0038-line">
              <a:extLst xmlns:a="http://schemas.openxmlformats.org/drawingml/2006/main">
                <a:ext uri="{FF2B5EF4-FFF2-40B4-BE49-F238E27FC236}">
                  <a16:creationId xmlns:a16="http://schemas.microsoft.com/office/drawing/2014/main" id="{D3DA38F0-4521-4547-982F-4F7577D71F7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602" y="3186113"/>
              <a:ext cx="180213" cy="9525"/>
            </a:xfrm>
            <a:custGeom xmlns:a="http://schemas.openxmlformats.org/drawingml/2006/main">
              <a:pathLst>
                <a:path w="180213" h="9525">
                  <a:moveTo>
                    <a:pt x="0" y="0"/>
                  </a:moveTo>
                  <a:lnTo>
                    <a:pt x="180213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575">
              <a:solidFill>
                <a:srgbClr val="252A32"/>
              </a:solidFill>
              <a:prstDash val="solid"/>
            </a:ln>
          </p:spPr>
        </p:sp>
      </p:grpSp>
      <p:sp>
        <p:nvSpPr>
          <p:cNvPr id="39" name="F2-0039-text">
            <a:extLst xmlns:a="http://schemas.openxmlformats.org/drawingml/2006/main">
              <a:ext uri="{FF2B5EF4-FFF2-40B4-BE49-F238E27FC236}">
                <a16:creationId xmlns:a16="http://schemas.microsoft.com/office/drawing/2014/main" id="{2940861A-6C2C-4112-8B91-FA389C08716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041400" y="1737598"/>
            <a:ext cx="1206500" cy="249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actions </a:t>
            </a:r>
            <a:r>
              <a:rPr sz="1800" b="0" i="0" baseline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2400" b="0" i="0" baseline="-2500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0:T</a:t>
            </a:r>
          </a:p>
        </p:txBody>
      </p:sp>
      <p:grpSp>
        <p:nvGrpSpPr>
          <p:cNvPr id="444" name="F2-math-177-181"/>
          <p:cNvGrpSpPr/>
          <p:nvPr/>
        </p:nvGrpSpPr>
        <p:grpSpPr>
          <ns1:xfrm xmlns:ns1="http://schemas.openxmlformats.org/drawingml/2006/main">
            <ns1:off x="1685925" y="1721644"/>
            <ns1:ext cx="315849" cy="272395"/>
            <ns1:chOff x="1685925" y="1721644"/>
            <ns1:chExt cx="315849" cy="272395"/>
          </ns1:xfrm>
        </p:grpSpPr>
        <p:sp>
          <p:nvSpPr>
            <p:cNvPr id="40" name="F2-math-177-181-0040-text">
              <a:extLst xmlns:a="http://schemas.openxmlformats.org/drawingml/2006/main">
                <a:ext uri="{FF2B5EF4-FFF2-40B4-BE49-F238E27FC236}">
                  <a16:creationId xmlns:a16="http://schemas.microsoft.com/office/drawing/2014/main" id="{F5D0595E-EA3B-4197-9184-BAF0D36B6F7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1676400" y="1721644"/>
              <a:ext cx="152400" cy="26003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0" i="1">
                  <a:solidFill>
                    <a:srgbClr val="252A3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 i="1">
                  <a:solidFill>
                    <a:srgbClr val="252A32"/>
                  </a:solidFill>
                  <a:latin typeface="Times New Roman"/>
                  <a:ea typeface="Times New Roman"/>
                  <a:cs typeface="Times New Roman"/>
                </a:rPr>
                <a:t/>
              </a:r>
            </a:p>
          </p:txBody>
        </p:sp>
        <p:sp>
          <p:nvSpPr>
            <p:cNvPr id="41" name="F2-math-177-181-0041-text">
              <a:extLst xmlns:a="http://schemas.openxmlformats.org/drawingml/2006/main">
                <a:ext uri="{FF2B5EF4-FFF2-40B4-BE49-F238E27FC236}">
                  <a16:creationId xmlns:a16="http://schemas.microsoft.com/office/drawing/2014/main" id="{B2F0E015-7505-489F-8928-FB044D6AA9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1816100" y="1778000"/>
              <a:ext cx="381000" cy="1780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89" b="0" i="0">
                  <a:solidFill>
                    <a:srgbClr val="252A3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 i="0">
                  <a:solidFill>
                    <a:srgbClr val="252A32"/>
                  </a:solidFill>
                  <a:latin typeface="Times New Roman"/>
                  <a:ea typeface="Times New Roman"/>
                  <a:cs typeface="Times New Roman"/>
                </a:rPr>
                <a:t/>
              </a:r>
            </a:p>
          </p:txBody>
        </p:sp>
      </p:grpSp>
      <p:sp>
        <p:nvSpPr>
          <p:cNvPr id="42" name="F2-0042-text">
            <a:extLst xmlns:a="http://schemas.openxmlformats.org/drawingml/2006/main">
              <a:ext uri="{FF2B5EF4-FFF2-40B4-BE49-F238E27FC236}">
                <a16:creationId xmlns:a16="http://schemas.microsoft.com/office/drawing/2014/main" id="{E3BBC8BA-F035-4758-A336-A817382BB7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041400" y="1975723"/>
            <a:ext cx="1206500" cy="249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states </a:t>
            </a:r>
            <a:r>
              <a:rPr sz="1800" b="0" i="0" baseline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400" b="0" i="0" baseline="-2500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0:T</a:t>
            </a:r>
          </a:p>
        </p:txBody>
      </p:sp>
      <p:grpSp>
        <p:nvGrpSpPr>
          <p:cNvPr id="445" name="F2-math-177-206"/>
          <p:cNvGrpSpPr/>
          <p:nvPr/>
        </p:nvGrpSpPr>
        <p:grpSpPr>
          <ns1:xfrm xmlns:ns1="http://schemas.openxmlformats.org/drawingml/2006/main">
            <ns1:off x="1685925" y="1959769"/>
            <ns1:ext cx="292608" cy="272395"/>
            <ns1:chOff x="1685925" y="1959769"/>
            <ns1:chExt cx="292608" cy="272395"/>
          </ns1:xfrm>
        </p:grpSpPr>
        <p:sp>
          <p:nvSpPr>
            <p:cNvPr id="43" name="F2-math-177-206-0043-text">
              <a:extLst xmlns:a="http://schemas.openxmlformats.org/drawingml/2006/main">
                <a:ext uri="{FF2B5EF4-FFF2-40B4-BE49-F238E27FC236}">
                  <a16:creationId xmlns:a16="http://schemas.microsoft.com/office/drawing/2014/main" id="{A9E7E9F6-5752-4477-952D-4684351460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1676400" y="1959769"/>
              <a:ext cx="152400" cy="26003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0" i="1">
                  <a:solidFill>
                    <a:srgbClr val="252A3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 i="1">
                  <a:solidFill>
                    <a:srgbClr val="252A32"/>
                  </a:solidFill>
                  <a:latin typeface="Times New Roman"/>
                  <a:ea typeface="Times New Roman"/>
                  <a:cs typeface="Times New Roman"/>
                </a:rPr>
                <a:t/>
              </a:r>
            </a:p>
          </p:txBody>
        </p:sp>
        <p:sp>
          <p:nvSpPr>
            <p:cNvPr id="44" name="F2-math-177-206-0044-text">
              <a:extLst xmlns:a="http://schemas.openxmlformats.org/drawingml/2006/main">
                <a:ext uri="{FF2B5EF4-FFF2-40B4-BE49-F238E27FC236}">
                  <a16:creationId xmlns:a16="http://schemas.microsoft.com/office/drawing/2014/main" id="{87B59FDA-8979-4BC1-A7EE-0D2E850FBF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1816100" y="2032000"/>
              <a:ext cx="381000" cy="1780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89" b="0" i="0">
                  <a:solidFill>
                    <a:srgbClr val="252A3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 i="0">
                  <a:solidFill>
                    <a:srgbClr val="252A32"/>
                  </a:solidFill>
                  <a:latin typeface="Times New Roman"/>
                  <a:ea typeface="Times New Roman"/>
                  <a:cs typeface="Times New Roman"/>
                </a:rPr>
                <a:t/>
              </a:r>
            </a:p>
          </p:txBody>
        </p:sp>
      </p:grpSp>
      <p:sp>
        <p:nvSpPr>
          <p:cNvPr id="45" name="F2-0045-ellipse">
            <a:extLst xmlns:a="http://schemas.openxmlformats.org/drawingml/2006/main">
              <a:ext uri="{FF2B5EF4-FFF2-40B4-BE49-F238E27FC236}">
                <a16:creationId xmlns:a16="http://schemas.microsoft.com/office/drawing/2014/main" id="{AD98FE49-0AB4-4534-A178-CB3D18EFDFA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99185" y="2270760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A32"/>
          </a:solidFill>
          <a:ln xmlns:a="http://schemas.openxmlformats.org/drawingml/2006/main" w="1905">
            <a:solidFill>
              <a:srgbClr val="252A32"/>
            </a:solidFill>
          </a:ln>
        </p:spPr>
      </p:sp>
      <p:sp>
        <p:nvSpPr>
          <p:cNvPr id="46" name="F2-0046-ellipse">
            <a:extLst xmlns:a="http://schemas.openxmlformats.org/drawingml/2006/main">
              <a:ext uri="{FF2B5EF4-FFF2-40B4-BE49-F238E27FC236}">
                <a16:creationId xmlns:a16="http://schemas.microsoft.com/office/drawing/2014/main" id="{FEF7A455-96BB-40D9-BC25-C2EE5B66A1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5860" y="2270760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A32"/>
          </a:solidFill>
          <a:ln xmlns:a="http://schemas.openxmlformats.org/drawingml/2006/main" w="1905">
            <a:solidFill>
              <a:srgbClr val="252A32"/>
            </a:solidFill>
          </a:ln>
        </p:spPr>
      </p:sp>
      <p:sp>
        <p:nvSpPr>
          <p:cNvPr id="47" name="F2-0047-ellipse">
            <a:extLst xmlns:a="http://schemas.openxmlformats.org/drawingml/2006/main">
              <a:ext uri="{FF2B5EF4-FFF2-40B4-BE49-F238E27FC236}">
                <a16:creationId xmlns:a16="http://schemas.microsoft.com/office/drawing/2014/main" id="{DC5A578F-F72B-4FBC-AEAB-E7F5428BB11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2535" y="2270760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A32"/>
          </a:solidFill>
          <a:ln xmlns:a="http://schemas.openxmlformats.org/drawingml/2006/main" w="1905">
            <a:solidFill>
              <a:srgbClr val="252A32"/>
            </a:solidFill>
          </a:ln>
        </p:spPr>
      </p:sp>
      <p:sp>
        <p:nvSpPr>
          <p:cNvPr id="48" name="F2-0048-text">
            <a:extLst xmlns:a="http://schemas.openxmlformats.org/drawingml/2006/main">
              <a:ext uri="{FF2B5EF4-FFF2-40B4-BE49-F238E27FC236}">
                <a16:creationId xmlns:a16="http://schemas.microsoft.com/office/drawing/2014/main" id="{53C6B695-3ADB-425E-8CA6-07789B4D4BF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041400" y="2747248"/>
            <a:ext cx="1206500" cy="249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actions </a:t>
            </a:r>
            <a:r>
              <a:rPr sz="1800" b="0" i="0" baseline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2400" b="0" i="0" baseline="-2500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0:T</a:t>
            </a:r>
          </a:p>
        </p:txBody>
      </p:sp>
      <p:grpSp>
        <p:nvGrpSpPr>
          <p:cNvPr id="446" name="F2-math-177-287"/>
          <p:cNvGrpSpPr/>
          <p:nvPr/>
        </p:nvGrpSpPr>
        <p:grpSpPr>
          <ns1:xfrm xmlns:ns1="http://schemas.openxmlformats.org/drawingml/2006/main">
            <ns1:off x="1685925" y="2731294"/>
            <ns1:ext cx="315849" cy="272395"/>
            <ns1:chOff x="1685925" y="2731294"/>
            <ns1:chExt cx="315849" cy="272395"/>
          </ns1:xfrm>
        </p:grpSpPr>
        <p:sp>
          <p:nvSpPr>
            <p:cNvPr id="49" name="F2-math-177-287-0049-text">
              <a:extLst xmlns:a="http://schemas.openxmlformats.org/drawingml/2006/main">
                <a:ext uri="{FF2B5EF4-FFF2-40B4-BE49-F238E27FC236}">
                  <a16:creationId xmlns:a16="http://schemas.microsoft.com/office/drawing/2014/main" id="{B94FD55E-0DF0-4CDF-8AFB-A6C35B1FB5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1676400" y="2731294"/>
              <a:ext cx="152400" cy="26003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0" i="1">
                  <a:solidFill>
                    <a:srgbClr val="252A3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 i="1">
                  <a:solidFill>
                    <a:srgbClr val="252A32"/>
                  </a:solidFill>
                  <a:latin typeface="Times New Roman"/>
                  <a:ea typeface="Times New Roman"/>
                  <a:cs typeface="Times New Roman"/>
                </a:rPr>
                <a:t/>
              </a:r>
            </a:p>
          </p:txBody>
        </p:sp>
        <p:sp>
          <p:nvSpPr>
            <p:cNvPr id="50" name="F2-math-177-287-0050-text">
              <a:extLst xmlns:a="http://schemas.openxmlformats.org/drawingml/2006/main">
                <a:ext uri="{FF2B5EF4-FFF2-40B4-BE49-F238E27FC236}">
                  <a16:creationId xmlns:a16="http://schemas.microsoft.com/office/drawing/2014/main" id="{2276C1B9-A09B-4BBB-8DC3-C8F556CABB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1816100" y="2794000"/>
              <a:ext cx="381000" cy="1780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89" b="0" i="0">
                  <a:solidFill>
                    <a:srgbClr val="252A3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 i="0">
                  <a:solidFill>
                    <a:srgbClr val="252A32"/>
                  </a:solidFill>
                  <a:latin typeface="Times New Roman"/>
                  <a:ea typeface="Times New Roman"/>
                  <a:cs typeface="Times New Roman"/>
                </a:rPr>
                <a:t/>
              </a:r>
            </a:p>
          </p:txBody>
        </p:sp>
      </p:grpSp>
      <p:sp>
        <p:nvSpPr>
          <p:cNvPr id="51" name="F2-0051-text">
            <a:extLst xmlns:a="http://schemas.openxmlformats.org/drawingml/2006/main">
              <a:ext uri="{FF2B5EF4-FFF2-40B4-BE49-F238E27FC236}">
                <a16:creationId xmlns:a16="http://schemas.microsoft.com/office/drawing/2014/main" id="{2DAC88BB-D712-4997-AEB0-AFDEBA1DFE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041400" y="2985373"/>
            <a:ext cx="1206500" cy="249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states </a:t>
            </a:r>
            <a:r>
              <a:rPr sz="1800" b="0" i="0" baseline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2400" b="0" i="0" baseline="-2500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0:T</a:t>
            </a:r>
          </a:p>
        </p:txBody>
      </p:sp>
      <p:grpSp>
        <p:nvGrpSpPr>
          <p:cNvPr id="447" name="F2-math-177-312"/>
          <p:cNvGrpSpPr/>
          <p:nvPr/>
        </p:nvGrpSpPr>
        <p:grpSpPr>
          <ns1:xfrm xmlns:ns1="http://schemas.openxmlformats.org/drawingml/2006/main">
            <ns1:off x="1685925" y="2969419"/>
            <ns1:ext cx="292608" cy="272395"/>
            <ns1:chOff x="1685925" y="2969419"/>
            <ns1:chExt cx="292608" cy="272395"/>
          </ns1:xfrm>
        </p:grpSpPr>
        <p:sp>
          <p:nvSpPr>
            <p:cNvPr id="52" name="F2-math-177-312-0052-text">
              <a:extLst xmlns:a="http://schemas.openxmlformats.org/drawingml/2006/main">
                <a:ext uri="{FF2B5EF4-FFF2-40B4-BE49-F238E27FC236}">
                  <a16:creationId xmlns:a16="http://schemas.microsoft.com/office/drawing/2014/main" id="{81E19AA9-D669-4D02-88A1-42E3A91981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1676400" y="2969419"/>
              <a:ext cx="152400" cy="26003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650" b="0" i="1">
                  <a:solidFill>
                    <a:srgbClr val="252A3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 i="1">
                  <a:solidFill>
                    <a:srgbClr val="252A32"/>
                  </a:solidFill>
                  <a:latin typeface="Times New Roman"/>
                  <a:ea typeface="Times New Roman"/>
                  <a:cs typeface="Times New Roman"/>
                </a:rPr>
                <a:t/>
              </a:r>
            </a:p>
          </p:txBody>
        </p:sp>
        <p:sp>
          <p:nvSpPr>
            <p:cNvPr id="53" name="F2-math-177-312-0053-text">
              <a:extLst xmlns:a="http://schemas.openxmlformats.org/drawingml/2006/main">
                <a:ext uri="{FF2B5EF4-FFF2-40B4-BE49-F238E27FC236}">
                  <a16:creationId xmlns:a16="http://schemas.microsoft.com/office/drawing/2014/main" id="{0289A2B3-B1EA-42B6-800E-9E5F366E0E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1816100" y="3048000"/>
              <a:ext cx="381000" cy="17809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89" b="0" i="0">
                  <a:solidFill>
                    <a:srgbClr val="252A3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 i="0">
                  <a:solidFill>
                    <a:srgbClr val="252A32"/>
                  </a:solidFill>
                  <a:latin typeface="Times New Roman"/>
                  <a:ea typeface="Times New Roman"/>
                  <a:cs typeface="Times New Roman"/>
                </a:rPr>
                <a:t/>
              </a:r>
            </a:p>
          </p:txBody>
        </p:sp>
      </p:grpSp>
      <p:sp>
        <p:nvSpPr>
          <p:cNvPr id="54" name="F2-0054-ellipse">
            <a:extLst xmlns:a="http://schemas.openxmlformats.org/drawingml/2006/main">
              <a:ext uri="{FF2B5EF4-FFF2-40B4-BE49-F238E27FC236}">
                <a16:creationId xmlns:a16="http://schemas.microsoft.com/office/drawing/2014/main" id="{3AAF80DD-0D3F-4B98-9C31-57C8745C7AA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99185" y="3356610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A32"/>
          </a:solidFill>
          <a:ln xmlns:a="http://schemas.openxmlformats.org/drawingml/2006/main" w="1905">
            <a:solidFill>
              <a:srgbClr val="252A32"/>
            </a:solidFill>
          </a:ln>
        </p:spPr>
      </p:sp>
      <p:sp>
        <p:nvSpPr>
          <p:cNvPr id="55" name="F2-0055-ellipse">
            <a:extLst xmlns:a="http://schemas.openxmlformats.org/drawingml/2006/main">
              <a:ext uri="{FF2B5EF4-FFF2-40B4-BE49-F238E27FC236}">
                <a16:creationId xmlns:a16="http://schemas.microsoft.com/office/drawing/2014/main" id="{2C5705F7-D7E6-4AD9-8CD1-EA9A9AE5AB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5860" y="3356610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A32"/>
          </a:solidFill>
          <a:ln xmlns:a="http://schemas.openxmlformats.org/drawingml/2006/main" w="1905">
            <a:solidFill>
              <a:srgbClr val="252A32"/>
            </a:solidFill>
          </a:ln>
        </p:spPr>
      </p:sp>
      <p:sp>
        <p:nvSpPr>
          <p:cNvPr id="56" name="F2-0056-ellipse">
            <a:extLst xmlns:a="http://schemas.openxmlformats.org/drawingml/2006/main">
              <a:ext uri="{FF2B5EF4-FFF2-40B4-BE49-F238E27FC236}">
                <a16:creationId xmlns:a16="http://schemas.microsoft.com/office/drawing/2014/main" id="{761D5686-4F23-4586-ABA0-3D30711786E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2535" y="3356610"/>
            <a:ext cx="30480" cy="3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A32"/>
          </a:solidFill>
          <a:ln xmlns:a="http://schemas.openxmlformats.org/drawingml/2006/main" w="1905">
            <a:solidFill>
              <a:srgbClr val="252A32"/>
            </a:solidFill>
          </a:ln>
        </p:spPr>
      </p:sp>
      <p:sp>
        <p:nvSpPr>
          <p:cNvPr id="57" name="F2-0057-roundRect">
            <a:extLst xmlns:a="http://schemas.openxmlformats.org/drawingml/2006/main">
              <a:ext uri="{FF2B5EF4-FFF2-40B4-BE49-F238E27FC236}">
                <a16:creationId xmlns:a16="http://schemas.microsoft.com/office/drawing/2014/main" id="{337AB3D2-B768-43D6-9F22-0CF025FD236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67025" y="1733550"/>
            <a:ext cx="742950" cy="7620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5240">
            <a:solidFill>
              <a:srgbClr val="68717D"/>
            </a:solidFill>
            <a:prstDash val="solid"/>
          </a:ln>
        </p:spPr>
      </p:sp>
      <p:grpSp>
        <p:nvGrpSpPr>
          <p:cNvPr id="448" name="F2-fingerprint-313-193"/>
          <p:cNvGrpSpPr/>
          <p:nvPr/>
        </p:nvGrpSpPr>
        <p:grpSpPr>
          <ns1:xfrm xmlns:ns1="http://schemas.openxmlformats.org/drawingml/2006/main">
            <ns1:off x="3048191" y="1857695"/>
            <ns1:ext cx="380614" cy="460690"/>
            <ns1:chOff x="3048191" y="1857695"/>
            <ns1:chExt cx="380614" cy="460690"/>
          </ns1:xfrm>
        </p:grpSpPr>
        <p:sp>
          <p:nvSpPr>
            <p:cNvPr id="58" name="F2-fingerprint-313-193-0058-line">
              <a:extLst xmlns:a="http://schemas.openxmlformats.org/drawingml/2006/main">
                <a:ext uri="{FF2B5EF4-FFF2-40B4-BE49-F238E27FC236}">
                  <a16:creationId xmlns:a16="http://schemas.microsoft.com/office/drawing/2014/main" id="{ECB930DD-4E74-4BE9-A752-CABAAD63E3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48191" y="1857695"/>
              <a:ext cx="380614" cy="452967"/>
            </a:xfrm>
            <a:custGeom xmlns:a="http://schemas.openxmlformats.org/drawingml/2006/main">
              <a:pathLst>
                <a:path w="380614" h="452967">
                  <a:moveTo>
                    <a:pt x="0" y="226375"/>
                  </a:moveTo>
                  <a:lnTo>
                    <a:pt x="7743" y="161832"/>
                  </a:lnTo>
                  <a:lnTo>
                    <a:pt x="30342" y="102541"/>
                  </a:lnTo>
                  <a:lnTo>
                    <a:pt x="65957" y="53326"/>
                  </a:lnTo>
                  <a:lnTo>
                    <a:pt x="111692" y="18193"/>
                  </a:lnTo>
                  <a:lnTo>
                    <a:pt x="163824" y="0"/>
                  </a:lnTo>
                  <a:lnTo>
                    <a:pt x="218110" y="228"/>
                  </a:lnTo>
                  <a:lnTo>
                    <a:pt x="270135" y="18857"/>
                  </a:lnTo>
                  <a:lnTo>
                    <a:pt x="315664" y="54373"/>
                  </a:lnTo>
                  <a:lnTo>
                    <a:pt x="350993" y="103885"/>
                  </a:lnTo>
                  <a:lnTo>
                    <a:pt x="373247" y="163365"/>
                  </a:lnTo>
                  <a:lnTo>
                    <a:pt x="380614" y="227971"/>
                  </a:lnTo>
                  <a:lnTo>
                    <a:pt x="372496" y="292448"/>
                  </a:lnTo>
                  <a:lnTo>
                    <a:pt x="349554" y="351548"/>
                  </a:lnTo>
                  <a:lnTo>
                    <a:pt x="313653" y="400463"/>
                  </a:lnTo>
                  <a:lnTo>
                    <a:pt x="267715" y="435212"/>
                  </a:lnTo>
                  <a:lnTo>
                    <a:pt x="215479" y="452967"/>
                  </a:lnTo>
                  <a:lnTo>
                    <a:pt x="161195" y="452284"/>
                  </a:lnTo>
                  <a:lnTo>
                    <a:pt x="109280" y="433219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252A32"/>
              </a:solidFill>
              <a:prstDash val="solid"/>
            </a:ln>
          </p:spPr>
        </p:sp>
        <p:sp>
          <p:nvSpPr>
            <p:cNvPr id="59" name="F2-fingerprint-313-193-0059-line">
              <a:extLst xmlns:a="http://schemas.openxmlformats.org/drawingml/2006/main">
                <a:ext uri="{FF2B5EF4-FFF2-40B4-BE49-F238E27FC236}">
                  <a16:creationId xmlns:a16="http://schemas.microsoft.com/office/drawing/2014/main" id="{78F2B098-545E-4C81-A7C4-6103AA90EEA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89338" y="1902970"/>
              <a:ext cx="298319" cy="362374"/>
            </a:xfrm>
            <a:custGeom xmlns:a="http://schemas.openxmlformats.org/drawingml/2006/main">
              <a:pathLst>
                <a:path w="298319" h="362374">
                  <a:moveTo>
                    <a:pt x="0" y="181100"/>
                  </a:moveTo>
                  <a:lnTo>
                    <a:pt x="6069" y="129466"/>
                  </a:lnTo>
                  <a:lnTo>
                    <a:pt x="23781" y="82033"/>
                  </a:lnTo>
                  <a:lnTo>
                    <a:pt x="51696" y="42661"/>
                  </a:lnTo>
                  <a:lnTo>
                    <a:pt x="87542" y="14554"/>
                  </a:lnTo>
                  <a:lnTo>
                    <a:pt x="128402" y="0"/>
                  </a:lnTo>
                  <a:lnTo>
                    <a:pt x="170951" y="182"/>
                  </a:lnTo>
                  <a:lnTo>
                    <a:pt x="211728" y="15086"/>
                  </a:lnTo>
                  <a:lnTo>
                    <a:pt x="247413" y="43499"/>
                  </a:lnTo>
                  <a:lnTo>
                    <a:pt x="275103" y="83108"/>
                  </a:lnTo>
                  <a:lnTo>
                    <a:pt x="292545" y="130692"/>
                  </a:lnTo>
                  <a:lnTo>
                    <a:pt x="298319" y="182377"/>
                  </a:lnTo>
                  <a:lnTo>
                    <a:pt x="291957" y="233958"/>
                  </a:lnTo>
                  <a:lnTo>
                    <a:pt x="273975" y="281239"/>
                  </a:lnTo>
                  <a:lnTo>
                    <a:pt x="245836" y="320370"/>
                  </a:lnTo>
                  <a:lnTo>
                    <a:pt x="209831" y="348169"/>
                  </a:lnTo>
                  <a:lnTo>
                    <a:pt x="168889" y="362374"/>
                  </a:lnTo>
                  <a:lnTo>
                    <a:pt x="126342" y="361827"/>
                  </a:lnTo>
                  <a:lnTo>
                    <a:pt x="85652" y="3465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252A32"/>
              </a:solidFill>
              <a:prstDash val="solid"/>
            </a:ln>
          </p:spPr>
        </p:sp>
        <p:sp>
          <p:nvSpPr>
            <p:cNvPr id="60" name="F2-fingerprint-313-193-0060-line">
              <a:extLst xmlns:a="http://schemas.openxmlformats.org/drawingml/2006/main">
                <a:ext uri="{FF2B5EF4-FFF2-40B4-BE49-F238E27FC236}">
                  <a16:creationId xmlns:a16="http://schemas.microsoft.com/office/drawing/2014/main" id="{7E02922D-AF40-419E-AA80-E2968CCE7F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30487" y="1948245"/>
              <a:ext cx="216024" cy="271780"/>
            </a:xfrm>
            <a:custGeom xmlns:a="http://schemas.openxmlformats.org/drawingml/2006/main">
              <a:pathLst>
                <a:path w="216024" h="271780">
                  <a:moveTo>
                    <a:pt x="0" y="135825"/>
                  </a:moveTo>
                  <a:lnTo>
                    <a:pt x="4395" y="97099"/>
                  </a:lnTo>
                  <a:lnTo>
                    <a:pt x="17221" y="61524"/>
                  </a:lnTo>
                  <a:lnTo>
                    <a:pt x="37435" y="31996"/>
                  </a:lnTo>
                  <a:lnTo>
                    <a:pt x="63393" y="10916"/>
                  </a:lnTo>
                  <a:lnTo>
                    <a:pt x="92981" y="0"/>
                  </a:lnTo>
                  <a:lnTo>
                    <a:pt x="123792" y="137"/>
                  </a:lnTo>
                  <a:lnTo>
                    <a:pt x="153320" y="11314"/>
                  </a:lnTo>
                  <a:lnTo>
                    <a:pt x="179161" y="32624"/>
                  </a:lnTo>
                  <a:lnTo>
                    <a:pt x="199212" y="62331"/>
                  </a:lnTo>
                  <a:lnTo>
                    <a:pt x="211843" y="98019"/>
                  </a:lnTo>
                  <a:lnTo>
                    <a:pt x="216024" y="136783"/>
                  </a:lnTo>
                  <a:lnTo>
                    <a:pt x="211417" y="175469"/>
                  </a:lnTo>
                  <a:lnTo>
                    <a:pt x="198395" y="210929"/>
                  </a:lnTo>
                  <a:lnTo>
                    <a:pt x="178019" y="240278"/>
                  </a:lnTo>
                  <a:lnTo>
                    <a:pt x="151947" y="261127"/>
                  </a:lnTo>
                  <a:lnTo>
                    <a:pt x="122299" y="271780"/>
                  </a:lnTo>
                  <a:lnTo>
                    <a:pt x="91489" y="271371"/>
                  </a:lnTo>
                  <a:lnTo>
                    <a:pt x="62024" y="25993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252A32"/>
              </a:solidFill>
              <a:prstDash val="solid"/>
            </a:ln>
          </p:spPr>
        </p:sp>
        <p:sp>
          <p:nvSpPr>
            <p:cNvPr id="61" name="F2-fingerprint-313-193-0061-line">
              <a:extLst xmlns:a="http://schemas.openxmlformats.org/drawingml/2006/main">
                <a:ext uri="{FF2B5EF4-FFF2-40B4-BE49-F238E27FC236}">
                  <a16:creationId xmlns:a16="http://schemas.microsoft.com/office/drawing/2014/main" id="{E3881676-6251-4BF6-A7E2-696679183D5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71635" y="1993520"/>
              <a:ext cx="133729" cy="181187"/>
            </a:xfrm>
            <a:custGeom xmlns:a="http://schemas.openxmlformats.org/drawingml/2006/main">
              <a:pathLst>
                <a:path w="133729" h="181187">
                  <a:moveTo>
                    <a:pt x="0" y="90550"/>
                  </a:moveTo>
                  <a:lnTo>
                    <a:pt x="2720" y="64733"/>
                  </a:lnTo>
                  <a:lnTo>
                    <a:pt x="10661" y="41016"/>
                  </a:lnTo>
                  <a:lnTo>
                    <a:pt x="23174" y="21330"/>
                  </a:lnTo>
                  <a:lnTo>
                    <a:pt x="39243" y="7277"/>
                  </a:lnTo>
                  <a:lnTo>
                    <a:pt x="57560" y="0"/>
                  </a:lnTo>
                  <a:lnTo>
                    <a:pt x="76633" y="91"/>
                  </a:lnTo>
                  <a:lnTo>
                    <a:pt x="94912" y="7543"/>
                  </a:lnTo>
                  <a:lnTo>
                    <a:pt x="110909" y="21749"/>
                  </a:lnTo>
                  <a:lnTo>
                    <a:pt x="123322" y="41554"/>
                  </a:lnTo>
                  <a:lnTo>
                    <a:pt x="131141" y="65346"/>
                  </a:lnTo>
                  <a:lnTo>
                    <a:pt x="133729" y="91188"/>
                  </a:lnTo>
                  <a:lnTo>
                    <a:pt x="130877" y="116979"/>
                  </a:lnTo>
                  <a:lnTo>
                    <a:pt x="122816" y="140619"/>
                  </a:lnTo>
                  <a:lnTo>
                    <a:pt x="110202" y="160185"/>
                  </a:lnTo>
                  <a:lnTo>
                    <a:pt x="94062" y="174085"/>
                  </a:lnTo>
                  <a:lnTo>
                    <a:pt x="75709" y="181187"/>
                  </a:lnTo>
                  <a:lnTo>
                    <a:pt x="56636" y="180914"/>
                  </a:lnTo>
                  <a:lnTo>
                    <a:pt x="38396" y="173287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252A32"/>
              </a:solidFill>
              <a:prstDash val="solid"/>
            </a:ln>
          </p:spPr>
        </p:sp>
        <p:sp>
          <p:nvSpPr>
            <p:cNvPr id="62" name="F2-fingerprint-313-193-0062-line">
              <a:extLst xmlns:a="http://schemas.openxmlformats.org/drawingml/2006/main">
                <a:ext uri="{FF2B5EF4-FFF2-40B4-BE49-F238E27FC236}">
                  <a16:creationId xmlns:a16="http://schemas.microsoft.com/office/drawing/2014/main" id="{4E4FD7B9-1A6C-43DF-8238-E9A47DDCF2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12783" y="2038795"/>
              <a:ext cx="51434" cy="90593"/>
            </a:xfrm>
            <a:custGeom xmlns:a="http://schemas.openxmlformats.org/drawingml/2006/main">
              <a:pathLst>
                <a:path w="51434" h="90593">
                  <a:moveTo>
                    <a:pt x="0" y="45275"/>
                  </a:moveTo>
                  <a:lnTo>
                    <a:pt x="1046" y="32366"/>
                  </a:lnTo>
                  <a:lnTo>
                    <a:pt x="4100" y="20508"/>
                  </a:lnTo>
                  <a:lnTo>
                    <a:pt x="8913" y="10665"/>
                  </a:lnTo>
                  <a:lnTo>
                    <a:pt x="15093" y="3639"/>
                  </a:lnTo>
                  <a:lnTo>
                    <a:pt x="22138" y="0"/>
                  </a:lnTo>
                  <a:lnTo>
                    <a:pt x="29474" y="46"/>
                  </a:lnTo>
                  <a:lnTo>
                    <a:pt x="36505" y="3771"/>
                  </a:lnTo>
                  <a:lnTo>
                    <a:pt x="42657" y="10875"/>
                  </a:lnTo>
                  <a:lnTo>
                    <a:pt x="47432" y="20777"/>
                  </a:lnTo>
                  <a:lnTo>
                    <a:pt x="50439" y="32673"/>
                  </a:lnTo>
                  <a:lnTo>
                    <a:pt x="51434" y="45594"/>
                  </a:lnTo>
                  <a:lnTo>
                    <a:pt x="50337" y="58490"/>
                  </a:lnTo>
                  <a:lnTo>
                    <a:pt x="47237" y="70310"/>
                  </a:lnTo>
                  <a:lnTo>
                    <a:pt x="42386" y="80093"/>
                  </a:lnTo>
                  <a:lnTo>
                    <a:pt x="36178" y="87042"/>
                  </a:lnTo>
                  <a:lnTo>
                    <a:pt x="29119" y="90593"/>
                  </a:lnTo>
                  <a:lnTo>
                    <a:pt x="21783" y="90457"/>
                  </a:lnTo>
                  <a:lnTo>
                    <a:pt x="14768" y="8664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252A32"/>
              </a:solidFill>
              <a:prstDash val="solid"/>
            </a:ln>
          </p:spPr>
        </p:sp>
        <p:sp>
          <p:nvSpPr>
            <p:cNvPr id="63" name="F2-fingerprint-313-193-0063-line">
              <a:extLst xmlns:a="http://schemas.openxmlformats.org/drawingml/2006/main">
                <a:ext uri="{FF2B5EF4-FFF2-40B4-BE49-F238E27FC236}">
                  <a16:creationId xmlns:a16="http://schemas.microsoft.com/office/drawing/2014/main" id="{D2CF8FBE-F9A2-431B-AAAD-2137201538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76778" y="2112645"/>
              <a:ext cx="61722" cy="205740"/>
            </a:xfrm>
            <a:custGeom xmlns:a="http://schemas.openxmlformats.org/drawingml/2006/main">
              <a:pathLst>
                <a:path w="61722" h="205740">
                  <a:moveTo>
                    <a:pt x="61722" y="0"/>
                  </a:moveTo>
                  <a:lnTo>
                    <a:pt x="56578" y="102870"/>
                  </a:lnTo>
                  <a:lnTo>
                    <a:pt x="0" y="20574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252A32"/>
              </a:solidFill>
              <a:prstDash val="solid"/>
            </a:ln>
          </p:spPr>
        </p:sp>
        <p:sp>
          <p:nvSpPr>
            <p:cNvPr id="64" name="F2-fingerprint-313-193-0064-line">
              <a:extLst xmlns:a="http://schemas.openxmlformats.org/drawingml/2006/main">
                <a:ext uri="{FF2B5EF4-FFF2-40B4-BE49-F238E27FC236}">
                  <a16:creationId xmlns:a16="http://schemas.microsoft.com/office/drawing/2014/main" id="{667F5B0D-B692-4E02-94C3-5D3DDCA9E9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84792" y="2095500"/>
              <a:ext cx="46292" cy="217170"/>
            </a:xfrm>
            <a:custGeom xmlns:a="http://schemas.openxmlformats.org/drawingml/2006/main">
              <a:pathLst>
                <a:path w="46292" h="217170">
                  <a:moveTo>
                    <a:pt x="0" y="0"/>
                  </a:moveTo>
                  <a:lnTo>
                    <a:pt x="0" y="131445"/>
                  </a:lnTo>
                  <a:lnTo>
                    <a:pt x="46292" y="21717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252A32"/>
              </a:solidFill>
              <a:prstDash val="solid"/>
            </a:ln>
          </p:spPr>
        </p:sp>
      </p:grpSp>
      <p:sp>
        <p:nvSpPr>
          <p:cNvPr id="65" name="F2-0065-roundRect">
            <a:extLst xmlns:a="http://schemas.openxmlformats.org/drawingml/2006/main">
              <a:ext uri="{FF2B5EF4-FFF2-40B4-BE49-F238E27FC236}">
                <a16:creationId xmlns:a16="http://schemas.microsoft.com/office/drawing/2014/main" id="{D9A79D08-F470-4A1C-8D6D-091034B17B9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10050" y="1676400"/>
            <a:ext cx="819150" cy="88582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5240">
            <a:solidFill>
              <a:srgbClr val="BBC2CD"/>
            </a:solidFill>
            <a:prstDash val="solid"/>
          </a:ln>
        </p:spPr>
      </p:sp>
      <p:grpSp>
        <p:nvGrpSpPr>
          <p:cNvPr id="449" name="F2-document-460-190"/>
          <p:cNvGrpSpPr/>
          <p:nvPr/>
        </p:nvGrpSpPr>
        <p:grpSpPr>
          <ns1:xfrm xmlns:ns1="http://schemas.openxmlformats.org/drawingml/2006/main">
            <ns1:off x="4440936" y="1833372"/>
            <ns1:ext cx="347472" cy="543306"/>
            <ns1:chOff x="4440936" y="1833372"/>
            <ns1:chExt cx="347472" cy="543306"/>
          </ns1:xfrm>
        </p:grpSpPr>
        <p:sp>
          <p:nvSpPr>
            <p:cNvPr id="66" name="F2-document-460-190-0066-custom">
              <a:extLst xmlns:a="http://schemas.openxmlformats.org/drawingml/2006/main">
                <a:ext uri="{FF2B5EF4-FFF2-40B4-BE49-F238E27FC236}">
                  <a16:creationId xmlns:a16="http://schemas.microsoft.com/office/drawing/2014/main" id="{3E982168-5343-42CF-BB57-08E3981790D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40936" y="1833372"/>
              <a:ext cx="347472" cy="543306"/>
            </a:xfrm>
            <a:custGeom xmlns:a="http://schemas.openxmlformats.org/drawingml/2006/main">
              <a:pathLst>
                <a:path w="347472" h="543306">
                  <a:moveTo>
                    <a:pt x="0" y="0"/>
                  </a:moveTo>
                  <a:lnTo>
                    <a:pt x="237744" y="0"/>
                  </a:lnTo>
                  <a:lnTo>
                    <a:pt x="347472" y="135827"/>
                  </a:lnTo>
                  <a:lnTo>
                    <a:pt x="347472" y="543306"/>
                  </a:lnTo>
                  <a:lnTo>
                    <a:pt x="0" y="543306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29718">
              <a:solidFill>
                <a:srgbClr val="252A32"/>
              </a:solidFill>
            </a:ln>
          </p:spPr>
        </p:sp>
        <p:sp>
          <p:nvSpPr>
            <p:cNvPr id="67" name="F2-document-460-190-0067-line">
              <a:extLst xmlns:a="http://schemas.openxmlformats.org/drawingml/2006/main">
                <a:ext uri="{FF2B5EF4-FFF2-40B4-BE49-F238E27FC236}">
                  <a16:creationId xmlns:a16="http://schemas.microsoft.com/office/drawing/2014/main" id="{812A26FC-AF85-443D-8CE5-00ABDB2124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78680" y="1833372"/>
              <a:ext cx="109728" cy="135827"/>
            </a:xfrm>
            <a:custGeom xmlns:a="http://schemas.openxmlformats.org/drawingml/2006/main">
              <a:pathLst>
                <a:path w="109728" h="135827">
                  <a:moveTo>
                    <a:pt x="0" y="0"/>
                  </a:moveTo>
                  <a:lnTo>
                    <a:pt x="0" y="135827"/>
                  </a:lnTo>
                  <a:lnTo>
                    <a:pt x="109728" y="135827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7432">
              <a:solidFill>
                <a:srgbClr val="252A32"/>
              </a:solidFill>
              <a:prstDash val="solid"/>
            </a:ln>
          </p:spPr>
        </p:sp>
        <p:sp>
          <p:nvSpPr>
            <p:cNvPr id="68" name="F2-document-460-190-0068-line">
              <a:extLst xmlns:a="http://schemas.openxmlformats.org/drawingml/2006/main">
                <a:ext uri="{FF2B5EF4-FFF2-40B4-BE49-F238E27FC236}">
                  <a16:creationId xmlns:a16="http://schemas.microsoft.com/office/drawing/2014/main" id="{B97FEE55-1E1F-4479-9915-11DA3EAB31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14088" y="2063687"/>
              <a:ext cx="201168" cy="9525"/>
            </a:xfrm>
            <a:custGeom xmlns:a="http://schemas.openxmlformats.org/drawingml/2006/main">
              <a:pathLst>
                <a:path w="201168" h="9525">
                  <a:moveTo>
                    <a:pt x="0" y="0"/>
                  </a:moveTo>
                  <a:lnTo>
                    <a:pt x="201168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7432">
              <a:solidFill>
                <a:srgbClr val="252A32"/>
              </a:solidFill>
              <a:prstDash val="solid"/>
            </a:ln>
          </p:spPr>
        </p:sp>
        <p:sp>
          <p:nvSpPr>
            <p:cNvPr id="69" name="F2-document-460-190-0069-line">
              <a:extLst xmlns:a="http://schemas.openxmlformats.org/drawingml/2006/main">
                <a:ext uri="{FF2B5EF4-FFF2-40B4-BE49-F238E27FC236}">
                  <a16:creationId xmlns:a16="http://schemas.microsoft.com/office/drawing/2014/main" id="{2258AF0B-3CF3-4EBA-9758-2A6C7F8033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14088" y="2152269"/>
              <a:ext cx="201168" cy="9525"/>
            </a:xfrm>
            <a:custGeom xmlns:a="http://schemas.openxmlformats.org/drawingml/2006/main">
              <a:pathLst>
                <a:path w="201168" h="9525">
                  <a:moveTo>
                    <a:pt x="0" y="0"/>
                  </a:moveTo>
                  <a:lnTo>
                    <a:pt x="201168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7432">
              <a:solidFill>
                <a:srgbClr val="252A32"/>
              </a:solidFill>
              <a:prstDash val="solid"/>
            </a:ln>
          </p:spPr>
        </p:sp>
        <p:sp>
          <p:nvSpPr>
            <p:cNvPr id="70" name="F2-document-460-190-0070-line">
              <a:extLst xmlns:a="http://schemas.openxmlformats.org/drawingml/2006/main">
                <a:ext uri="{FF2B5EF4-FFF2-40B4-BE49-F238E27FC236}">
                  <a16:creationId xmlns:a16="http://schemas.microsoft.com/office/drawing/2014/main" id="{A7489DEC-C3D5-44D2-8C86-5CC3C2B290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14088" y="2240852"/>
              <a:ext cx="201168" cy="9525"/>
            </a:xfrm>
            <a:custGeom xmlns:a="http://schemas.openxmlformats.org/drawingml/2006/main">
              <a:pathLst>
                <a:path w="201168" h="9525">
                  <a:moveTo>
                    <a:pt x="0" y="0"/>
                  </a:moveTo>
                  <a:lnTo>
                    <a:pt x="201168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7432">
              <a:solidFill>
                <a:srgbClr val="252A32"/>
              </a:solidFill>
              <a:prstDash val="solid"/>
            </a:ln>
          </p:spPr>
        </p:sp>
      </p:grpSp>
      <p:sp>
        <p:nvSpPr>
          <p:cNvPr id="71" name="F2-0071-text"/>
          <p:cNvSpPr txBox="1"/>
          <p:nvPr/>
        </p:nvSpPr>
        <p:spPr>
          <ns0:xfrm xmlns:ns0="http://schemas.openxmlformats.org/drawingml/2006/main">
            <ns0:off x="2381250" y="2533650"/>
            <ns0:ext cx="171450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Check source</ns0:t>
            </ns0:r>
          </ns0:p>
        </p:txBody>
      </p:sp>
      <p:sp>
        <p:nvSpPr>
          <p:cNvPr id="72" name="F2-0072-text"/>
          <p:cNvSpPr txBox="1"/>
          <p:nvPr/>
        </p:nvSpPr>
        <p:spPr>
          <ns0:xfrm xmlns:ns0="http://schemas.openxmlformats.org/drawingml/2006/main">
            <ns0:off x="2381250" y="2774633"/>
            <ns0:ext cx="171450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+ replay hash</ns0:t>
            </ns0:r>
          </ns0:p>
        </p:txBody>
      </p:sp>
      <p:sp>
        <p:nvSpPr>
          <p:cNvPr id="73" name="F2-0073-text"/>
          <p:cNvSpPr txBox="1"/>
          <p:nvPr/>
        </p:nvSpPr>
        <p:spPr>
          <ns0:xfrm xmlns:ns0="http://schemas.openxmlformats.org/drawingml/2006/main">
            <ns0:off x="2336800" y="3009900"/>
            <ns0:ext cx="2032000" cy="22717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(same task and reset)</ns0:t>
            </ns0:r>
          </ns0:p>
        </p:txBody>
      </p:sp>
      <p:sp>
        <p:nvSpPr>
          <p:cNvPr id="74" name="F2-0074-text">
            <a:extLst xmlns:a="http://schemas.openxmlformats.org/drawingml/2006/main">
              <a:ext uri="{FF2B5EF4-FFF2-40B4-BE49-F238E27FC236}">
                <a16:creationId xmlns:a16="http://schemas.microsoft.com/office/drawing/2014/main" id="{066ABE0D-B2F3-471F-BACA-66DCF0EBA1A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038600" y="2583180"/>
            <a:ext cx="11239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Unique</a:t>
            </a:r>
          </a:p>
        </p:txBody>
      </p:sp>
      <p:sp>
        <p:nvSpPr>
          <p:cNvPr id="75" name="F2-0075-text">
            <a:extLst xmlns:a="http://schemas.openxmlformats.org/drawingml/2006/main">
              <a:ext uri="{FF2B5EF4-FFF2-40B4-BE49-F238E27FC236}">
                <a16:creationId xmlns:a16="http://schemas.microsoft.com/office/drawing/2014/main" id="{E2AB85E5-1054-4589-A39E-1FF6EA89EB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038600" y="2824163"/>
            <a:ext cx="112395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episode</a:t>
            </a:r>
          </a:p>
        </p:txBody>
      </p:sp>
      <p:grpSp>
        <p:nvGrpSpPr>
          <p:cNvPr id="450" name="F2-route-76"/>
          <p:cNvGrpSpPr/>
          <p:nvPr/>
        </p:nvGrpSpPr>
        <p:grpSpPr>
          <ns1:xfrm xmlns:ns1="http://schemas.openxmlformats.org/drawingml/2006/main">
            <ns1:off x="2276475" y="1809750"/>
            <ns1:ext cx="581025" cy="357606"/>
            <ns1:chOff x="2276475" y="1809750"/>
            <ns1:chExt cx="581025" cy="357606"/>
          </ns1:xfrm>
        </p:grpSpPr>
        <p:sp>
          <p:nvSpPr>
            <p:cNvPr id="76" name="F2-route-76-0076-arrow-route">
              <a:extLst xmlns:a="http://schemas.openxmlformats.org/drawingml/2006/main">
                <a:ext uri="{FF2B5EF4-FFF2-40B4-BE49-F238E27FC236}">
                  <a16:creationId xmlns:a16="http://schemas.microsoft.com/office/drawing/2014/main" id="{E6EAF98B-178C-461C-9CC2-AA48B856E23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276475" y="1809750"/>
              <a:ext cx="581025" cy="304800"/>
            </a:xfrm>
            <a:custGeom xmlns:a="http://schemas.openxmlformats.org/drawingml/2006/main">
              <a:pathLst>
                <a:path w="581025" h="304800">
                  <a:moveTo>
                    <a:pt x="0" y="0"/>
                  </a:moveTo>
                  <a:lnTo>
                    <a:pt x="238125" y="0"/>
                  </a:lnTo>
                  <a:lnTo>
                    <a:pt x="238125" y="304800"/>
                  </a:lnTo>
                  <a:lnTo>
                    <a:pt x="581025" y="3048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6670">
              <a:solidFill>
                <a:srgbClr val="252A32"/>
              </a:solidFill>
              <a:prstDash val="solid"/>
            </a:ln>
          </p:spPr>
        </p:sp>
        <p:sp>
          <p:nvSpPr>
            <p:cNvPr id="77" name="F2-route-76-0077-custom">
              <a:extLst xmlns:a="http://schemas.openxmlformats.org/drawingml/2006/main">
                <a:ext uri="{FF2B5EF4-FFF2-40B4-BE49-F238E27FC236}">
                  <a16:creationId xmlns:a16="http://schemas.microsoft.com/office/drawing/2014/main" id="{B152F8E8-AF15-4009-B2D1-6693ED98CE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61488" y="2061743"/>
              <a:ext cx="96012" cy="105613"/>
            </a:xfrm>
            <a:custGeom xmlns:a="http://schemas.openxmlformats.org/drawingml/2006/main">
              <a:pathLst>
                <a:path w="96012" h="105613">
                  <a:moveTo>
                    <a:pt x="96012" y="52807"/>
                  </a:moveTo>
                  <a:lnTo>
                    <a:pt x="0" y="105613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252A32"/>
            </a:solidFill>
            <a:ln xmlns:a="http://schemas.openxmlformats.org/drawingml/2006/main" w="953">
              <a:solidFill>
                <a:srgbClr val="252A32"/>
              </a:solidFill>
            </a:ln>
          </p:spPr>
        </p:sp>
      </p:grpSp>
      <p:sp>
        <p:nvSpPr>
          <p:cNvPr id="78" name="F2-0078-line">
            <a:extLst xmlns:a="http://schemas.openxmlformats.org/drawingml/2006/main">
              <a:ext uri="{FF2B5EF4-FFF2-40B4-BE49-F238E27FC236}">
                <a16:creationId xmlns:a16="http://schemas.microsoft.com/office/drawing/2014/main" id="{BF8946E5-D08E-4AA6-BCBB-6FBBF43BD5F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76475" y="2114550"/>
            <a:ext cx="238125" cy="809625"/>
          </a:xfrm>
          <a:custGeom xmlns:a="http://schemas.openxmlformats.org/drawingml/2006/main">
            <a:pathLst>
              <a:path w="238125" h="809625">
                <a:moveTo>
                  <a:pt x="0" y="809625"/>
                </a:moveTo>
                <a:lnTo>
                  <a:pt x="238125" y="809625"/>
                </a:ln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52A32"/>
            </a:solidFill>
            <a:prstDash val="solid"/>
          </a:ln>
        </p:spPr>
      </p:sp>
      <p:sp>
        <p:nvSpPr>
          <p:cNvPr id="79" name="F2-0079-ellipse">
            <a:extLst xmlns:a="http://schemas.openxmlformats.org/drawingml/2006/main">
              <a:ext uri="{FF2B5EF4-FFF2-40B4-BE49-F238E27FC236}">
                <a16:creationId xmlns:a16="http://schemas.microsoft.com/office/drawing/2014/main" id="{6C731364-C2D3-4AA1-8C5E-7BC9608335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88883" y="2088833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A32"/>
          </a:solidFill>
          <a:ln xmlns:a="http://schemas.openxmlformats.org/drawingml/2006/main" w="1905">
            <a:solidFill>
              <a:srgbClr val="252A32"/>
            </a:solidFill>
          </a:ln>
        </p:spPr>
      </p:sp>
      <p:grpSp>
        <p:nvGrpSpPr>
          <p:cNvPr id="451" name="F2-route-80"/>
          <p:cNvGrpSpPr/>
          <p:nvPr/>
        </p:nvGrpSpPr>
        <p:grpSpPr>
          <ns1:xfrm xmlns:ns1="http://schemas.openxmlformats.org/drawingml/2006/main">
            <ns1:off x="3609975" y="2061743"/>
            <ns1:ext cx="590550" cy="105613"/>
            <ns1:chOff x="3609975" y="2061743"/>
            <ns1:chExt cx="590550" cy="105613"/>
          </ns1:xfrm>
        </p:grpSpPr>
        <p:sp>
          <p:nvSpPr>
            <p:cNvPr id="80" name="F2-route-80-0080-arrow-route">
              <a:extLst xmlns:a="http://schemas.openxmlformats.org/drawingml/2006/main">
                <a:ext uri="{FF2B5EF4-FFF2-40B4-BE49-F238E27FC236}">
                  <a16:creationId xmlns:a16="http://schemas.microsoft.com/office/drawing/2014/main" id="{5D818376-70B6-459A-9E5D-59F3D81815E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09975" y="2114550"/>
              <a:ext cx="590550" cy="9525"/>
            </a:xfrm>
            <a:custGeom xmlns:a="http://schemas.openxmlformats.org/drawingml/2006/main">
              <a:pathLst>
                <a:path w="590550" h="952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6670">
              <a:solidFill>
                <a:srgbClr val="252A32"/>
              </a:solidFill>
              <a:prstDash val="solid"/>
            </a:ln>
          </p:spPr>
        </p:sp>
        <p:sp>
          <p:nvSpPr>
            <p:cNvPr id="81" name="F2-route-80-0081-custom">
              <a:extLst xmlns:a="http://schemas.openxmlformats.org/drawingml/2006/main">
                <a:ext uri="{FF2B5EF4-FFF2-40B4-BE49-F238E27FC236}">
                  <a16:creationId xmlns:a16="http://schemas.microsoft.com/office/drawing/2014/main" id="{74AB422B-E3F6-4C0C-A8EB-A5F1DE07014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04513" y="2061743"/>
              <a:ext cx="96012" cy="105613"/>
            </a:xfrm>
            <a:custGeom xmlns:a="http://schemas.openxmlformats.org/drawingml/2006/main">
              <a:pathLst>
                <a:path w="96012" h="105613">
                  <a:moveTo>
                    <a:pt x="96012" y="52807"/>
                  </a:moveTo>
                  <a:lnTo>
                    <a:pt x="0" y="105613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252A32"/>
            </a:solidFill>
            <a:ln xmlns:a="http://schemas.openxmlformats.org/drawingml/2006/main" w="953">
              <a:solidFill>
                <a:srgbClr val="252A32"/>
              </a:solidFill>
            </a:ln>
          </p:spPr>
        </p:sp>
      </p:grpSp>
      <p:sp>
        <p:nvSpPr>
          <p:cNvPr id="82" name="F2-0082-roundRect">
            <a:extLst xmlns:a="http://schemas.openxmlformats.org/drawingml/2006/main">
              <a:ext uri="{FF2B5EF4-FFF2-40B4-BE49-F238E27FC236}">
                <a16:creationId xmlns:a16="http://schemas.microsoft.com/office/drawing/2014/main" id="{AE063FDB-C98E-430D-BDA1-1ADC4BF3D3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7800" y="3981450"/>
            <a:ext cx="26670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4288">
            <a:solidFill>
              <a:srgbClr val="BBC2CD"/>
            </a:solidFill>
            <a:prstDash val="solid"/>
          </a:ln>
        </p:spPr>
      </p:sp>
      <p:sp>
        <p:nvSpPr>
          <p:cNvPr id="83" name="F2-0083-text">
            <a:extLst xmlns:a="http://schemas.openxmlformats.org/drawingml/2006/main">
              <a:ext uri="{FF2B5EF4-FFF2-40B4-BE49-F238E27FC236}">
                <a16:creationId xmlns:a16="http://schemas.microsoft.com/office/drawing/2014/main" id="{7B2A358B-3EE7-4D44-99A6-3880C7341C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524000" y="4013359"/>
            <a:ext cx="251460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Split by episode identity e</a:t>
            </a:r>
          </a:p>
        </p:txBody>
      </p:sp>
      <p:grpSp>
        <p:nvGrpSpPr>
          <p:cNvPr id="452" name="F2-route-84"/>
          <p:cNvGrpSpPr/>
          <p:nvPr/>
        </p:nvGrpSpPr>
        <p:grpSpPr>
          <ns1:xfrm xmlns:ns1="http://schemas.openxmlformats.org/drawingml/2006/main">
            <ns1:off x="3233318" y="3067050"/>
            <ns1:ext cx="1310107" cy="904875"/>
            <ns1:chOff x="3233318" y="3067050"/>
            <ns1:chExt cx="1310107" cy="904875"/>
          </ns1:xfrm>
        </p:grpSpPr>
        <p:sp>
          <p:nvSpPr>
            <p:cNvPr id="84" name="F2-route-84-0084-arrow-route">
              <a:extLst xmlns:a="http://schemas.openxmlformats.org/drawingml/2006/main">
                <a:ext uri="{FF2B5EF4-FFF2-40B4-BE49-F238E27FC236}">
                  <a16:creationId xmlns:a16="http://schemas.microsoft.com/office/drawing/2014/main" id="{ECC8B0BD-E313-488E-90F0-14DFBA8835A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86125" y="3067050"/>
              <a:ext cx="1257300" cy="904875"/>
            </a:xfrm>
            <a:custGeom xmlns:a="http://schemas.openxmlformats.org/drawingml/2006/main">
              <a:pathLst>
                <a:path w="1257300" h="904875">
                  <a:moveTo>
                    <a:pt x="1257300" y="0"/>
                  </a:moveTo>
                  <a:lnTo>
                    <a:pt x="1257300" y="609600"/>
                  </a:lnTo>
                  <a:lnTo>
                    <a:pt x="0" y="609600"/>
                  </a:lnTo>
                  <a:lnTo>
                    <a:pt x="0" y="9048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6670">
              <a:solidFill>
                <a:srgbClr val="252A32"/>
              </a:solidFill>
              <a:prstDash val="solid"/>
            </a:ln>
          </p:spPr>
        </p:sp>
        <p:sp>
          <p:nvSpPr>
            <p:cNvPr id="85" name="F2-route-84-0085-custom">
              <a:extLst xmlns:a="http://schemas.openxmlformats.org/drawingml/2006/main">
                <a:ext uri="{FF2B5EF4-FFF2-40B4-BE49-F238E27FC236}">
                  <a16:creationId xmlns:a16="http://schemas.microsoft.com/office/drawing/2014/main" id="{4CA67170-9404-4A30-B3F1-51EE10C9B2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33318" y="3875913"/>
              <a:ext cx="105613" cy="96012"/>
            </a:xfrm>
            <a:custGeom xmlns:a="http://schemas.openxmlformats.org/drawingml/2006/main">
              <a:pathLst>
                <a:path w="105613" h="96012">
                  <a:moveTo>
                    <a:pt x="52807" y="96012"/>
                  </a:moveTo>
                  <a:lnTo>
                    <a:pt x="0" y="0"/>
                  </a:lnTo>
                  <a:lnTo>
                    <a:pt x="105613" y="0"/>
                  </a:lnTo>
                  <a:close/>
                </a:path>
              </a:pathLst>
            </a:custGeom>
            <a:solidFill xmlns:a="http://schemas.openxmlformats.org/drawingml/2006/main">
              <a:srgbClr val="252A32"/>
            </a:solidFill>
            <a:ln xmlns:a="http://schemas.openxmlformats.org/drawingml/2006/main" w="953">
              <a:solidFill>
                <a:srgbClr val="252A32"/>
              </a:solidFill>
            </a:ln>
          </p:spPr>
        </p:sp>
      </p:grpSp>
      <p:sp>
        <p:nvSpPr>
          <p:cNvPr id="86" name="F2-0086-roundRect">
            <a:extLst xmlns:a="http://schemas.openxmlformats.org/drawingml/2006/main">
              <a:ext uri="{FF2B5EF4-FFF2-40B4-BE49-F238E27FC236}">
                <a16:creationId xmlns:a16="http://schemas.microsoft.com/office/drawing/2014/main" id="{88D5D3DD-1E0D-45F0-8B9B-56D762686B7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3400" y="4467225"/>
            <a:ext cx="18954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4288">
            <a:solidFill>
              <a:srgbClr val="DFAE9F"/>
            </a:solidFill>
            <a:prstDash val="solid"/>
          </a:ln>
        </p:spPr>
      </p:sp>
      <p:sp>
        <p:nvSpPr>
          <p:cNvPr id="87" name="F2-0087-roundRect">
            <a:extLst xmlns:a="http://schemas.openxmlformats.org/drawingml/2006/main">
              <a:ext uri="{FF2B5EF4-FFF2-40B4-BE49-F238E27FC236}">
                <a16:creationId xmlns:a16="http://schemas.microsoft.com/office/drawing/2014/main" id="{ED0E3F85-7929-4F49-98B2-50CA384E740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57525" y="4467225"/>
            <a:ext cx="19716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4288">
            <a:solidFill>
              <a:srgbClr val="BBC2CD"/>
            </a:solidFill>
            <a:prstDash val="solid"/>
          </a:ln>
        </p:spPr>
      </p:sp>
      <p:sp>
        <p:nvSpPr>
          <p:cNvPr id="88" name="F2-0088-text">
            <a:extLst xmlns:a="http://schemas.openxmlformats.org/drawingml/2006/main">
              <a:ext uri="{FF2B5EF4-FFF2-40B4-BE49-F238E27FC236}">
                <a16:creationId xmlns:a16="http://schemas.microsoft.com/office/drawing/2014/main" id="{07FBE057-F06D-4F41-92B3-8775FB7B2A0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762000" y="4496991"/>
            <a:ext cx="1428750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Train</a:t>
            </a:r>
          </a:p>
        </p:txBody>
      </p:sp>
      <p:sp>
        <p:nvSpPr>
          <p:cNvPr id="89" name="F2-0089-text"/>
          <p:cNvSpPr txBox="1"/>
          <p:nvPr/>
        </p:nvSpPr>
        <p:spPr>
          <ns0:xfrm xmlns:ns0="http://schemas.openxmlformats.org/drawingml/2006/main">
            <ns0:off x="714375" y="4770596"/>
            <ns0:ext cx="152400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(40 episodes)</ns0:t>
            </ns0:r>
          </ns0:p>
        </p:txBody>
      </p:sp>
      <p:sp>
        <p:nvSpPr>
          <p:cNvPr id="90" name="F2-0090-text"/>
          <p:cNvSpPr txBox="1"/>
          <p:nvPr/>
        </p:nvSpPr>
        <p:spPr>
          <ns0:xfrm xmlns:ns0="http://schemas.openxmlformats.org/drawingml/2006/main">
            <ns0:off x="3200400" y="4496991"/>
            <ns0:ext cx="1685925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7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Development</ns0:t>
            </ns0:r>
          </ns0:p>
        </p:txBody>
      </p:sp>
      <p:sp>
        <p:nvSpPr>
          <p:cNvPr id="91" name="F2-0091-text"/>
          <p:cNvSpPr txBox="1"/>
          <p:nvPr/>
        </p:nvSpPr>
        <p:spPr>
          <ns0:xfrm xmlns:ns0="http://schemas.openxmlformats.org/drawingml/2006/main">
            <ns0:off x="3124200" y="4776073"/>
            <ns0:ext cx="1838325" cy="249079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(10 held out)</ns0:t>
            </ns0:r>
          </ns0:p>
        </p:txBody>
      </p:sp>
      <p:grpSp>
        <p:nvGrpSpPr>
          <p:cNvPr id="453" name="F2-route-92"/>
          <p:cNvGrpSpPr/>
          <p:nvPr/>
        </p:nvGrpSpPr>
        <p:grpSpPr>
          <ns1:xfrm xmlns:ns1="http://schemas.openxmlformats.org/drawingml/2006/main">
            <ns1:off x="1429226" y="4286250"/>
            <ns1:ext cx="94297" cy="171450"/>
            <ns1:chOff x="1429226" y="4286250"/>
            <ns1:chExt cx="94297" cy="171450"/>
          </ns1:xfrm>
        </p:grpSpPr>
        <p:sp>
          <p:nvSpPr>
            <p:cNvPr id="92" name="F2-route-92-0092-arrow-route">
              <a:extLst xmlns:a="http://schemas.openxmlformats.org/drawingml/2006/main">
                <a:ext uri="{FF2B5EF4-FFF2-40B4-BE49-F238E27FC236}">
                  <a16:creationId xmlns:a16="http://schemas.microsoft.com/office/drawing/2014/main" id="{F5585357-C360-4E67-9A6C-EFAA89FD16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6375" y="4286250"/>
              <a:ext cx="9525" cy="171450"/>
            </a:xfrm>
            <a:custGeom xmlns:a="http://schemas.openxmlformats.org/drawingml/2006/main"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2860">
              <a:solidFill>
                <a:srgbClr val="252A32"/>
              </a:solidFill>
              <a:prstDash val="solid"/>
            </a:ln>
          </p:spPr>
        </p:sp>
        <p:sp>
          <p:nvSpPr>
            <p:cNvPr id="93" name="F2-route-92-0093-custom">
              <a:extLst xmlns:a="http://schemas.openxmlformats.org/drawingml/2006/main">
                <a:ext uri="{FF2B5EF4-FFF2-40B4-BE49-F238E27FC236}">
                  <a16:creationId xmlns:a16="http://schemas.microsoft.com/office/drawing/2014/main" id="{1C4E470F-A200-4485-A4BB-48CC1C8755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29226" y="4371975"/>
              <a:ext cx="94297" cy="85725"/>
            </a:xfrm>
            <a:custGeom xmlns:a="http://schemas.openxmlformats.org/drawingml/2006/main">
              <a:pathLst>
                <a:path w="94297" h="85725">
                  <a:moveTo>
                    <a:pt x="47149" y="85725"/>
                  </a:moveTo>
                  <a:lnTo>
                    <a:pt x="0" y="0"/>
                  </a:lnTo>
                  <a:lnTo>
                    <a:pt x="94297" y="0"/>
                  </a:lnTo>
                  <a:close/>
                </a:path>
              </a:pathLst>
            </a:custGeom>
            <a:solidFill xmlns:a="http://schemas.openxmlformats.org/drawingml/2006/main">
              <a:srgbClr val="252A32"/>
            </a:solidFill>
            <a:ln xmlns:a="http://schemas.openxmlformats.org/drawingml/2006/main" w="953">
              <a:solidFill>
                <a:srgbClr val="252A32"/>
              </a:solidFill>
            </a:ln>
          </p:spPr>
        </p:sp>
      </p:grpSp>
      <p:grpSp>
        <p:nvGrpSpPr>
          <p:cNvPr id="454" name="F2-route-94"/>
          <p:cNvGrpSpPr/>
          <p:nvPr/>
        </p:nvGrpSpPr>
        <p:grpSpPr>
          <ns1:xfrm xmlns:ns1="http://schemas.openxmlformats.org/drawingml/2006/main">
            <ns1:off x="4039076" y="4286250"/>
            <ns1:ext cx="94297" cy="171450"/>
            <ns1:chOff x="4039076" y="4286250"/>
            <ns1:chExt cx="94297" cy="171450"/>
          </ns1:xfrm>
        </p:grpSpPr>
        <p:sp>
          <p:nvSpPr>
            <p:cNvPr id="94" name="F2-route-94-0094-arrow-route">
              <a:extLst xmlns:a="http://schemas.openxmlformats.org/drawingml/2006/main">
                <a:ext uri="{FF2B5EF4-FFF2-40B4-BE49-F238E27FC236}">
                  <a16:creationId xmlns:a16="http://schemas.microsoft.com/office/drawing/2014/main" id="{A5CDC2E9-1F1F-4EE4-A2A0-3C5F271568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86225" y="4286250"/>
              <a:ext cx="9525" cy="171450"/>
            </a:xfrm>
            <a:custGeom xmlns:a="http://schemas.openxmlformats.org/drawingml/2006/main"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2860">
              <a:solidFill>
                <a:srgbClr val="252A32"/>
              </a:solidFill>
              <a:prstDash val="solid"/>
            </a:ln>
          </p:spPr>
        </p:sp>
        <p:sp>
          <p:nvSpPr>
            <p:cNvPr id="95" name="F2-route-94-0095-custom">
              <a:extLst xmlns:a="http://schemas.openxmlformats.org/drawingml/2006/main">
                <a:ext uri="{FF2B5EF4-FFF2-40B4-BE49-F238E27FC236}">
                  <a16:creationId xmlns:a16="http://schemas.microsoft.com/office/drawing/2014/main" id="{929758DC-84E0-45A6-B041-939534270FE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39076" y="4371975"/>
              <a:ext cx="94297" cy="85725"/>
            </a:xfrm>
            <a:custGeom xmlns:a="http://schemas.openxmlformats.org/drawingml/2006/main">
              <a:pathLst>
                <a:path w="94297" h="85725">
                  <a:moveTo>
                    <a:pt x="47149" y="85725"/>
                  </a:moveTo>
                  <a:lnTo>
                    <a:pt x="0" y="0"/>
                  </a:lnTo>
                  <a:lnTo>
                    <a:pt x="94297" y="0"/>
                  </a:lnTo>
                  <a:close/>
                </a:path>
              </a:pathLst>
            </a:custGeom>
            <a:solidFill xmlns:a="http://schemas.openxmlformats.org/drawingml/2006/main">
              <a:srgbClr val="252A32"/>
            </a:solidFill>
            <a:ln xmlns:a="http://schemas.openxmlformats.org/drawingml/2006/main" w="953">
              <a:solidFill>
                <a:srgbClr val="252A32"/>
              </a:solidFill>
            </a:ln>
          </p:spPr>
        </p:sp>
      </p:grpSp>
      <p:grpSp>
        <p:nvGrpSpPr>
          <p:cNvPr id="455" name="F2-route-96"/>
          <p:cNvGrpSpPr/>
          <p:nvPr/>
        </p:nvGrpSpPr>
        <p:grpSpPr>
          <ns1:xfrm xmlns:ns1="http://schemas.openxmlformats.org/drawingml/2006/main">
            <ns1:off x="1391222" y="5076825"/>
            <ns1:ext cx="113157" cy="238125"/>
            <ns1:chOff x="1391222" y="5076825"/>
            <ns1:chExt cx="113157" cy="238125"/>
          </ns1:xfrm>
        </p:grpSpPr>
        <p:sp>
          <p:nvSpPr>
            <p:cNvPr id="96" name="F2-route-96-0096-arrow-route">
              <a:extLst xmlns:a="http://schemas.openxmlformats.org/drawingml/2006/main">
                <a:ext uri="{FF2B5EF4-FFF2-40B4-BE49-F238E27FC236}">
                  <a16:creationId xmlns:a16="http://schemas.microsoft.com/office/drawing/2014/main" id="{C20C07D7-9FEB-423B-BBF3-F429C3014A4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47800" y="5076825"/>
              <a:ext cx="9525" cy="238125"/>
            </a:xfrm>
            <a:custGeom xmlns:a="http://schemas.openxmlformats.org/drawingml/2006/main"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C47156"/>
              </a:solidFill>
              <a:prstDash val="solid"/>
            </a:ln>
          </p:spPr>
        </p:sp>
        <p:sp>
          <p:nvSpPr>
            <p:cNvPr id="97" name="F2-route-96-0097-custom">
              <a:extLst xmlns:a="http://schemas.openxmlformats.org/drawingml/2006/main">
                <a:ext uri="{FF2B5EF4-FFF2-40B4-BE49-F238E27FC236}">
                  <a16:creationId xmlns:a16="http://schemas.microsoft.com/office/drawing/2014/main" id="{01BC45A6-DA53-4230-8D94-4D9559CAD1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1222" y="5212080"/>
              <a:ext cx="113157" cy="102870"/>
            </a:xfrm>
            <a:custGeom xmlns:a="http://schemas.openxmlformats.org/drawingml/2006/main">
              <a:pathLst>
                <a:path w="113157" h="102870">
                  <a:moveTo>
                    <a:pt x="56578" y="102870"/>
                  </a:moveTo>
                  <a:lnTo>
                    <a:pt x="0" y="0"/>
                  </a:lnTo>
                  <a:lnTo>
                    <a:pt x="113157" y="0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grpSp>
        <p:nvGrpSpPr>
          <p:cNvPr id="456" name="F2-route-98"/>
          <p:cNvGrpSpPr/>
          <p:nvPr/>
        </p:nvGrpSpPr>
        <p:grpSpPr>
          <ns1:xfrm xmlns:ns1="http://schemas.openxmlformats.org/drawingml/2006/main">
            <ns1:off x="3915347" y="5076825"/>
            <ns1:ext cx="113157" cy="238125"/>
            <ns1:chOff x="3915347" y="5076825"/>
            <ns1:chExt cx="113157" cy="238125"/>
          </ns1:xfrm>
        </p:grpSpPr>
        <p:sp>
          <p:nvSpPr>
            <p:cNvPr id="98" name="F2-route-98-0098-arrow-route">
              <a:extLst xmlns:a="http://schemas.openxmlformats.org/drawingml/2006/main">
                <a:ext uri="{FF2B5EF4-FFF2-40B4-BE49-F238E27FC236}">
                  <a16:creationId xmlns:a16="http://schemas.microsoft.com/office/drawing/2014/main" id="{8C697B9F-87DD-45E1-B4E2-F789C11DD4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71925" y="5076825"/>
              <a:ext cx="9525" cy="238125"/>
            </a:xfrm>
            <a:custGeom xmlns:a="http://schemas.openxmlformats.org/drawingml/2006/main"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68717D"/>
              </a:solidFill>
              <a:prstDash val="solid"/>
            </a:ln>
          </p:spPr>
        </p:sp>
        <p:sp>
          <p:nvSpPr>
            <p:cNvPr id="99" name="F2-route-98-0099-custom">
              <a:extLst xmlns:a="http://schemas.openxmlformats.org/drawingml/2006/main">
                <a:ext uri="{FF2B5EF4-FFF2-40B4-BE49-F238E27FC236}">
                  <a16:creationId xmlns:a16="http://schemas.microsoft.com/office/drawing/2014/main" id="{5E80544B-97CE-4F45-A37A-F43BE40FF5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15347" y="5212080"/>
              <a:ext cx="113157" cy="102870"/>
            </a:xfrm>
            <a:custGeom xmlns:a="http://schemas.openxmlformats.org/drawingml/2006/main">
              <a:pathLst>
                <a:path w="113157" h="102870">
                  <a:moveTo>
                    <a:pt x="56578" y="102870"/>
                  </a:moveTo>
                  <a:lnTo>
                    <a:pt x="0" y="0"/>
                  </a:lnTo>
                  <a:lnTo>
                    <a:pt x="113157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sp>
        <p:nvSpPr>
          <p:cNvPr id="100" name="F2-0100-roundRect">
            <a:extLst xmlns:a="http://schemas.openxmlformats.org/drawingml/2006/main">
              <a:ext uri="{FF2B5EF4-FFF2-40B4-BE49-F238E27FC236}">
                <a16:creationId xmlns:a16="http://schemas.microsoft.com/office/drawing/2014/main" id="{34185A8D-8C55-4DB1-A2CC-74316658FF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1475" y="5638800"/>
            <a:ext cx="22383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D"/>
            </a:solidFill>
            <a:prstDash val="solid"/>
          </a:ln>
        </p:spPr>
      </p:sp>
      <p:sp>
        <p:nvSpPr>
          <p:cNvPr id="101" name="F2-0101-roundRect">
            <a:extLst xmlns:a="http://schemas.openxmlformats.org/drawingml/2006/main">
              <a:ext uri="{FF2B5EF4-FFF2-40B4-BE49-F238E27FC236}">
                <a16:creationId xmlns:a16="http://schemas.microsoft.com/office/drawing/2014/main" id="{B813A415-4413-48C9-9A1C-DF07EA7D1D7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71775" y="5638800"/>
            <a:ext cx="22860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D"/>
            </a:solidFill>
            <a:prstDash val="solid"/>
          </a:ln>
        </p:spPr>
      </p:sp>
      <p:sp>
        <p:nvSpPr>
          <p:cNvPr id="102" name="F2-0102-text">
            <a:extLst xmlns:a="http://schemas.openxmlformats.org/drawingml/2006/main">
              <a:ext uri="{FF2B5EF4-FFF2-40B4-BE49-F238E27FC236}">
                <a16:creationId xmlns:a16="http://schemas.microsoft.com/office/drawing/2014/main" id="{E028D6A3-8EB3-4DF2-BF35-FE5A46B180F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504825" y="5685275"/>
            <a:ext cx="2028825" cy="259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46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Train windows</a:t>
            </a:r>
          </a:p>
        </p:txBody>
      </p:sp>
      <p:sp>
        <p:nvSpPr>
          <p:cNvPr id="103" name="F2-0103-text"/>
          <p:cNvSpPr txBox="1"/>
          <p:nvPr/>
        </p:nvSpPr>
        <p:spPr>
          <ns0:xfrm xmlns:ns0="http://schemas.openxmlformats.org/drawingml/2006/main">
            <ns0:off x="2905125" y="5684996"/>
            <ns0:ext cx="207645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Sliding window (dev)</ns0:t>
            </ns0:r>
          </ns0:p>
        </p:txBody>
      </p:sp>
      <p:sp>
        <p:nvSpPr>
          <p:cNvPr id="104" name="F2-0104-rect">
            <a:extLst xmlns:a="http://schemas.openxmlformats.org/drawingml/2006/main">
              <a:ext uri="{FF2B5EF4-FFF2-40B4-BE49-F238E27FC236}">
                <a16:creationId xmlns:a16="http://schemas.microsoft.com/office/drawing/2014/main" id="{7EFC571D-DC48-4F28-9C20-D743F1130A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6725" y="603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EA"/>
          </a:solidFill>
          <a:ln xmlns:a="http://schemas.openxmlformats.org/drawingml/2006/main" w="13335">
            <a:solidFill>
              <a:srgbClr val="C47156"/>
            </a:solidFill>
            <a:prstDash val="solid"/>
          </a:ln>
        </p:spPr>
      </p:sp>
      <p:sp>
        <p:nvSpPr>
          <p:cNvPr id="105" name="F2-0105-rect">
            <a:extLst xmlns:a="http://schemas.openxmlformats.org/drawingml/2006/main">
              <a:ext uri="{FF2B5EF4-FFF2-40B4-BE49-F238E27FC236}">
                <a16:creationId xmlns:a16="http://schemas.microsoft.com/office/drawing/2014/main" id="{ABBE73EF-A22A-47AC-92F5-015EBEA026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33700" y="6038850"/>
            <a:ext cx="21431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13335">
            <a:solidFill>
              <a:srgbClr val="68717D"/>
            </a:solidFill>
            <a:prstDash val="solid"/>
          </a:ln>
        </p:spPr>
      </p:sp>
      <p:sp>
        <p:nvSpPr>
          <p:cNvPr id="106" name="F2-0106-rect">
            <a:extLst xmlns:a="http://schemas.openxmlformats.org/drawingml/2006/main">
              <a:ext uri="{FF2B5EF4-FFF2-40B4-BE49-F238E27FC236}">
                <a16:creationId xmlns:a16="http://schemas.microsoft.com/office/drawing/2014/main" id="{5FD3715D-0B4A-40BC-98FC-F77FD05FC65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14375" y="603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EA"/>
          </a:solidFill>
          <a:ln xmlns:a="http://schemas.openxmlformats.org/drawingml/2006/main" w="13335">
            <a:solidFill>
              <a:srgbClr val="C47156"/>
            </a:solidFill>
            <a:prstDash val="solid"/>
          </a:ln>
        </p:spPr>
      </p:sp>
      <p:sp>
        <p:nvSpPr>
          <p:cNvPr id="107" name="F2-0107-rect">
            <a:extLst xmlns:a="http://schemas.openxmlformats.org/drawingml/2006/main">
              <a:ext uri="{FF2B5EF4-FFF2-40B4-BE49-F238E27FC236}">
                <a16:creationId xmlns:a16="http://schemas.microsoft.com/office/drawing/2014/main" id="{27AFC646-3E42-4CAC-8D45-7F6F934629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48013" y="6038850"/>
            <a:ext cx="21431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13335">
            <a:solidFill>
              <a:srgbClr val="68717D"/>
            </a:solidFill>
            <a:prstDash val="solid"/>
          </a:ln>
        </p:spPr>
      </p:sp>
      <p:sp>
        <p:nvSpPr>
          <p:cNvPr id="108" name="F2-0108-rect">
            <a:extLst xmlns:a="http://schemas.openxmlformats.org/drawingml/2006/main">
              <a:ext uri="{FF2B5EF4-FFF2-40B4-BE49-F238E27FC236}">
                <a16:creationId xmlns:a16="http://schemas.microsoft.com/office/drawing/2014/main" id="{F1970CAB-3658-4F61-B432-74B39DC7C6D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62025" y="603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EA"/>
          </a:solidFill>
          <a:ln xmlns:a="http://schemas.openxmlformats.org/drawingml/2006/main" w="13335">
            <a:solidFill>
              <a:srgbClr val="C47156"/>
            </a:solidFill>
            <a:prstDash val="solid"/>
          </a:ln>
        </p:spPr>
      </p:sp>
      <p:sp>
        <p:nvSpPr>
          <p:cNvPr id="109" name="F2-0109-rect">
            <a:extLst xmlns:a="http://schemas.openxmlformats.org/drawingml/2006/main">
              <a:ext uri="{FF2B5EF4-FFF2-40B4-BE49-F238E27FC236}">
                <a16:creationId xmlns:a16="http://schemas.microsoft.com/office/drawing/2014/main" id="{06918003-E477-4EDF-9A02-BEEF780461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62325" y="6038850"/>
            <a:ext cx="21431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13335">
            <a:solidFill>
              <a:srgbClr val="68717D"/>
            </a:solidFill>
            <a:prstDash val="solid"/>
          </a:ln>
        </p:spPr>
      </p:sp>
      <p:sp>
        <p:nvSpPr>
          <p:cNvPr id="110" name="F2-0110-rect">
            <a:extLst xmlns:a="http://schemas.openxmlformats.org/drawingml/2006/main">
              <a:ext uri="{FF2B5EF4-FFF2-40B4-BE49-F238E27FC236}">
                <a16:creationId xmlns:a16="http://schemas.microsoft.com/office/drawing/2014/main" id="{7E7FA25A-8E24-4146-A048-9611EAA998C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9675" y="603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8717D"/>
            </a:solidFill>
            <a:prstDash val="solid"/>
          </a:ln>
        </p:spPr>
      </p:sp>
      <p:sp>
        <p:nvSpPr>
          <p:cNvPr id="111" name="F2-0111-rect">
            <a:extLst xmlns:a="http://schemas.openxmlformats.org/drawingml/2006/main">
              <a:ext uri="{FF2B5EF4-FFF2-40B4-BE49-F238E27FC236}">
                <a16:creationId xmlns:a16="http://schemas.microsoft.com/office/drawing/2014/main" id="{5E471B93-52E1-4709-BB17-89A21E953FF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76638" y="6038850"/>
            <a:ext cx="21431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13335">
            <a:solidFill>
              <a:srgbClr val="68717D"/>
            </a:solidFill>
            <a:prstDash val="solid"/>
          </a:ln>
        </p:spPr>
      </p:sp>
      <p:sp>
        <p:nvSpPr>
          <p:cNvPr id="112" name="F2-0112-rect">
            <a:extLst xmlns:a="http://schemas.openxmlformats.org/drawingml/2006/main">
              <a:ext uri="{FF2B5EF4-FFF2-40B4-BE49-F238E27FC236}">
                <a16:creationId xmlns:a16="http://schemas.microsoft.com/office/drawing/2014/main" id="{8EC5AC45-F076-4CF1-92CC-7AD77AF3958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7325" y="603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8717D"/>
            </a:solidFill>
            <a:prstDash val="solid"/>
          </a:ln>
        </p:spPr>
      </p:sp>
      <p:sp>
        <p:nvSpPr>
          <p:cNvPr id="113" name="F2-0113-rect">
            <a:extLst xmlns:a="http://schemas.openxmlformats.org/drawingml/2006/main">
              <a:ext uri="{FF2B5EF4-FFF2-40B4-BE49-F238E27FC236}">
                <a16:creationId xmlns:a16="http://schemas.microsoft.com/office/drawing/2014/main" id="{510C8DC2-10E6-49FD-B6C9-13C198177EC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90950" y="6038850"/>
            <a:ext cx="21431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13335">
            <a:solidFill>
              <a:srgbClr val="68717D"/>
            </a:solidFill>
            <a:prstDash val="solid"/>
          </a:ln>
        </p:spPr>
      </p:sp>
      <p:sp>
        <p:nvSpPr>
          <p:cNvPr id="114" name="F2-0114-rect">
            <a:extLst xmlns:a="http://schemas.openxmlformats.org/drawingml/2006/main">
              <a:ext uri="{FF2B5EF4-FFF2-40B4-BE49-F238E27FC236}">
                <a16:creationId xmlns:a16="http://schemas.microsoft.com/office/drawing/2014/main" id="{CBD70144-9B68-48B8-9E68-1A64CF7E3DD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04975" y="603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8717D"/>
            </a:solidFill>
            <a:prstDash val="solid"/>
          </a:ln>
        </p:spPr>
      </p:sp>
      <p:sp>
        <p:nvSpPr>
          <p:cNvPr id="115" name="F2-0115-rect">
            <a:extLst xmlns:a="http://schemas.openxmlformats.org/drawingml/2006/main">
              <a:ext uri="{FF2B5EF4-FFF2-40B4-BE49-F238E27FC236}">
                <a16:creationId xmlns:a16="http://schemas.microsoft.com/office/drawing/2014/main" id="{5D295C82-EFFC-4821-813C-FEFCC99046A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05263" y="6038850"/>
            <a:ext cx="21431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13335">
            <a:solidFill>
              <a:srgbClr val="68717D"/>
            </a:solidFill>
            <a:prstDash val="solid"/>
          </a:ln>
        </p:spPr>
      </p:sp>
      <p:sp>
        <p:nvSpPr>
          <p:cNvPr id="116" name="F2-0116-rect">
            <a:extLst xmlns:a="http://schemas.openxmlformats.org/drawingml/2006/main">
              <a:ext uri="{FF2B5EF4-FFF2-40B4-BE49-F238E27FC236}">
                <a16:creationId xmlns:a16="http://schemas.microsoft.com/office/drawing/2014/main" id="{04FACABC-80F5-40AB-9F55-5CF172C0BF5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52625" y="6038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68717D"/>
            </a:solidFill>
            <a:prstDash val="solid"/>
          </a:ln>
        </p:spPr>
      </p:sp>
      <p:sp>
        <p:nvSpPr>
          <p:cNvPr id="117" name="F2-0117-rect">
            <a:extLst xmlns:a="http://schemas.openxmlformats.org/drawingml/2006/main">
              <a:ext uri="{FF2B5EF4-FFF2-40B4-BE49-F238E27FC236}">
                <a16:creationId xmlns:a16="http://schemas.microsoft.com/office/drawing/2014/main" id="{AB0EFF3E-0926-466A-9A12-81F6E5F54D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19575" y="6038850"/>
            <a:ext cx="21431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13335">
            <a:solidFill>
              <a:srgbClr val="68717D"/>
            </a:solidFill>
            <a:prstDash val="solid"/>
          </a:ln>
        </p:spPr>
      </p:sp>
      <p:sp>
        <p:nvSpPr>
          <p:cNvPr id="118" name="F2-0118-text">
            <a:extLst xmlns:a="http://schemas.openxmlformats.org/drawingml/2006/main">
              <a:ext uri="{FF2B5EF4-FFF2-40B4-BE49-F238E27FC236}">
                <a16:creationId xmlns:a16="http://schemas.microsoft.com/office/drawing/2014/main" id="{3B6039C0-47B6-440E-BB01-1BC4870818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2276475" y="6048375"/>
            <a:ext cx="276225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19" name="F2-0119-text">
            <a:extLst xmlns:a="http://schemas.openxmlformats.org/drawingml/2006/main">
              <a:ext uri="{FF2B5EF4-FFF2-40B4-BE49-F238E27FC236}">
                <a16:creationId xmlns:a16="http://schemas.microsoft.com/office/drawing/2014/main" id="{1D5C9E87-1869-407D-9774-37D402FB79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552950" y="6048375"/>
            <a:ext cx="28575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...</a:t>
            </a:r>
          </a:p>
        </p:txBody>
      </p:sp>
      <p:sp>
        <p:nvSpPr>
          <p:cNvPr id="120" name="F2-0120-line">
            <a:extLst xmlns:a="http://schemas.openxmlformats.org/drawingml/2006/main">
              <a:ext uri="{FF2B5EF4-FFF2-40B4-BE49-F238E27FC236}">
                <a16:creationId xmlns:a16="http://schemas.microsoft.com/office/drawing/2014/main" id="{680CECCF-1C65-4983-837C-FFD85AB1E70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2925" y="6429375"/>
            <a:ext cx="790575" cy="9525"/>
          </a:xfrm>
          <a:custGeom xmlns:a="http://schemas.openxmlformats.org/drawingml/2006/main">
            <a:pathLst>
              <a:path w="790575" h="9525">
                <a:moveTo>
                  <a:pt x="0" y="0"/>
                </a:moveTo>
                <a:lnTo>
                  <a:pt x="790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C47156"/>
            </a:solidFill>
            <a:prstDash val="solid"/>
          </a:ln>
        </p:spPr>
      </p:sp>
      <p:sp>
        <p:nvSpPr>
          <p:cNvPr id="121" name="F2-0121-line">
            <a:extLst xmlns:a="http://schemas.openxmlformats.org/drawingml/2006/main">
              <a:ext uri="{FF2B5EF4-FFF2-40B4-BE49-F238E27FC236}">
                <a16:creationId xmlns:a16="http://schemas.microsoft.com/office/drawing/2014/main" id="{B48D3D2B-E023-4B8B-8480-98D644AAA9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2925" y="6381750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C47156"/>
            </a:solidFill>
            <a:prstDash val="solid"/>
          </a:ln>
        </p:spPr>
      </p:sp>
      <p:sp>
        <p:nvSpPr>
          <p:cNvPr id="122" name="F2-0122-line">
            <a:extLst xmlns:a="http://schemas.openxmlformats.org/drawingml/2006/main">
              <a:ext uri="{FF2B5EF4-FFF2-40B4-BE49-F238E27FC236}">
                <a16:creationId xmlns:a16="http://schemas.microsoft.com/office/drawing/2014/main" id="{E3115A00-3D72-45E5-88EC-B5436960C7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3500" y="6381750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C47156"/>
            </a:solidFill>
            <a:prstDash val="solid"/>
          </a:ln>
        </p:spPr>
      </p:sp>
      <p:sp>
        <p:nvSpPr>
          <p:cNvPr id="123" name="F2-0123-line">
            <a:extLst xmlns:a="http://schemas.openxmlformats.org/drawingml/2006/main">
              <a:ext uri="{FF2B5EF4-FFF2-40B4-BE49-F238E27FC236}">
                <a16:creationId xmlns:a16="http://schemas.microsoft.com/office/drawing/2014/main" id="{370A556D-99EA-4273-9300-A0ADC08E03C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8200" y="6638925"/>
            <a:ext cx="847725" cy="9525"/>
          </a:xfrm>
          <a:custGeom xmlns:a="http://schemas.openxmlformats.org/drawingml/2006/main">
            <a:pathLst>
              <a:path w="847725" h="9525">
                <a:moveTo>
                  <a:pt x="0" y="0"/>
                </a:moveTo>
                <a:lnTo>
                  <a:pt x="847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C47156"/>
            </a:solidFill>
            <a:prstDash val="solid"/>
          </a:ln>
        </p:spPr>
      </p:sp>
      <p:sp>
        <p:nvSpPr>
          <p:cNvPr id="124" name="F2-0124-line">
            <a:extLst xmlns:a="http://schemas.openxmlformats.org/drawingml/2006/main">
              <a:ext uri="{FF2B5EF4-FFF2-40B4-BE49-F238E27FC236}">
                <a16:creationId xmlns:a16="http://schemas.microsoft.com/office/drawing/2014/main" id="{5AB2753E-E64C-47CE-9D80-C1731B93441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8200" y="6591300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C47156"/>
            </a:solidFill>
            <a:prstDash val="solid"/>
          </a:ln>
        </p:spPr>
      </p:sp>
      <p:sp>
        <p:nvSpPr>
          <p:cNvPr id="125" name="F2-0125-line">
            <a:extLst xmlns:a="http://schemas.openxmlformats.org/drawingml/2006/main">
              <a:ext uri="{FF2B5EF4-FFF2-40B4-BE49-F238E27FC236}">
                <a16:creationId xmlns:a16="http://schemas.microsoft.com/office/drawing/2014/main" id="{2969DEE7-E8B7-4BAC-BAA1-12ADF622C9D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85925" y="6591300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C47156"/>
            </a:solidFill>
            <a:prstDash val="solid"/>
          </a:ln>
        </p:spPr>
      </p:sp>
      <p:sp>
        <p:nvSpPr>
          <p:cNvPr id="126" name="F2-0126-line">
            <a:extLst xmlns:a="http://schemas.openxmlformats.org/drawingml/2006/main">
              <a:ext uri="{FF2B5EF4-FFF2-40B4-BE49-F238E27FC236}">
                <a16:creationId xmlns:a16="http://schemas.microsoft.com/office/drawing/2014/main" id="{EEEA93F4-9D3A-4F95-A150-C7C1158D881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00375" y="6429375"/>
            <a:ext cx="723900" cy="9525"/>
          </a:xfrm>
          <a:custGeom xmlns:a="http://schemas.openxmlformats.org/drawingml/2006/main">
            <a:pathLst>
              <a:path w="723900" h="9525">
                <a:moveTo>
                  <a:pt x="0" y="0"/>
                </a:moveTo>
                <a:lnTo>
                  <a:pt x="723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68717D"/>
            </a:solidFill>
            <a:prstDash val="solid"/>
          </a:ln>
        </p:spPr>
      </p:sp>
      <p:sp>
        <p:nvSpPr>
          <p:cNvPr id="127" name="F2-0127-line">
            <a:extLst xmlns:a="http://schemas.openxmlformats.org/drawingml/2006/main">
              <a:ext uri="{FF2B5EF4-FFF2-40B4-BE49-F238E27FC236}">
                <a16:creationId xmlns:a16="http://schemas.microsoft.com/office/drawing/2014/main" id="{B37ACC7A-2D29-409E-8B34-E8A068541F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00375" y="6381750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68717D"/>
            </a:solidFill>
            <a:prstDash val="solid"/>
          </a:ln>
        </p:spPr>
      </p:sp>
      <p:sp>
        <p:nvSpPr>
          <p:cNvPr id="128" name="F2-0128-line">
            <a:extLst xmlns:a="http://schemas.openxmlformats.org/drawingml/2006/main">
              <a:ext uri="{FF2B5EF4-FFF2-40B4-BE49-F238E27FC236}">
                <a16:creationId xmlns:a16="http://schemas.microsoft.com/office/drawing/2014/main" id="{43F46E6F-8120-4E50-A657-E451EECA3F7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24275" y="6381750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68717D"/>
            </a:solidFill>
            <a:prstDash val="solid"/>
          </a:ln>
        </p:spPr>
      </p:sp>
      <p:sp>
        <p:nvSpPr>
          <p:cNvPr id="129" name="F2-0129-line">
            <a:extLst xmlns:a="http://schemas.openxmlformats.org/drawingml/2006/main">
              <a:ext uri="{FF2B5EF4-FFF2-40B4-BE49-F238E27FC236}">
                <a16:creationId xmlns:a16="http://schemas.microsoft.com/office/drawing/2014/main" id="{623C6CF8-086A-43A5-B517-0EDC4D89089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86125" y="6638925"/>
            <a:ext cx="771525" cy="9525"/>
          </a:xfrm>
          <a:custGeom xmlns:a="http://schemas.openxmlformats.org/drawingml/2006/main">
            <a:pathLst>
              <a:path w="771525" h="9525">
                <a:moveTo>
                  <a:pt x="0" y="0"/>
                </a:moveTo>
                <a:lnTo>
                  <a:pt x="771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68717D"/>
            </a:solidFill>
            <a:prstDash val="solid"/>
          </a:ln>
        </p:spPr>
      </p:sp>
      <p:sp>
        <p:nvSpPr>
          <p:cNvPr id="130" name="F2-0130-line">
            <a:extLst xmlns:a="http://schemas.openxmlformats.org/drawingml/2006/main">
              <a:ext uri="{FF2B5EF4-FFF2-40B4-BE49-F238E27FC236}">
                <a16:creationId xmlns:a16="http://schemas.microsoft.com/office/drawing/2014/main" id="{918CEBFF-071C-44BA-9965-AAE913340F9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86125" y="6591300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68717D"/>
            </a:solidFill>
            <a:prstDash val="solid"/>
          </a:ln>
        </p:spPr>
      </p:sp>
      <p:sp>
        <p:nvSpPr>
          <p:cNvPr id="131" name="F2-0131-line">
            <a:extLst xmlns:a="http://schemas.openxmlformats.org/drawingml/2006/main">
              <a:ext uri="{FF2B5EF4-FFF2-40B4-BE49-F238E27FC236}">
                <a16:creationId xmlns:a16="http://schemas.microsoft.com/office/drawing/2014/main" id="{1B480C40-03B8-4A44-956E-54323C9388C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57650" y="6591300"/>
            <a:ext cx="9525" cy="95250"/>
          </a:xfrm>
          <a:custGeom xmlns:a="http://schemas.openxmlformats.org/drawingml/2006/main"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68717D"/>
            </a:solidFill>
            <a:prstDash val="solid"/>
          </a:ln>
        </p:spPr>
      </p:sp>
      <p:sp>
        <p:nvSpPr>
          <p:cNvPr id="132" name="F2-math-57-708-0132-text">
            <a:extLst xmlns:a="http://schemas.openxmlformats.org/drawingml/2006/main">
              <a:ext uri="{FF2B5EF4-FFF2-40B4-BE49-F238E27FC236}">
                <a16:creationId xmlns:a16="http://schemas.microsoft.com/office/drawing/2014/main" id="{40A532B5-7C81-4AFE-B1BC-34D81CC242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542925" y="6747272"/>
            <a:ext cx="708850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H = 16</a:t>
            </a:r>
          </a:p>
        </p:txBody>
      </p:sp>
      <p:sp>
        <p:nvSpPr>
          <p:cNvPr id="133" name="F2-0133-text">
            <a:extLst xmlns:a="http://schemas.openxmlformats.org/drawingml/2006/main">
              <a:ext uri="{FF2B5EF4-FFF2-40B4-BE49-F238E27FC236}">
                <a16:creationId xmlns:a16="http://schemas.microsoft.com/office/drawing/2014/main" id="{2D71524D-C3D3-4779-B250-5AAA1AA7A4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419225" y="6778943"/>
            <a:ext cx="1152525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· stride = 8</a:t>
            </a:r>
          </a:p>
        </p:txBody>
      </p:sp>
      <p:sp>
        <p:nvSpPr>
          <p:cNvPr id="134" name="F2-math-306-706-0134-text">
            <a:extLst xmlns:a="http://schemas.openxmlformats.org/drawingml/2006/main">
              <a:ext uri="{FF2B5EF4-FFF2-40B4-BE49-F238E27FC236}">
                <a16:creationId xmlns:a16="http://schemas.microsoft.com/office/drawing/2014/main" id="{BBB62186-229C-4112-B521-8010E55D949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2914650" y="6723459"/>
            <a:ext cx="708850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H = 16</a:t>
            </a:r>
          </a:p>
        </p:txBody>
      </p:sp>
      <p:sp>
        <p:nvSpPr>
          <p:cNvPr id="135" name="F2-0135-text">
            <a:extLst xmlns:a="http://schemas.openxmlformats.org/drawingml/2006/main">
              <a:ext uri="{FF2B5EF4-FFF2-40B4-BE49-F238E27FC236}">
                <a16:creationId xmlns:a16="http://schemas.microsoft.com/office/drawing/2014/main" id="{88D14C7F-AF2F-4EB3-BDF3-1447BE96D4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3790950" y="6765369"/>
            <a:ext cx="1190625" cy="27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· stride = 8</a:t>
            </a:r>
          </a:p>
        </p:txBody>
      </p:sp>
      <p:grpSp>
        <p:nvGrpSpPr>
          <p:cNvPr id="457" name="F2-database-319-735"/>
          <p:cNvGrpSpPr/>
          <p:nvPr/>
        </p:nvGrpSpPr>
        <p:grpSpPr>
          <ns1:xfrm xmlns:ns1="http://schemas.openxmlformats.org/drawingml/2006/main">
            <ns1:off x="3218498" y="7017449"/>
            <ns1:ext cx="1440180" cy="513778"/>
            <ns1:chOff x="3218498" y="7017449"/>
            <ns1:chExt cx="1440180" cy="513778"/>
          </ns1:xfrm>
        </p:grpSpPr>
        <p:sp>
          <p:nvSpPr>
            <p:cNvPr id="136" name="F2-database-319-735-0136-custom">
              <a:extLst xmlns:a="http://schemas.openxmlformats.org/drawingml/2006/main">
                <a:ext uri="{FF2B5EF4-FFF2-40B4-BE49-F238E27FC236}">
                  <a16:creationId xmlns:a16="http://schemas.microsoft.com/office/drawing/2014/main" id="{1B9FC78B-2C7C-4B3C-831E-EDC9DC774D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18498" y="7067169"/>
              <a:ext cx="1440180" cy="464058"/>
            </a:xfrm>
            <a:custGeom xmlns:a="http://schemas.openxmlformats.org/drawingml/2006/main">
              <a:pathLst>
                <a:path w="1440180" h="464058">
                  <a:moveTo>
                    <a:pt x="0" y="0"/>
                  </a:moveTo>
                  <a:lnTo>
                    <a:pt x="1440180" y="0"/>
                  </a:lnTo>
                  <a:lnTo>
                    <a:pt x="1440180" y="397764"/>
                  </a:lnTo>
                  <a:lnTo>
                    <a:pt x="1440180" y="397764"/>
                  </a:lnTo>
                  <a:lnTo>
                    <a:pt x="1426344" y="410697"/>
                  </a:lnTo>
                  <a:lnTo>
                    <a:pt x="1385366" y="423134"/>
                  </a:lnTo>
                  <a:lnTo>
                    <a:pt x="1318823" y="434595"/>
                  </a:lnTo>
                  <a:lnTo>
                    <a:pt x="1229271" y="444641"/>
                  </a:lnTo>
                  <a:lnTo>
                    <a:pt x="1120151" y="452885"/>
                  </a:lnTo>
                  <a:lnTo>
                    <a:pt x="995657" y="459012"/>
                  </a:lnTo>
                  <a:lnTo>
                    <a:pt x="860573" y="462784"/>
                  </a:lnTo>
                  <a:lnTo>
                    <a:pt x="720090" y="464058"/>
                  </a:lnTo>
                  <a:lnTo>
                    <a:pt x="579607" y="462784"/>
                  </a:lnTo>
                  <a:lnTo>
                    <a:pt x="444523" y="459012"/>
                  </a:lnTo>
                  <a:lnTo>
                    <a:pt x="320029" y="452885"/>
                  </a:lnTo>
                  <a:lnTo>
                    <a:pt x="210909" y="444641"/>
                  </a:lnTo>
                  <a:lnTo>
                    <a:pt x="121357" y="434595"/>
                  </a:lnTo>
                  <a:lnTo>
                    <a:pt x="54814" y="423134"/>
                  </a:lnTo>
                  <a:lnTo>
                    <a:pt x="13836" y="410697"/>
                  </a:lnTo>
                  <a:lnTo>
                    <a:pt x="0" y="397764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52A32"/>
              </a:solidFill>
            </a:ln>
          </p:spPr>
        </p:sp>
        <p:sp>
          <p:nvSpPr>
            <p:cNvPr id="137" name="F2-database-319-735-0137-ellipse">
              <a:extLst xmlns:a="http://schemas.openxmlformats.org/drawingml/2006/main">
                <a:ext uri="{FF2B5EF4-FFF2-40B4-BE49-F238E27FC236}">
                  <a16:creationId xmlns:a16="http://schemas.microsoft.com/office/drawing/2014/main" id="{6FF651F3-2392-43AA-AA09-991A355A7D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18498" y="7017449"/>
              <a:ext cx="1440180" cy="93917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7F8FA"/>
            </a:solidFill>
            <a:ln xmlns:a="http://schemas.openxmlformats.org/drawingml/2006/main" w="14288">
              <a:solidFill>
                <a:srgbClr val="252A32"/>
              </a:solidFill>
            </a:ln>
          </p:spPr>
        </p:sp>
      </p:grpSp>
      <p:sp>
        <p:nvSpPr>
          <p:cNvPr id="138" name="F2-0138-text"/>
          <p:cNvSpPr txBox="1"/>
          <p:nvPr/>
        </p:nvSpPr>
        <p:spPr>
          <ns0:xfrm xmlns:ns0="http://schemas.openxmlformats.org/drawingml/2006/main">
            <ns0:off x="3175000" y="7175500"/>
            <ns0:ext cx="1524000" cy="21074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490 unchanged</ns0:t>
            </ns0:r>
          </ns0:p>
        </p:txBody>
      </p:sp>
      <p:sp>
        <p:nvSpPr>
          <p:cNvPr id="139" name="F2-0139-text">
            <a:extLst xmlns:a="http://schemas.openxmlformats.org/drawingml/2006/main">
              <a:ext uri="{FF2B5EF4-FFF2-40B4-BE49-F238E27FC236}">
                <a16:creationId xmlns:a16="http://schemas.microsoft.com/office/drawing/2014/main" id="{6FB761B1-B38E-42A8-9175-1C57EF20A2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3175000" y="7340600"/>
            <a:ext cx="1524000" cy="210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grpSp>
        <p:nvGrpSpPr>
          <p:cNvPr id="458" name="F2-route-140"/>
          <p:cNvGrpSpPr/>
          <p:nvPr/>
        </p:nvGrpSpPr>
        <p:grpSpPr>
          <ns1:xfrm xmlns:ns1="http://schemas.openxmlformats.org/drawingml/2006/main">
            <ns1:off x="4057650" y="6638925"/>
            <ns1:ext cx="857250" cy="647224"/>
            <ns1:chOff x="4057650" y="6638925"/>
            <ns1:chExt cx="857250" cy="647224"/>
          </ns1:xfrm>
        </p:grpSpPr>
        <p:sp>
          <p:nvSpPr>
            <p:cNvPr id="140" name="F2-route-140-0140-arrow-route">
              <a:extLst xmlns:a="http://schemas.openxmlformats.org/drawingml/2006/main">
                <a:ext uri="{FF2B5EF4-FFF2-40B4-BE49-F238E27FC236}">
                  <a16:creationId xmlns:a16="http://schemas.microsoft.com/office/drawing/2014/main" id="{AA1A03BA-82CD-468D-9E21-D3D58B15C3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57650" y="6638925"/>
              <a:ext cx="857250" cy="600075"/>
            </a:xfrm>
            <a:custGeom xmlns:a="http://schemas.openxmlformats.org/drawingml/2006/main">
              <a:pathLst>
                <a:path w="857250" h="600075">
                  <a:moveTo>
                    <a:pt x="0" y="0"/>
                  </a:moveTo>
                  <a:lnTo>
                    <a:pt x="857250" y="0"/>
                  </a:lnTo>
                  <a:lnTo>
                    <a:pt x="857250" y="600075"/>
                  </a:lnTo>
                  <a:lnTo>
                    <a:pt x="619125" y="6000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3813">
              <a:solidFill>
                <a:srgbClr val="68717D"/>
              </a:solidFill>
              <a:prstDash val="solid"/>
            </a:ln>
          </p:spPr>
        </p:sp>
        <p:sp>
          <p:nvSpPr>
            <p:cNvPr id="141" name="F2-route-140-0141-custom">
              <a:extLst xmlns:a="http://schemas.openxmlformats.org/drawingml/2006/main">
                <a:ext uri="{FF2B5EF4-FFF2-40B4-BE49-F238E27FC236}">
                  <a16:creationId xmlns:a16="http://schemas.microsoft.com/office/drawing/2014/main" id="{B3CA16B5-5069-4B63-88AE-2003F617F1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76775" y="7191851"/>
              <a:ext cx="85725" cy="94298"/>
            </a:xfrm>
            <a:custGeom xmlns:a="http://schemas.openxmlformats.org/drawingml/2006/main">
              <a:pathLst>
                <a:path w="85725" h="94298">
                  <a:moveTo>
                    <a:pt x="0" y="47149"/>
                  </a:moveTo>
                  <a:lnTo>
                    <a:pt x="85725" y="0"/>
                  </a:lnTo>
                  <a:lnTo>
                    <a:pt x="85725" y="94298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sp>
        <p:nvSpPr>
          <p:cNvPr id="142" name="F2-0142-ellipse">
            <a:extLst xmlns:a="http://schemas.openxmlformats.org/drawingml/2006/main">
              <a:ext uri="{FF2B5EF4-FFF2-40B4-BE49-F238E27FC236}">
                <a16:creationId xmlns:a16="http://schemas.microsoft.com/office/drawing/2014/main" id="{ED1486D0-5C9C-4F5C-AC7F-3E2420039C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31933" y="6613208"/>
            <a:ext cx="51435" cy="514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717D"/>
          </a:solidFill>
          <a:ln xmlns:a="http://schemas.openxmlformats.org/drawingml/2006/main" w="1905">
            <a:solidFill>
              <a:srgbClr val="68717D"/>
            </a:solidFill>
          </a:ln>
        </p:spPr>
      </p:sp>
      <p:sp>
        <p:nvSpPr>
          <p:cNvPr id="143" name="F2-0143-text"/>
          <p:cNvSpPr txBox="1"/>
          <p:nvPr/>
        </p:nvSpPr>
        <p:spPr>
          <ns0:xfrm xmlns:ns0="http://schemas.openxmlformats.org/drawingml/2006/main">
            <ns0:off x="295275" y="7569637"/>
            <ns0:ext cx="4857750" cy="24360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1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1960 train windows; episodes remain separate.</ns0:t>
            </ns0:r>
          </ns0:p>
        </p:txBody>
      </p:sp>
      <p:sp>
        <p:nvSpPr>
          <p:cNvPr id="144" name="F2-0144-roundRect">
            <a:extLst xmlns:a="http://schemas.openxmlformats.org/drawingml/2006/main">
              <a:ext uri="{FF2B5EF4-FFF2-40B4-BE49-F238E27FC236}">
                <a16:creationId xmlns:a16="http://schemas.microsoft.com/office/drawing/2014/main" id="{885D0D95-9231-430C-8047-C035600C7A1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76900" y="981075"/>
            <a:ext cx="5524500" cy="3419475"/>
          </a:xfrm>
          <a:prstGeom xmlns:a="http://schemas.openxmlformats.org/drawingml/2006/main" prst="roundRect">
            <a:avLst>
              <a:gd name="adj" fmla="val 2507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3811">
            <a:solidFill>
              <a:srgbClr val="9BA9C3"/>
            </a:solidFill>
            <a:prstDash val="solid"/>
          </a:ln>
        </p:spPr>
      </p:sp>
      <p:sp>
        <p:nvSpPr>
          <p:cNvPr id="149" name="F2-0149-text"/>
          <p:cNvSpPr txBox="1"/>
          <p:nvPr/>
        </p:nvSpPr>
        <p:spPr>
          <ns0:xfrm xmlns:ns0="http://schemas.openxmlformats.org/drawingml/2006/main">
            <ns0:off x="6305550" y="1133475"/>
            <ns0:ext cx="141922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19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Current input</ns0:t>
            </ns0:r>
          </ns0:p>
        </p:txBody>
      </p:sp>
      <p:sp>
        <p:nvSpPr>
          <p:cNvPr id="460" name="F2-math-832-113"/>
          <p:cNvSpPr txBox="1"/>
          <p:nvPr/>
        </p:nvSpPr>
        <p:spPr>
          <ns0:xfrm xmlns:ns0="http://schemas.openxmlformats.org/drawingml/2006/main">
            <ns0:off x="7810500" y="1133475"/>
            <ns0:ext cx="371475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9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152" name="F2-0152-text"/>
          <p:cNvSpPr txBox="1"/>
          <p:nvPr/>
        </p:nvSpPr>
        <p:spPr>
          <ns0:xfrm xmlns:ns0="http://schemas.openxmlformats.org/drawingml/2006/main">
            <ns0:off x="8216900" y="1168400"/>
            <ns0:ext cx="2832100" cy="23264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(first three enter the policy)</ns0:t>
            </ns0:r>
          </ns0:p>
        </p:txBody>
      </p:sp>
      <p:sp>
        <p:nvSpPr>
          <p:cNvPr id="153" name="F2-0153-roundRect">
            <a:extLst xmlns:a="http://schemas.openxmlformats.org/drawingml/2006/main">
              <a:ext uri="{FF2B5EF4-FFF2-40B4-BE49-F238E27FC236}">
                <a16:creationId xmlns:a16="http://schemas.microsoft.com/office/drawing/2014/main" id="{F76296FF-BB9D-480D-A056-3A9D89CB6A5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00725" y="1552575"/>
            <a:ext cx="5257800" cy="2838450"/>
          </a:xfrm>
          <a:prstGeom xmlns:a="http://schemas.openxmlformats.org/drawingml/2006/main" prst="roundRect">
            <a:avLst>
              <a:gd name="adj" fmla="val 1678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9525">
            <a:solidFill>
              <a:srgbClr val="9BA9C3"/>
            </a:solidFill>
            <a:prstDash val="solid"/>
          </a:ln>
        </p:spPr>
      </p:sp>
      <p:sp>
        <p:nvSpPr>
          <p:cNvPr id="154" name="F2-0154-line">
            <a:extLst xmlns:a="http://schemas.openxmlformats.org/drawingml/2006/main">
              <a:ext uri="{FF2B5EF4-FFF2-40B4-BE49-F238E27FC236}">
                <a16:creationId xmlns:a16="http://schemas.microsoft.com/office/drawing/2014/main" id="{65C49C21-EE72-457B-8DC2-8D47D18CB47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201025" y="1552575"/>
            <a:ext cx="9525" cy="2838450"/>
          </a:xfrm>
          <a:custGeom xmlns:a="http://schemas.openxmlformats.org/drawingml/2006/main">
            <a:pathLst>
              <a:path w="9525" h="2838450">
                <a:moveTo>
                  <a:pt x="0" y="0"/>
                </a:moveTo>
                <a:lnTo>
                  <a:pt x="0" y="28384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C5488"/>
            </a:solidFill>
            <a:prstDash val="solid"/>
          </a:ln>
        </p:spPr>
      </p:sp>
      <p:sp>
        <p:nvSpPr>
          <p:cNvPr id="155" name="F2-0155-line">
            <a:extLst xmlns:a="http://schemas.openxmlformats.org/drawingml/2006/main">
              <a:ext uri="{FF2B5EF4-FFF2-40B4-BE49-F238E27FC236}">
                <a16:creationId xmlns:a16="http://schemas.microsoft.com/office/drawing/2014/main" id="{391D525A-7007-440D-85A4-B51F01DB3B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01175" y="1552575"/>
            <a:ext cx="9525" cy="2838450"/>
          </a:xfrm>
          <a:custGeom xmlns:a="http://schemas.openxmlformats.org/drawingml/2006/main">
            <a:pathLst>
              <a:path w="9525" h="2838450">
                <a:moveTo>
                  <a:pt x="0" y="0"/>
                </a:moveTo>
                <a:lnTo>
                  <a:pt x="0" y="28384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C5488"/>
            </a:solidFill>
            <a:prstDash val="solid"/>
          </a:ln>
        </p:spPr>
      </p:sp>
      <p:sp>
        <p:nvSpPr>
          <p:cNvPr id="156" name="F2-0156-line">
            <a:extLst xmlns:a="http://schemas.openxmlformats.org/drawingml/2006/main">
              <a:ext uri="{FF2B5EF4-FFF2-40B4-BE49-F238E27FC236}">
                <a16:creationId xmlns:a16="http://schemas.microsoft.com/office/drawing/2014/main" id="{97ACB2A5-9D41-498E-85AF-FF58465518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00725" y="2025650"/>
            <a:ext cx="5257800" cy="9525"/>
          </a:xfrm>
          <a:custGeom xmlns:a="http://schemas.openxmlformats.org/drawingml/2006/main">
            <a:pathLst>
              <a:path w="5257800" h="9525">
                <a:moveTo>
                  <a:pt x="0" y="0"/>
                </a:moveTo>
                <a:lnTo>
                  <a:pt x="5257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C5488"/>
            </a:solidFill>
            <a:prstDash val="solid"/>
          </a:ln>
        </p:spPr>
      </p:sp>
      <p:sp>
        <p:nvSpPr>
          <p:cNvPr id="157" name="F2-0157-line">
            <a:extLst xmlns:a="http://schemas.openxmlformats.org/drawingml/2006/main">
              <a:ext uri="{FF2B5EF4-FFF2-40B4-BE49-F238E27FC236}">
                <a16:creationId xmlns:a16="http://schemas.microsoft.com/office/drawing/2014/main" id="{B687CFB3-1584-40AE-BB12-11FE1B4F468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00725" y="2498725"/>
            <a:ext cx="5257800" cy="9525"/>
          </a:xfrm>
          <a:custGeom xmlns:a="http://schemas.openxmlformats.org/drawingml/2006/main">
            <a:pathLst>
              <a:path w="5257800" h="9525">
                <a:moveTo>
                  <a:pt x="0" y="0"/>
                </a:moveTo>
                <a:lnTo>
                  <a:pt x="5257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C5488"/>
            </a:solidFill>
            <a:prstDash val="solid"/>
          </a:ln>
        </p:spPr>
      </p:sp>
      <p:sp>
        <p:nvSpPr>
          <p:cNvPr id="158" name="F2-0158-line">
            <a:extLst xmlns:a="http://schemas.openxmlformats.org/drawingml/2006/main">
              <a:ext uri="{FF2B5EF4-FFF2-40B4-BE49-F238E27FC236}">
                <a16:creationId xmlns:a16="http://schemas.microsoft.com/office/drawing/2014/main" id="{D60EB21A-1E3D-4C22-8609-722F02FD9BF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00725" y="2971800"/>
            <a:ext cx="5257800" cy="9525"/>
          </a:xfrm>
          <a:custGeom xmlns:a="http://schemas.openxmlformats.org/drawingml/2006/main">
            <a:pathLst>
              <a:path w="5257800" h="9525">
                <a:moveTo>
                  <a:pt x="0" y="0"/>
                </a:moveTo>
                <a:lnTo>
                  <a:pt x="5257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C5488"/>
            </a:solidFill>
            <a:prstDash val="solid"/>
          </a:ln>
        </p:spPr>
      </p:sp>
      <p:sp>
        <p:nvSpPr>
          <p:cNvPr id="159" name="F2-0159-line">
            <a:extLst xmlns:a="http://schemas.openxmlformats.org/drawingml/2006/main">
              <a:ext uri="{FF2B5EF4-FFF2-40B4-BE49-F238E27FC236}">
                <a16:creationId xmlns:a16="http://schemas.microsoft.com/office/drawing/2014/main" id="{073CB579-313B-4DAC-A637-F996E8BFBB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00725" y="3444875"/>
            <a:ext cx="5257800" cy="9525"/>
          </a:xfrm>
          <a:custGeom xmlns:a="http://schemas.openxmlformats.org/drawingml/2006/main">
            <a:pathLst>
              <a:path w="5257800" h="9525">
                <a:moveTo>
                  <a:pt x="0" y="0"/>
                </a:moveTo>
                <a:lnTo>
                  <a:pt x="5257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C5488"/>
            </a:solidFill>
            <a:prstDash val="solid"/>
          </a:ln>
        </p:spPr>
      </p:sp>
      <p:sp>
        <p:nvSpPr>
          <p:cNvPr id="160" name="F2-0160-line">
            <a:extLst xmlns:a="http://schemas.openxmlformats.org/drawingml/2006/main">
              <a:ext uri="{FF2B5EF4-FFF2-40B4-BE49-F238E27FC236}">
                <a16:creationId xmlns:a16="http://schemas.microsoft.com/office/drawing/2014/main" id="{96D48AEA-1DA9-48F5-B2C3-4B3BE4B711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00725" y="3917950"/>
            <a:ext cx="5257800" cy="9525"/>
          </a:xfrm>
          <a:custGeom xmlns:a="http://schemas.openxmlformats.org/drawingml/2006/main">
            <a:pathLst>
              <a:path w="5257800" h="9525">
                <a:moveTo>
                  <a:pt x="0" y="0"/>
                </a:moveTo>
                <a:lnTo>
                  <a:pt x="5257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3C5488"/>
            </a:solidFill>
            <a:prstDash val="solid"/>
          </a:ln>
        </p:spPr>
      </p:sp>
      <p:sp>
        <p:nvSpPr>
          <p:cNvPr id="164" name="F2-0164-text"/>
          <p:cNvSpPr txBox="1"/>
          <p:nvPr/>
        </p:nvSpPr>
        <p:spPr>
          <ns0:xfrm xmlns:ns0="http://schemas.openxmlformats.org/drawingml/2006/main">
            <ns0:off x="6591300" y="1674971"/>
            <ns0:ext cx="156210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Robot state</ns0:t>
            </ns0:r>
          </ns0:p>
        </p:txBody>
      </p:sp>
      <p:sp>
        <p:nvSpPr>
          <p:cNvPr id="165" name="F2-math-869-169-0165-text"/>
          <p:cNvSpPr txBox="1"/>
          <p:nvPr/>
        </p:nvSpPr>
        <p:spPr>
          <ns0:xfrm xmlns:ns0="http://schemas.openxmlformats.org/drawingml/2006/main">
            <ns0:off x="8524875" y="1647825"/>
            <ns0:ext cx="561975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q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166" name="F2-0166-text"/>
          <p:cNvSpPr txBox="1"/>
          <p:nvPr/>
        </p:nvSpPr>
        <p:spPr>
          <ns0:xfrm xmlns:ns0="http://schemas.openxmlformats.org/drawingml/2006/main">
            <ns0:off x="9525000" y="1674971"/>
            <ns0:ext cx="146685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14 dimensions</ns0:t>
            </ns0:r>
          </ns0:p>
        </p:txBody>
      </p:sp>
      <p:sp>
        <p:nvSpPr>
          <p:cNvPr id="170" name="F2-0170-text"/>
          <p:cNvSpPr txBox="1"/>
          <p:nvPr/>
        </p:nvSpPr>
        <p:spPr>
          <ns0:xfrm xmlns:ns0="http://schemas.openxmlformats.org/drawingml/2006/main">
            <ns0:off x="6591300" y="2148046"/>
            <ns0:ext cx="156210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Object position</ns0:t>
            </ns0:r>
          </ns0:p>
        </p:txBody>
      </p:sp>
      <p:sp>
        <p:nvSpPr>
          <p:cNvPr id="171" name="F2-math-869-219-0171-text"/>
          <p:cNvSpPr txBox="1"/>
          <p:nvPr/>
        </p:nvSpPr>
        <p:spPr>
          <ns0:xfrm xmlns:ns0="http://schemas.openxmlformats.org/drawingml/2006/main">
            <ns0:off x="8524875" y="2114550"/>
            <ns0:ext cx="561975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p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172" name="F2-0172-text"/>
          <p:cNvSpPr txBox="1"/>
          <p:nvPr/>
        </p:nvSpPr>
        <p:spPr>
          <ns0:xfrm xmlns:ns0="http://schemas.openxmlformats.org/drawingml/2006/main">
            <ns0:off x="9525000" y="2148046"/>
            <ns0:ext cx="153035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3 / 6 dimensions</ns0:t>
            </ns0:r>
          </ns0:p>
        </p:txBody>
      </p:sp>
      <p:grpSp>
        <p:nvGrpSpPr>
          <p:cNvPr id="463" name="F2-robot-628-272"/>
          <p:cNvGrpSpPr/>
          <p:nvPr/>
        </p:nvGrpSpPr>
        <p:grpSpPr>
          <ns1:xfrm xmlns:ns1="http://schemas.openxmlformats.org/drawingml/2006/main">
            <ns1:off x="6039612" y="2634456"/>
            <ns1:ext cx="272186" cy="273653"/>
            <ns1:chOff x="6039612" y="2634456"/>
            <ns1:chExt cx="272186" cy="273653"/>
          </ns1:xfrm>
        </p:grpSpPr>
        <p:sp>
          <p:nvSpPr>
            <p:cNvPr id="173" name="F2-robot-628-272-0173-custom">
              <a:extLst xmlns:a="http://schemas.openxmlformats.org/drawingml/2006/main">
                <a:ext uri="{FF2B5EF4-FFF2-40B4-BE49-F238E27FC236}">
                  <a16:creationId xmlns:a16="http://schemas.microsoft.com/office/drawing/2014/main" id="{9D32A4E9-DB50-40E2-A8E9-54A6F6C4C4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65501" y="2762377"/>
              <a:ext cx="27851" cy="119824"/>
            </a:xfrm>
            <a:custGeom xmlns:a="http://schemas.openxmlformats.org/drawingml/2006/main">
              <a:pathLst>
                <a:path w="27851" h="119824">
                  <a:moveTo>
                    <a:pt x="27851" y="119824"/>
                  </a:moveTo>
                  <a:lnTo>
                    <a:pt x="27851" y="0"/>
                  </a:lnTo>
                  <a:lnTo>
                    <a:pt x="0" y="0"/>
                  </a:lnTo>
                  <a:lnTo>
                    <a:pt x="0" y="119824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174" name="F2-robot-628-272-0174-custom">
              <a:extLst xmlns:a="http://schemas.openxmlformats.org/drawingml/2006/main">
                <a:ext uri="{FF2B5EF4-FFF2-40B4-BE49-F238E27FC236}">
                  <a16:creationId xmlns:a16="http://schemas.microsoft.com/office/drawing/2014/main" id="{F90F71D8-8CC8-433A-AA37-DC9D4F33AA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69180" y="2642837"/>
              <a:ext cx="121838" cy="128970"/>
            </a:xfrm>
            <a:custGeom xmlns:a="http://schemas.openxmlformats.org/drawingml/2006/main">
              <a:pathLst>
                <a:path w="121838" h="128970">
                  <a:moveTo>
                    <a:pt x="20492" y="128970"/>
                  </a:moveTo>
                  <a:lnTo>
                    <a:pt x="121838" y="18861"/>
                  </a:lnTo>
                  <a:lnTo>
                    <a:pt x="101346" y="0"/>
                  </a:lnTo>
                  <a:lnTo>
                    <a:pt x="0" y="110109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175" name="F2-robot-628-272-0175-custom">
              <a:extLst xmlns:a="http://schemas.openxmlformats.org/drawingml/2006/main">
                <a:ext uri="{FF2B5EF4-FFF2-40B4-BE49-F238E27FC236}">
                  <a16:creationId xmlns:a16="http://schemas.microsoft.com/office/drawing/2014/main" id="{71BD3B0A-1D6F-4EB2-90F1-D5213A40C4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71046" y="2642303"/>
              <a:ext cx="99083" cy="97655"/>
            </a:xfrm>
            <a:custGeom xmlns:a="http://schemas.openxmlformats.org/drawingml/2006/main">
              <a:pathLst>
                <a:path w="99083" h="97655">
                  <a:moveTo>
                    <a:pt x="0" y="19931"/>
                  </a:moveTo>
                  <a:lnTo>
                    <a:pt x="79629" y="97655"/>
                  </a:lnTo>
                  <a:lnTo>
                    <a:pt x="99083" y="77724"/>
                  </a:lnTo>
                  <a:lnTo>
                    <a:pt x="19454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176" name="F2-robot-628-272-0176-custom">
              <a:extLst xmlns:a="http://schemas.openxmlformats.org/drawingml/2006/main">
                <a:ext uri="{FF2B5EF4-FFF2-40B4-BE49-F238E27FC236}">
                  <a16:creationId xmlns:a16="http://schemas.microsoft.com/office/drawing/2014/main" id="{500163F9-D39E-47DA-B755-E861F8DE69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47102" y="2725863"/>
              <a:ext cx="44696" cy="66551"/>
            </a:xfrm>
            <a:custGeom xmlns:a="http://schemas.openxmlformats.org/drawingml/2006/main">
              <a:pathLst>
                <a:path w="44696" h="66551">
                  <a:moveTo>
                    <a:pt x="0" y="8258"/>
                  </a:moveTo>
                  <a:lnTo>
                    <a:pt x="18097" y="66551"/>
                  </a:lnTo>
                  <a:lnTo>
                    <a:pt x="44696" y="58293"/>
                  </a:lnTo>
                  <a:lnTo>
                    <a:pt x="26599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177" name="F2-robot-628-272-0177-ellipse">
              <a:extLst xmlns:a="http://schemas.openxmlformats.org/drawingml/2006/main">
                <a:ext uri="{FF2B5EF4-FFF2-40B4-BE49-F238E27FC236}">
                  <a16:creationId xmlns:a16="http://schemas.microsoft.com/office/drawing/2014/main" id="{257A53EF-1BB1-4A7B-9B71-5C83FEF5D8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39612" y="2875724"/>
              <a:ext cx="86868" cy="3238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178" name="F2-robot-628-272-0178-ellipse">
              <a:extLst xmlns:a="http://schemas.openxmlformats.org/drawingml/2006/main">
                <a:ext uri="{FF2B5EF4-FFF2-40B4-BE49-F238E27FC236}">
                  <a16:creationId xmlns:a16="http://schemas.microsoft.com/office/drawing/2014/main" id="{28F2E912-7B2A-4578-B88C-8B3F90CB33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43232" y="2875724"/>
              <a:ext cx="79629" cy="19431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252A32"/>
              </a:solidFill>
            </a:ln>
          </p:spPr>
        </p:sp>
        <p:sp>
          <p:nvSpPr>
            <p:cNvPr id="179" name="F2-robot-628-272-0179-ellipse">
              <a:extLst xmlns:a="http://schemas.openxmlformats.org/drawingml/2006/main">
                <a:ext uri="{FF2B5EF4-FFF2-40B4-BE49-F238E27FC236}">
                  <a16:creationId xmlns:a16="http://schemas.microsoft.com/office/drawing/2014/main" id="{A14F2B06-1AB1-4470-883A-6C65F98BAD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58795" y="2744565"/>
              <a:ext cx="41262" cy="3562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252A32"/>
              </a:solidFill>
            </a:ln>
          </p:spPr>
        </p:sp>
        <p:sp>
          <p:nvSpPr>
            <p:cNvPr id="180" name="F2-robot-628-272-0180-ellipse">
              <a:extLst xmlns:a="http://schemas.openxmlformats.org/drawingml/2006/main">
                <a:ext uri="{FF2B5EF4-FFF2-40B4-BE49-F238E27FC236}">
                  <a16:creationId xmlns:a16="http://schemas.microsoft.com/office/drawing/2014/main" id="{26F43469-2DD2-4E73-A3E2-49BDC85B40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60141" y="2634456"/>
              <a:ext cx="41262" cy="3562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252A32"/>
              </a:solidFill>
            </a:ln>
          </p:spPr>
        </p:sp>
        <p:sp>
          <p:nvSpPr>
            <p:cNvPr id="181" name="F2-robot-628-272-0181-ellipse">
              <a:extLst xmlns:a="http://schemas.openxmlformats.org/drawingml/2006/main">
                <a:ext uri="{FF2B5EF4-FFF2-40B4-BE49-F238E27FC236}">
                  <a16:creationId xmlns:a16="http://schemas.microsoft.com/office/drawing/2014/main" id="{E141C4B8-635A-4E39-9BEF-9CCDE2A4862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9770" y="2712180"/>
              <a:ext cx="41262" cy="3562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252A32"/>
              </a:solidFill>
            </a:ln>
          </p:spPr>
        </p:sp>
        <p:sp>
          <p:nvSpPr>
            <p:cNvPr id="182" name="F2-robot-628-272-0182-ellipse">
              <a:extLst xmlns:a="http://schemas.openxmlformats.org/drawingml/2006/main">
                <a:ext uri="{FF2B5EF4-FFF2-40B4-BE49-F238E27FC236}">
                  <a16:creationId xmlns:a16="http://schemas.microsoft.com/office/drawing/2014/main" id="{AB29F320-EE6C-46E1-8DE6-3FE958B311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57868" y="2770473"/>
              <a:ext cx="41262" cy="3562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252A32"/>
              </a:solidFill>
            </a:ln>
          </p:spPr>
        </p:sp>
        <p:sp>
          <p:nvSpPr>
            <p:cNvPr id="183" name="F2-robot-628-272-0183-line">
              <a:extLst xmlns:a="http://schemas.openxmlformats.org/drawingml/2006/main">
                <a:ext uri="{FF2B5EF4-FFF2-40B4-BE49-F238E27FC236}">
                  <a16:creationId xmlns:a16="http://schemas.microsoft.com/office/drawing/2014/main" id="{4C8BE396-5A16-49D7-BF59-ADEC1CC54D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69088" y="2788285"/>
              <a:ext cx="32576" cy="22669"/>
            </a:xfrm>
            <a:custGeom xmlns:a="http://schemas.openxmlformats.org/drawingml/2006/main">
              <a:pathLst>
                <a:path w="32576" h="22669">
                  <a:moveTo>
                    <a:pt x="0" y="0"/>
                  </a:moveTo>
                  <a:lnTo>
                    <a:pt x="22079" y="22669"/>
                  </a:lnTo>
                  <a:lnTo>
                    <a:pt x="32576" y="22669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252A32"/>
              </a:solidFill>
              <a:prstDash val="solid"/>
            </a:ln>
          </p:spPr>
        </p:sp>
        <p:sp>
          <p:nvSpPr>
            <p:cNvPr id="184" name="F2-robot-628-272-0184-line">
              <a:extLst xmlns:a="http://schemas.openxmlformats.org/drawingml/2006/main">
                <a:ext uri="{FF2B5EF4-FFF2-40B4-BE49-F238E27FC236}">
                  <a16:creationId xmlns:a16="http://schemas.microsoft.com/office/drawing/2014/main" id="{C65EB814-DA34-4404-BC4D-44C8A8FB96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90805" y="2788285"/>
              <a:ext cx="20993" cy="19431"/>
            </a:xfrm>
            <a:custGeom xmlns:a="http://schemas.openxmlformats.org/drawingml/2006/main">
              <a:pathLst>
                <a:path w="20993" h="19431">
                  <a:moveTo>
                    <a:pt x="0" y="0"/>
                  </a:moveTo>
                  <a:lnTo>
                    <a:pt x="20993" y="1943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252A32"/>
              </a:solidFill>
              <a:prstDash val="solid"/>
            </a:ln>
          </p:spPr>
        </p:sp>
      </p:grpSp>
      <p:sp>
        <p:nvSpPr>
          <p:cNvPr id="185" name="F2-0185-text"/>
          <p:cNvSpPr txBox="1"/>
          <p:nvPr/>
        </p:nvSpPr>
        <p:spPr>
          <ns0:xfrm xmlns:ns0="http://schemas.openxmlformats.org/drawingml/2006/main">
            <ns0:off x="6591300" y="2621121"/>
            <ns0:ext cx="156210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Elapsed time</ns0:t>
            </ns0:r>
          </ns0:p>
        </p:txBody>
      </p:sp>
      <p:sp>
        <p:nvSpPr>
          <p:cNvPr id="186" name="F2-math-869-268-0186-text"/>
          <p:cNvSpPr txBox="1"/>
          <p:nvPr/>
        </p:nvSpPr>
        <p:spPr>
          <ns0:xfrm xmlns:ns0="http://schemas.openxmlformats.org/drawingml/2006/main">
            <ns0:off x="8496300" y="2590800"/>
            <ns0:ext cx="619125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t/T</ns0:t>
            </ns0:r>
          </ns0:p>
        </p:txBody>
      </p:sp>
      <p:sp>
        <p:nvSpPr>
          <p:cNvPr id="187" name="F2-0187-text"/>
          <p:cNvSpPr txBox="1"/>
          <p:nvPr/>
        </p:nvSpPr>
        <p:spPr>
          <ns0:xfrm xmlns:ns0="http://schemas.openxmlformats.org/drawingml/2006/main">
            <ns0:off x="9525000" y="2621121"/>
            <ns0:ext cx="146685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 dimension</ns0:t>
            </ns0:r>
          </ns0:p>
        </p:txBody>
      </p:sp>
      <p:grpSp>
        <p:nvGrpSpPr>
          <p:cNvPr id="464" name="F2-clock-628-322"/>
          <p:cNvGrpSpPr/>
          <p:nvPr/>
        </p:nvGrpSpPr>
        <p:grpSpPr>
          <ns1:xfrm xmlns:ns1="http://schemas.openxmlformats.org/drawingml/2006/main">
            <ns1:off x="5999798" y="3076766"/>
            <ns1:ext cx="325755" cy="297942"/>
            <ns1:chOff x="5999798" y="3076766"/>
            <ns1:chExt cx="325755" cy="297942"/>
          </ns1:xfrm>
        </p:grpSpPr>
        <p:sp>
          <p:nvSpPr>
            <p:cNvPr id="188" name="F2-clock-628-322-0188-ellipse">
              <a:extLst xmlns:a="http://schemas.openxmlformats.org/drawingml/2006/main">
                <a:ext uri="{FF2B5EF4-FFF2-40B4-BE49-F238E27FC236}">
                  <a16:creationId xmlns:a16="http://schemas.microsoft.com/office/drawing/2014/main" id="{7FFA4186-53F0-444B-BD7C-C2D77DD9DC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99798" y="3076766"/>
              <a:ext cx="325755" cy="297942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252A32"/>
              </a:solidFill>
            </a:ln>
          </p:spPr>
        </p:sp>
        <p:sp>
          <p:nvSpPr>
            <p:cNvPr id="189" name="F2-clock-628-322-0189-line">
              <a:extLst xmlns:a="http://schemas.openxmlformats.org/drawingml/2006/main">
                <a:ext uri="{FF2B5EF4-FFF2-40B4-BE49-F238E27FC236}">
                  <a16:creationId xmlns:a16="http://schemas.microsoft.com/office/drawing/2014/main" id="{5F5E7E83-6FB5-4473-8CD3-1C4400D9D3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62675" y="3128582"/>
              <a:ext cx="79629" cy="103632"/>
            </a:xfrm>
            <a:custGeom xmlns:a="http://schemas.openxmlformats.org/drawingml/2006/main">
              <a:pathLst>
                <a:path w="79629" h="103632">
                  <a:moveTo>
                    <a:pt x="0" y="0"/>
                  </a:moveTo>
                  <a:lnTo>
                    <a:pt x="0" y="103632"/>
                  </a:lnTo>
                  <a:lnTo>
                    <a:pt x="79629" y="103632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252A32"/>
              </a:solidFill>
              <a:prstDash val="solid"/>
            </a:ln>
          </p:spPr>
        </p:sp>
      </p:grpSp>
      <p:sp>
        <p:nvSpPr>
          <p:cNvPr id="190" name="F2-0190-text"/>
          <p:cNvSpPr txBox="1"/>
          <p:nvPr/>
        </p:nvSpPr>
        <p:spPr>
          <ns0:xfrm xmlns:ns0="http://schemas.openxmlformats.org/drawingml/2006/main">
            <ns0:off x="6591300" y="3094196"/>
            <ns0:ext cx="156210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Source episode</ns0:t>
            </ns0:r>
          </ns0:p>
        </p:txBody>
      </p:sp>
      <p:sp>
        <p:nvSpPr>
          <p:cNvPr id="191" name="F2-math-869-318-0191-text"/>
          <p:cNvSpPr txBox="1"/>
          <p:nvPr/>
        </p:nvSpPr>
        <p:spPr>
          <ns0:xfrm xmlns:ns0="http://schemas.openxmlformats.org/drawingml/2006/main">
            <ns0:off x="8496300" y="3057525"/>
            <ns0:ext cx="619125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</ns0:t>
            </ns0:r>
          </ns0:p>
        </p:txBody>
      </p:sp>
      <p:sp>
        <p:nvSpPr>
          <p:cNvPr id="192" name="F2-0192-text"/>
          <p:cNvSpPr txBox="1"/>
          <p:nvPr/>
        </p:nvSpPr>
        <p:spPr>
          <ns0:xfrm xmlns:ns0="http://schemas.openxmlformats.org/drawingml/2006/main">
            <ns0:off x="9525000" y="3094196"/>
            <ns0:ext cx="146685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audit metadata</ns0:t>
            </ns0:r>
          </ns0:p>
        </p:txBody>
      </p:sp>
      <p:grpSp>
        <p:nvGrpSpPr>
          <p:cNvPr id="465" name="F2-document-628-372"/>
          <p:cNvGrpSpPr/>
          <p:nvPr/>
        </p:nvGrpSpPr>
        <p:grpSpPr>
          <ns1:xfrm xmlns:ns1="http://schemas.openxmlformats.org/drawingml/2006/main">
            <ns1:off x="6021324" y="3553079"/>
            <ns1:ext cx="231648" cy="297942"/>
            <ns1:chOff x="6021324" y="3553079"/>
            <ns1:chExt cx="231648" cy="297942"/>
          </ns1:xfrm>
        </p:grpSpPr>
        <p:sp>
          <p:nvSpPr>
            <p:cNvPr id="193" name="F2-document-628-372-0193-custom">
              <a:extLst xmlns:a="http://schemas.openxmlformats.org/drawingml/2006/main">
                <a:ext uri="{FF2B5EF4-FFF2-40B4-BE49-F238E27FC236}">
                  <a16:creationId xmlns:a16="http://schemas.microsoft.com/office/drawing/2014/main" id="{B87ACC70-48F0-4AB9-9F53-FD2BBBF7BA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21324" y="3553079"/>
              <a:ext cx="231648" cy="297942"/>
            </a:xfrm>
            <a:custGeom xmlns:a="http://schemas.openxmlformats.org/drawingml/2006/main">
              <a:pathLst>
                <a:path w="231648" h="297942">
                  <a:moveTo>
                    <a:pt x="0" y="0"/>
                  </a:moveTo>
                  <a:lnTo>
                    <a:pt x="158496" y="0"/>
                  </a:lnTo>
                  <a:lnTo>
                    <a:pt x="231648" y="74485"/>
                  </a:lnTo>
                  <a:lnTo>
                    <a:pt x="231648" y="297942"/>
                  </a:lnTo>
                  <a:lnTo>
                    <a:pt x="0" y="297942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9812">
              <a:solidFill>
                <a:srgbClr val="252A32"/>
              </a:solidFill>
            </a:ln>
          </p:spPr>
        </p:sp>
        <p:sp>
          <p:nvSpPr>
            <p:cNvPr id="194" name="F2-document-628-372-0194-line">
              <a:extLst xmlns:a="http://schemas.openxmlformats.org/drawingml/2006/main">
                <a:ext uri="{FF2B5EF4-FFF2-40B4-BE49-F238E27FC236}">
                  <a16:creationId xmlns:a16="http://schemas.microsoft.com/office/drawing/2014/main" id="{D49728D6-21A6-41C4-AF7D-F2E89A70484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79820" y="3553079"/>
              <a:ext cx="73152" cy="74485"/>
            </a:xfrm>
            <a:custGeom xmlns:a="http://schemas.openxmlformats.org/drawingml/2006/main">
              <a:pathLst>
                <a:path w="73152" h="74485">
                  <a:moveTo>
                    <a:pt x="0" y="0"/>
                  </a:moveTo>
                  <a:lnTo>
                    <a:pt x="0" y="74485"/>
                  </a:lnTo>
                  <a:lnTo>
                    <a:pt x="73152" y="7448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8288">
              <a:solidFill>
                <a:srgbClr val="252A32"/>
              </a:solidFill>
              <a:prstDash val="solid"/>
            </a:ln>
          </p:spPr>
        </p:sp>
        <p:sp>
          <p:nvSpPr>
            <p:cNvPr id="195" name="F2-document-628-372-0195-line">
              <a:extLst xmlns:a="http://schemas.openxmlformats.org/drawingml/2006/main">
                <a:ext uri="{FF2B5EF4-FFF2-40B4-BE49-F238E27FC236}">
                  <a16:creationId xmlns:a16="http://schemas.microsoft.com/office/drawing/2014/main" id="{9D489E3C-C290-4244-AFD8-46CD5A55EBF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70092" y="3679380"/>
              <a:ext cx="134112" cy="9525"/>
            </a:xfrm>
            <a:custGeom xmlns:a="http://schemas.openxmlformats.org/drawingml/2006/main">
              <a:pathLst>
                <a:path w="134112" h="9525">
                  <a:moveTo>
                    <a:pt x="0" y="0"/>
                  </a:moveTo>
                  <a:lnTo>
                    <a:pt x="134112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8288">
              <a:solidFill>
                <a:srgbClr val="252A32"/>
              </a:solidFill>
              <a:prstDash val="solid"/>
            </a:ln>
          </p:spPr>
        </p:sp>
        <p:sp>
          <p:nvSpPr>
            <p:cNvPr id="196" name="F2-document-628-372-0196-line">
              <a:extLst xmlns:a="http://schemas.openxmlformats.org/drawingml/2006/main">
                <a:ext uri="{FF2B5EF4-FFF2-40B4-BE49-F238E27FC236}">
                  <a16:creationId xmlns:a16="http://schemas.microsoft.com/office/drawing/2014/main" id="{6D439FE8-996B-464D-AFDA-975EDFFF36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70092" y="3727958"/>
              <a:ext cx="134112" cy="9525"/>
            </a:xfrm>
            <a:custGeom xmlns:a="http://schemas.openxmlformats.org/drawingml/2006/main">
              <a:pathLst>
                <a:path w="134112" h="9525">
                  <a:moveTo>
                    <a:pt x="0" y="0"/>
                  </a:moveTo>
                  <a:lnTo>
                    <a:pt x="134112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8288">
              <a:solidFill>
                <a:srgbClr val="252A32"/>
              </a:solidFill>
              <a:prstDash val="solid"/>
            </a:ln>
          </p:spPr>
        </p:sp>
        <p:sp>
          <p:nvSpPr>
            <p:cNvPr id="197" name="F2-document-628-372-0197-line">
              <a:extLst xmlns:a="http://schemas.openxmlformats.org/drawingml/2006/main">
                <a:ext uri="{FF2B5EF4-FFF2-40B4-BE49-F238E27FC236}">
                  <a16:creationId xmlns:a16="http://schemas.microsoft.com/office/drawing/2014/main" id="{76068F52-8455-452F-A93E-090E6E70FC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70092" y="3776535"/>
              <a:ext cx="134112" cy="9525"/>
            </a:xfrm>
            <a:custGeom xmlns:a="http://schemas.openxmlformats.org/drawingml/2006/main">
              <a:pathLst>
                <a:path w="134112" h="9525">
                  <a:moveTo>
                    <a:pt x="0" y="0"/>
                  </a:moveTo>
                  <a:lnTo>
                    <a:pt x="134112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8288">
              <a:solidFill>
                <a:srgbClr val="252A32"/>
              </a:solidFill>
              <a:prstDash val="solid"/>
            </a:ln>
          </p:spPr>
        </p:sp>
      </p:grpSp>
      <p:sp>
        <p:nvSpPr>
          <p:cNvPr id="198" name="F2-0198-text"/>
          <p:cNvSpPr txBox="1"/>
          <p:nvPr/>
        </p:nvSpPr>
        <p:spPr>
          <ns0:xfrm xmlns:ns0="http://schemas.openxmlformats.org/drawingml/2006/main">
            <ns0:off x="6591300" y="3570010"/>
            <ns0:ext cx="1562100" cy="2545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Branch endpoint</ns0:t>
            </ns0:r>
          </ns0:p>
        </p:txBody>
      </p:sp>
      <p:sp>
        <p:nvSpPr>
          <p:cNvPr id="199" name="F2-math-869-368-0199-text"/>
          <p:cNvSpPr txBox="1"/>
          <p:nvPr/>
        </p:nvSpPr>
        <p:spPr>
          <ns0:xfrm xmlns:ns0="http://schemas.openxmlformats.org/drawingml/2006/main">
            <ns0:off x="8496300" y="3533775"/>
            <ns0:ext cx="619125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u</ns0:t>
            </ns0:r>
          </ns0:p>
        </p:txBody>
      </p:sp>
      <p:sp>
        <p:nvSpPr>
          <p:cNvPr id="200" name="F2-0200-text"/>
          <p:cNvSpPr txBox="1"/>
          <p:nvPr/>
        </p:nvSpPr>
        <p:spPr>
          <ns0:xfrm xmlns:ns0="http://schemas.openxmlformats.org/drawingml/2006/main">
            <ns0:off x="9525000" y="3567271"/>
            <ns0:ext cx="146685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audit metadata</ns0:t>
            </ns0:r>
          </ns0:p>
        </p:txBody>
      </p:sp>
      <p:grpSp>
        <p:nvGrpSpPr>
          <p:cNvPr id="466" name="F2-link-628-421"/>
          <p:cNvGrpSpPr/>
          <p:nvPr/>
        </p:nvGrpSpPr>
        <p:grpSpPr>
          <ns1:xfrm xmlns:ns1="http://schemas.openxmlformats.org/drawingml/2006/main">
            <ns1:off x="5992559" y="4061778"/>
            <ns1:ext cx="343852" cy="226695"/>
            <ns1:chOff x="5992559" y="4061778"/>
            <ns1:chExt cx="343852" cy="226695"/>
          </ns1:xfrm>
        </p:grpSpPr>
        <p:sp>
          <p:nvSpPr>
            <p:cNvPr id="201" name="F2-link-628-421-0201-ellipse">
              <a:extLst xmlns:a="http://schemas.openxmlformats.org/drawingml/2006/main">
                <a:ext uri="{FF2B5EF4-FFF2-40B4-BE49-F238E27FC236}">
                  <a16:creationId xmlns:a16="http://schemas.microsoft.com/office/drawing/2014/main" id="{C6EFD224-7A13-436A-88E7-E4A7CEB5FD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92559" y="4061778"/>
              <a:ext cx="209931" cy="119825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252A32"/>
              </a:solidFill>
            </a:ln>
          </p:spPr>
        </p:sp>
        <p:sp>
          <p:nvSpPr>
            <p:cNvPr id="202" name="F2-link-628-421-0202-ellipse">
              <a:extLst xmlns:a="http://schemas.openxmlformats.org/drawingml/2006/main">
                <a:ext uri="{FF2B5EF4-FFF2-40B4-BE49-F238E27FC236}">
                  <a16:creationId xmlns:a16="http://schemas.microsoft.com/office/drawing/2014/main" id="{D4E35D7D-FF4A-4827-B5FD-7ADB3374F2B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33719" y="4168648"/>
              <a:ext cx="202692" cy="119825"/>
            </a:xfrm>
            <a:prstGeom xmlns:a="http://schemas.openxmlformats.org/drawingml/2006/main" prst="ellips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252A32"/>
              </a:solidFill>
            </a:ln>
          </p:spPr>
        </p:sp>
        <p:sp>
          <p:nvSpPr>
            <p:cNvPr id="203" name="F2-link-628-421-0203-line">
              <a:extLst xmlns:a="http://schemas.openxmlformats.org/drawingml/2006/main">
                <a:ext uri="{FF2B5EF4-FFF2-40B4-BE49-F238E27FC236}">
                  <a16:creationId xmlns:a16="http://schemas.microsoft.com/office/drawing/2014/main" id="{90218D90-6AFD-4707-92C9-DB98021665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3905" y="4136263"/>
              <a:ext cx="133922" cy="84201"/>
            </a:xfrm>
            <a:custGeom xmlns:a="http://schemas.openxmlformats.org/drawingml/2006/main">
              <a:pathLst>
                <a:path w="133922" h="84201">
                  <a:moveTo>
                    <a:pt x="0" y="0"/>
                  </a:moveTo>
                  <a:lnTo>
                    <a:pt x="133922" y="8420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9050">
              <a:solidFill>
                <a:srgbClr val="252A32"/>
              </a:solidFill>
              <a:prstDash val="solid"/>
            </a:ln>
          </p:spPr>
        </p:sp>
      </p:grpSp>
      <p:sp>
        <p:nvSpPr>
          <p:cNvPr id="204" name="F2-0204-text"/>
          <p:cNvSpPr txBox="1"/>
          <p:nvPr/>
        </p:nvSpPr>
        <p:spPr>
          <ns0:xfrm xmlns:ns0="http://schemas.openxmlformats.org/drawingml/2006/main">
            <ns0:off x="6591300" y="4043085"/>
            <ns0:ext cx="1562100" cy="2545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Sampling seed</ns0:t>
            </ns0:r>
          </ns0:p>
        </p:txBody>
      </p:sp>
      <p:sp>
        <p:nvSpPr>
          <p:cNvPr id="205" name="F2-math-869-417-0205-text"/>
          <p:cNvSpPr txBox="1"/>
          <p:nvPr/>
        </p:nvSpPr>
        <p:spPr>
          <ns0:xfrm xmlns:ns0="http://schemas.openxmlformats.org/drawingml/2006/main">
            <ns0:off x="8391525" y="4010025"/>
            <ns0:ext cx="838200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seed</ns0:t>
            </ns0:r>
          </ns0:p>
        </p:txBody>
      </p:sp>
      <p:sp>
        <p:nvSpPr>
          <p:cNvPr id="206" name="F2-0206-text"/>
          <p:cNvSpPr txBox="1"/>
          <p:nvPr/>
        </p:nvSpPr>
        <p:spPr>
          <ns0:xfrm xmlns:ns0="http://schemas.openxmlformats.org/drawingml/2006/main">
            <ns0:off x="9525000" y="4040346"/>
            <ns0:ext cx="146685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audit metadata</ns0:t>
            </ns0:r>
          </ns0:p>
        </p:txBody>
      </p:sp>
      <p:sp>
        <p:nvSpPr>
          <p:cNvPr id="207" name="F2-0207-roundRect">
            <a:extLst xmlns:a="http://schemas.openxmlformats.org/drawingml/2006/main">
              <a:ext uri="{FF2B5EF4-FFF2-40B4-BE49-F238E27FC236}">
                <a16:creationId xmlns:a16="http://schemas.microsoft.com/office/drawing/2014/main" id="{EA463BB2-D5B2-4D87-BB18-760C04CF98B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76900" y="4514850"/>
            <a:ext cx="5486400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3811">
            <a:solidFill>
              <a:srgbClr val="DFAE9F"/>
            </a:solidFill>
            <a:prstDash val="solid"/>
          </a:ln>
        </p:spPr>
      </p:sp>
      <p:sp>
        <p:nvSpPr>
          <p:cNvPr id="208" name="F2-0208-line">
            <a:extLst xmlns:a="http://schemas.openxmlformats.org/drawingml/2006/main">
              <a:ext uri="{FF2B5EF4-FFF2-40B4-BE49-F238E27FC236}">
                <a16:creationId xmlns:a16="http://schemas.microsoft.com/office/drawing/2014/main" id="{F5DC989A-5282-47E8-9F1E-4CA3124EF0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201025" y="4524375"/>
            <a:ext cx="9525" cy="581025"/>
          </a:xfrm>
          <a:custGeom xmlns:a="http://schemas.openxmlformats.org/drawingml/2006/main">
            <a:pathLst>
              <a:path w="9525" h="581025">
                <a:moveTo>
                  <a:pt x="0" y="0"/>
                </a:moveTo>
                <a:lnTo>
                  <a:pt x="0" y="5810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DF0EA"/>
            </a:solidFill>
            <a:prstDash val="solid"/>
          </a:ln>
        </p:spPr>
      </p:sp>
      <p:sp>
        <p:nvSpPr>
          <p:cNvPr id="209" name="F2-0209-line">
            <a:extLst xmlns:a="http://schemas.openxmlformats.org/drawingml/2006/main">
              <a:ext uri="{FF2B5EF4-FFF2-40B4-BE49-F238E27FC236}">
                <a16:creationId xmlns:a16="http://schemas.microsoft.com/office/drawing/2014/main" id="{334EA864-15DD-4684-B701-B55688B681A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401175" y="4524375"/>
            <a:ext cx="9525" cy="581025"/>
          </a:xfrm>
          <a:custGeom xmlns:a="http://schemas.openxmlformats.org/drawingml/2006/main">
            <a:pathLst>
              <a:path w="9525" h="581025">
                <a:moveTo>
                  <a:pt x="0" y="0"/>
                </a:moveTo>
                <a:lnTo>
                  <a:pt x="0" y="5810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FDF0EA"/>
            </a:solidFill>
            <a:prstDash val="solid"/>
          </a:ln>
        </p:spPr>
      </p:sp>
      <p:grpSp>
        <p:nvGrpSpPr>
          <p:cNvPr id="467" name="F2-robot-625-485"/>
          <p:cNvGrpSpPr/>
          <p:nvPr/>
        </p:nvGrpSpPr>
        <p:grpSpPr>
          <ns1:xfrm xmlns:ns1="http://schemas.openxmlformats.org/drawingml/2006/main">
            <ns1:off x="6018657" y="4670822"/>
            <ns1:ext cx="308000" cy="346091"/>
            <ns1:chOff x="6018657" y="4670822"/>
            <ns1:chExt cx="308000" cy="346091"/>
          </ns1:xfrm>
        </p:grpSpPr>
        <p:sp>
          <p:nvSpPr>
            <p:cNvPr id="210" name="F2-robot-625-485-0210-custom">
              <a:extLst xmlns:a="http://schemas.openxmlformats.org/drawingml/2006/main">
                <a:ext uri="{FF2B5EF4-FFF2-40B4-BE49-F238E27FC236}">
                  <a16:creationId xmlns:a16="http://schemas.microsoft.com/office/drawing/2014/main" id="{A6C1BA60-D292-40C9-BB0B-026E9A7919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46099" y="4832604"/>
              <a:ext cx="35223" cy="151543"/>
            </a:xfrm>
            <a:custGeom xmlns:a="http://schemas.openxmlformats.org/drawingml/2006/main">
              <a:pathLst>
                <a:path w="35223" h="151543">
                  <a:moveTo>
                    <a:pt x="35223" y="151543"/>
                  </a:moveTo>
                  <a:lnTo>
                    <a:pt x="35223" y="0"/>
                  </a:lnTo>
                  <a:lnTo>
                    <a:pt x="0" y="0"/>
                  </a:lnTo>
                  <a:lnTo>
                    <a:pt x="0" y="151543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211" name="F2-robot-625-485-0211-custom">
              <a:extLst xmlns:a="http://schemas.openxmlformats.org/drawingml/2006/main">
                <a:ext uri="{FF2B5EF4-FFF2-40B4-BE49-F238E27FC236}">
                  <a16:creationId xmlns:a16="http://schemas.microsoft.com/office/drawing/2014/main" id="{45871BAE-218C-4D47-9963-C024E6DF2E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50115" y="4682153"/>
              <a:ext cx="141871" cy="161647"/>
            </a:xfrm>
            <a:custGeom xmlns:a="http://schemas.openxmlformats.org/drawingml/2006/main">
              <a:pathLst>
                <a:path w="141871" h="161647">
                  <a:moveTo>
                    <a:pt x="27190" y="161647"/>
                  </a:moveTo>
                  <a:lnTo>
                    <a:pt x="141871" y="22392"/>
                  </a:lnTo>
                  <a:lnTo>
                    <a:pt x="114681" y="0"/>
                  </a:lnTo>
                  <a:lnTo>
                    <a:pt x="0" y="139256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212" name="F2-robot-625-485-0212-custom">
              <a:extLst xmlns:a="http://schemas.openxmlformats.org/drawingml/2006/main">
                <a:ext uri="{FF2B5EF4-FFF2-40B4-BE49-F238E27FC236}">
                  <a16:creationId xmlns:a16="http://schemas.microsoft.com/office/drawing/2014/main" id="{C6A45E2C-D65A-405E-9ED5-A252AB73E8E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65409" y="4681448"/>
              <a:ext cx="116072" cy="122099"/>
            </a:xfrm>
            <a:custGeom xmlns:a="http://schemas.openxmlformats.org/drawingml/2006/main">
              <a:pathLst>
                <a:path w="116072" h="122099">
                  <a:moveTo>
                    <a:pt x="0" y="23801"/>
                  </a:moveTo>
                  <a:lnTo>
                    <a:pt x="90107" y="122099"/>
                  </a:lnTo>
                  <a:lnTo>
                    <a:pt x="116072" y="98298"/>
                  </a:lnTo>
                  <a:lnTo>
                    <a:pt x="25965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213" name="F2-robot-625-485-0213-custom">
              <a:extLst xmlns:a="http://schemas.openxmlformats.org/drawingml/2006/main">
                <a:ext uri="{FF2B5EF4-FFF2-40B4-BE49-F238E27FC236}">
                  <a16:creationId xmlns:a16="http://schemas.microsoft.com/office/drawing/2014/main" id="{D48FDD07-7D90-4450-B73E-67C2F6403E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51529" y="4786933"/>
              <a:ext cx="54417" cy="83151"/>
            </a:xfrm>
            <a:custGeom xmlns:a="http://schemas.openxmlformats.org/drawingml/2006/main">
              <a:pathLst>
                <a:path w="54417" h="83151">
                  <a:moveTo>
                    <a:pt x="0" y="9427"/>
                  </a:moveTo>
                  <a:lnTo>
                    <a:pt x="20479" y="83151"/>
                  </a:lnTo>
                  <a:lnTo>
                    <a:pt x="54417" y="73724"/>
                  </a:lnTo>
                  <a:lnTo>
                    <a:pt x="33938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214" name="F2-robot-625-485-0214-ellipse">
              <a:extLst xmlns:a="http://schemas.openxmlformats.org/drawingml/2006/main">
                <a:ext uri="{FF2B5EF4-FFF2-40B4-BE49-F238E27FC236}">
                  <a16:creationId xmlns:a16="http://schemas.microsoft.com/office/drawing/2014/main" id="{55EB6DD3-2A18-4136-967A-FA4CB22D66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18657" y="4975955"/>
              <a:ext cx="98298" cy="40958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C47156"/>
              </a:solidFill>
            </a:ln>
          </p:spPr>
        </p:sp>
        <p:sp>
          <p:nvSpPr>
            <p:cNvPr id="215" name="F2-robot-625-485-0215-ellipse">
              <a:extLst xmlns:a="http://schemas.openxmlformats.org/drawingml/2006/main">
                <a:ext uri="{FF2B5EF4-FFF2-40B4-BE49-F238E27FC236}">
                  <a16:creationId xmlns:a16="http://schemas.microsoft.com/office/drawing/2014/main" id="{8C2C46B6-ECBA-4C2D-8921-5E2B626C7F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22753" y="4975955"/>
              <a:ext cx="90107" cy="2457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C47156"/>
              </a:solidFill>
            </a:ln>
          </p:spPr>
        </p:sp>
        <p:sp>
          <p:nvSpPr>
            <p:cNvPr id="216" name="F2-robot-625-485-0216-ellipse">
              <a:extLst xmlns:a="http://schemas.openxmlformats.org/drawingml/2006/main">
                <a:ext uri="{FF2B5EF4-FFF2-40B4-BE49-F238E27FC236}">
                  <a16:creationId xmlns:a16="http://schemas.microsoft.com/office/drawing/2014/main" id="{868D6397-E301-45C5-8CE9-78D926863F0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40364" y="4810077"/>
              <a:ext cx="46692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217" name="F2-robot-625-485-0217-ellipse">
              <a:extLst xmlns:a="http://schemas.openxmlformats.org/drawingml/2006/main">
                <a:ext uri="{FF2B5EF4-FFF2-40B4-BE49-F238E27FC236}">
                  <a16:creationId xmlns:a16="http://schemas.microsoft.com/office/drawing/2014/main" id="{C0666A04-C8F1-418C-B5C0-2AA97BB23C5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55045" y="4670822"/>
              <a:ext cx="46692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218" name="F2-robot-625-485-0218-ellipse">
              <a:extLst xmlns:a="http://schemas.openxmlformats.org/drawingml/2006/main">
                <a:ext uri="{FF2B5EF4-FFF2-40B4-BE49-F238E27FC236}">
                  <a16:creationId xmlns:a16="http://schemas.microsoft.com/office/drawing/2014/main" id="{82B51065-DCF3-4A20-8B1D-B9BB38801F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45152" y="4769120"/>
              <a:ext cx="46692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219" name="F2-robot-625-485-0219-ellipse">
              <a:extLst xmlns:a="http://schemas.openxmlformats.org/drawingml/2006/main">
                <a:ext uri="{FF2B5EF4-FFF2-40B4-BE49-F238E27FC236}">
                  <a16:creationId xmlns:a16="http://schemas.microsoft.com/office/drawing/2014/main" id="{7D1517A6-E0F8-4933-850C-0E66C047FE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65631" y="4842843"/>
              <a:ext cx="46692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C47156"/>
              </a:solidFill>
            </a:ln>
          </p:spPr>
        </p:sp>
        <p:sp>
          <p:nvSpPr>
            <p:cNvPr id="220" name="F2-robot-625-485-0220-line">
              <a:extLst xmlns:a="http://schemas.openxmlformats.org/drawingml/2006/main">
                <a:ext uri="{FF2B5EF4-FFF2-40B4-BE49-F238E27FC236}">
                  <a16:creationId xmlns:a16="http://schemas.microsoft.com/office/drawing/2014/main" id="{761861CD-B623-4968-9FA7-87C2AE9470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78328" y="4865370"/>
              <a:ext cx="36862" cy="28670"/>
            </a:xfrm>
            <a:custGeom xmlns:a="http://schemas.openxmlformats.org/drawingml/2006/main">
              <a:pathLst>
                <a:path w="36862" h="28670">
                  <a:moveTo>
                    <a:pt x="0" y="0"/>
                  </a:moveTo>
                  <a:lnTo>
                    <a:pt x="24984" y="28670"/>
                  </a:lnTo>
                  <a:lnTo>
                    <a:pt x="36862" y="2867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  <p:sp>
          <p:nvSpPr>
            <p:cNvPr id="221" name="F2-robot-625-485-0221-line">
              <a:extLst xmlns:a="http://schemas.openxmlformats.org/drawingml/2006/main">
                <a:ext uri="{FF2B5EF4-FFF2-40B4-BE49-F238E27FC236}">
                  <a16:creationId xmlns:a16="http://schemas.microsoft.com/office/drawing/2014/main" id="{A1AB61D1-DEC3-4421-9723-21A966D65E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02902" y="4865370"/>
              <a:ext cx="23755" cy="24574"/>
            </a:xfrm>
            <a:custGeom xmlns:a="http://schemas.openxmlformats.org/drawingml/2006/main">
              <a:pathLst>
                <a:path w="23755" h="24574">
                  <a:moveTo>
                    <a:pt x="0" y="0"/>
                  </a:moveTo>
                  <a:lnTo>
                    <a:pt x="23755" y="2457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C47156"/>
              </a:solidFill>
              <a:prstDash val="solid"/>
            </a:ln>
          </p:spPr>
        </p:sp>
      </p:grpSp>
      <p:sp>
        <p:nvSpPr>
          <p:cNvPr id="222" name="F2-0222-text"/>
          <p:cNvSpPr txBox="1"/>
          <p:nvPr/>
        </p:nvSpPr>
        <p:spPr>
          <ns0:xfrm xmlns:ns0="http://schemas.openxmlformats.org/drawingml/2006/main">
            <ns0:off x="6619875" y="4674632"/>
            <ns0:ext cx="1581150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Executed action</ns0:t>
            </ns0:r>
          </ns0:p>
        </p:txBody>
      </p:sp>
      <p:sp>
        <p:nvSpPr>
          <p:cNvPr id="468" name="F2-math-871-485"/>
          <p:cNvSpPr txBox="1"/>
          <p:nvPr/>
        </p:nvSpPr>
        <p:spPr>
          <ns0:xfrm xmlns:ns0="http://schemas.openxmlformats.org/drawingml/2006/main">
            <ns0:off x="8572500" y="4629150"/>
            <ns0:ext cx="523875" cy="3238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225" name="F2-0225-text"/>
          <p:cNvSpPr txBox="1"/>
          <p:nvPr/>
        </p:nvSpPr>
        <p:spPr>
          <ns0:xfrm xmlns:ns0="http://schemas.openxmlformats.org/drawingml/2006/main">
            <ns0:off x="9525000" y="4668441"/>
            <ns0:ext cx="1438275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16 × 14</ns0:t>
            </ns0:r>
          </ns0:p>
        </p:txBody>
      </p:sp>
      <p:sp>
        <p:nvSpPr>
          <p:cNvPr id="226" name="F2-0226-text"/>
          <p:cNvSpPr txBox="1"/>
          <p:nvPr/>
        </p:nvSpPr>
        <p:spPr>
          <ns0:xfrm xmlns:ns0="http://schemas.openxmlformats.org/drawingml/2006/main">
            <ns0:off x="5781675" y="5161121"/>
            <ns0:ext cx="2600325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Source and replay metadata</ns0:t>
            </ns0:r>
          </ns0:p>
        </p:txBody>
      </p:sp>
      <p:sp>
        <p:nvSpPr>
          <p:cNvPr id="227" name="F2-0227-roundRect">
            <a:extLst xmlns:a="http://schemas.openxmlformats.org/drawingml/2006/main">
              <a:ext uri="{FF2B5EF4-FFF2-40B4-BE49-F238E27FC236}">
                <a16:creationId xmlns:a16="http://schemas.microsoft.com/office/drawing/2014/main" id="{1578827C-B4D7-43F8-A9C3-080E84A73E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915025" y="5514975"/>
            <a:ext cx="5257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811">
            <a:solidFill>
              <a:srgbClr val="BBC2CD"/>
            </a:solidFill>
            <a:prstDash val="solid"/>
          </a:ln>
        </p:spPr>
      </p:sp>
      <p:sp>
        <p:nvSpPr>
          <p:cNvPr id="228" name="F2-0228-text"/>
          <p:cNvSpPr txBox="1"/>
          <p:nvPr/>
        </p:nvSpPr>
        <p:spPr>
          <ns0:xfrm xmlns:ns0="http://schemas.openxmlformats.org/drawingml/2006/main">
            <ns0:off x="6000750" y="5572601"/>
            <ns0:ext cx="3905250" cy="30384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95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Recovery rollout</ns0:t>
            </ns0:r>
          </ns0:p>
        </p:txBody>
      </p:sp>
      <p:sp>
        <p:nvSpPr>
          <p:cNvPr id="469" name="F2-math-642-613"/>
          <p:cNvSpPr txBox="1"/>
          <p:nvPr/>
        </p:nvSpPr>
        <p:spPr>
          <ns0:xfrm xmlns:ns0="http://schemas.openxmlformats.org/drawingml/2006/main">
            <ns0:off x="6115050" y="5838825"/>
            <ns0:ext cx="285750" cy="2857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</ns0:p>
        </p:txBody>
      </p:sp>
      <p:sp>
        <p:nvSpPr>
          <p:cNvPr id="231" name="F2-0231-text"/>
          <p:cNvSpPr txBox="1"/>
          <p:nvPr/>
        </p:nvSpPr>
        <p:spPr>
          <ns0:xfrm xmlns:ns0="http://schemas.openxmlformats.org/drawingml/2006/main">
            <ns0:off x="6115050" y="5905500"/>
            <ns0:ext cx="2714625" cy="2667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Pulse + success check</ns0:t>
            </ns0:r>
          </ns0:p>
        </p:txBody>
      </p:sp>
      <p:sp>
        <p:nvSpPr>
          <p:cNvPr id="232" name="F2-0232-text">
            <a:extLst xmlns:a="http://schemas.openxmlformats.org/drawingml/2006/main">
              <a:ext uri="{FF2B5EF4-FFF2-40B4-BE49-F238E27FC236}">
                <a16:creationId xmlns:a16="http://schemas.microsoft.com/office/drawing/2014/main" id="{232F42F6-7822-4C9E-9AC8-6BCA41480A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0312400" y="5600700"/>
            <a:ext cx="914400" cy="2191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7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Figs. 3–4</a:t>
            </a:r>
          </a:p>
        </p:txBody>
      </p:sp>
      <p:sp>
        <p:nvSpPr>
          <p:cNvPr id="233" name="F2-0233-roundRect">
            <a:extLst xmlns:a="http://schemas.openxmlformats.org/drawingml/2006/main">
              <a:ext uri="{FF2B5EF4-FFF2-40B4-BE49-F238E27FC236}">
                <a16:creationId xmlns:a16="http://schemas.microsoft.com/office/drawing/2014/main" id="{6F65DEDB-FDAC-4EDA-8C79-2E41D0C545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72550" y="5676900"/>
            <a:ext cx="13144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4288">
            <a:solidFill>
              <a:srgbClr val="8491B4"/>
            </a:solidFill>
            <a:prstDash val="solid"/>
          </a:ln>
        </p:spPr>
      </p:sp>
      <p:sp>
        <p:nvSpPr>
          <p:cNvPr id="234" name="F2-0234-text"/>
          <p:cNvSpPr txBox="1"/>
          <p:nvPr/>
        </p:nvSpPr>
        <p:spPr>
          <ns0:xfrm xmlns:ns0="http://schemas.openxmlformats.org/drawingml/2006/main">
            <ns0:off x="9058275" y="5748554"/>
            <ns0:ext cx="685800" cy="228167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Reset</ns0:t>
            </ns0:r>
          </ns0:p>
        </p:txBody>
      </p:sp>
      <p:sp>
        <p:nvSpPr>
          <p:cNvPr id="470" name="F2-math-1027-599"/>
          <p:cNvSpPr txBox="1"/>
          <p:nvPr/>
        </p:nvSpPr>
        <p:spPr>
          <ns0:xfrm xmlns:ns0="http://schemas.openxmlformats.org/drawingml/2006/main">
            <ns0:off x="9763125" y="5724525"/>
            <ns0:ext cx="438150" cy="2762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0</ns0:t>
            </ns0:r>
          </ns0:p>
        </p:txBody>
      </p:sp>
      <p:sp>
        <p:nvSpPr>
          <p:cNvPr id="237" name="F2-0237-roundRect">
            <a:extLst xmlns:a="http://schemas.openxmlformats.org/drawingml/2006/main">
              <a:ext uri="{FF2B5EF4-FFF2-40B4-BE49-F238E27FC236}">
                <a16:creationId xmlns:a16="http://schemas.microsoft.com/office/drawing/2014/main" id="{0DD90908-5B86-4962-9FC9-86B6EA4FBB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353175" y="6410325"/>
            <a:ext cx="12192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4288">
            <a:solidFill>
              <a:srgbClr val="A3ADC4"/>
            </a:solidFill>
            <a:prstDash val="solid"/>
          </a:ln>
        </p:spPr>
      </p:sp>
      <p:sp>
        <p:nvSpPr>
          <p:cNvPr id="471" name="F2-math-678-675"/>
          <p:cNvSpPr txBox="1"/>
          <p:nvPr/>
        </p:nvSpPr>
        <p:spPr>
          <ns0:xfrm xmlns:ns0="http://schemas.openxmlformats.org/drawingml/2006/main">
            <ns0:off x="6553200" y="6467475"/>
            <ns0:ext cx="809625" cy="2762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seed</ns0:t>
            </ns0:r>
          </ns0:p>
        </p:txBody>
      </p:sp>
      <p:sp>
        <p:nvSpPr>
          <p:cNvPr id="240" name="F2-0240-text"/>
          <p:cNvSpPr txBox="1"/>
          <p:nvPr/>
        </p:nvSpPr>
        <p:spPr>
          <ns0:xfrm xmlns:ns0="http://schemas.openxmlformats.org/drawingml/2006/main">
            <ns0:off x="6407150" y="6797397"/>
            <ns0:ext cx="1111250" cy="2545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branch seed</ns0:t>
            </ns0:r>
          </ns0:p>
        </p:txBody>
      </p:sp>
      <p:sp>
        <p:nvSpPr>
          <p:cNvPr id="241" name="F2-0241-roundRect">
            <a:extLst xmlns:a="http://schemas.openxmlformats.org/drawingml/2006/main">
              <a:ext uri="{FF2B5EF4-FFF2-40B4-BE49-F238E27FC236}">
                <a16:creationId xmlns:a16="http://schemas.microsoft.com/office/drawing/2014/main" id="{153483C0-7568-4848-95A3-C87CC24D74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886700" y="6457950"/>
            <a:ext cx="1524000" cy="657225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6193">
            <a:solidFill>
              <a:srgbClr val="8491B4"/>
            </a:solidFill>
            <a:prstDash val="solid"/>
          </a:ln>
        </p:spPr>
      </p:sp>
      <p:grpSp>
        <p:nvGrpSpPr>
          <p:cNvPr id="472" name="F2-gear-840-690"/>
          <p:cNvGrpSpPr/>
          <p:nvPr/>
        </p:nvGrpSpPr>
        <p:grpSpPr>
          <ns1:xfrm xmlns:ns1="http://schemas.openxmlformats.org/drawingml/2006/main">
            <ns1:off x="8009192" y="6580632"/>
            <ns1:ext cx="393192" cy="402336"/>
            <ns1:chOff x="8009192" y="6580632"/>
            <ns1:chExt cx="393192" cy="402336"/>
          </ns1:xfrm>
        </p:grpSpPr>
        <p:sp>
          <p:nvSpPr>
            <p:cNvPr id="242" name="F2-gear-840-690-0242-custom">
              <a:extLst xmlns:a="http://schemas.openxmlformats.org/drawingml/2006/main">
                <a:ext uri="{FF2B5EF4-FFF2-40B4-BE49-F238E27FC236}">
                  <a16:creationId xmlns:a16="http://schemas.microsoft.com/office/drawing/2014/main" id="{072D8050-BF48-4D2C-9E4B-98B52EAB7A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09192" y="6580632"/>
              <a:ext cx="393192" cy="402336"/>
            </a:xfrm>
            <a:custGeom xmlns:a="http://schemas.openxmlformats.org/drawingml/2006/main">
              <a:pathLst>
                <a:path w="393192" h="402336">
                  <a:moveTo>
                    <a:pt x="393192" y="201168"/>
                  </a:moveTo>
                  <a:lnTo>
                    <a:pt x="389414" y="240414"/>
                  </a:lnTo>
                  <a:lnTo>
                    <a:pt x="344171" y="263717"/>
                  </a:lnTo>
                  <a:lnTo>
                    <a:pt x="329410" y="291975"/>
                  </a:lnTo>
                  <a:lnTo>
                    <a:pt x="335610" y="343415"/>
                  </a:lnTo>
                  <a:lnTo>
                    <a:pt x="305819" y="368433"/>
                  </a:lnTo>
                  <a:lnTo>
                    <a:pt x="257724" y="352175"/>
                  </a:lnTo>
                  <a:lnTo>
                    <a:pt x="227759" y="361476"/>
                  </a:lnTo>
                  <a:lnTo>
                    <a:pt x="196596" y="402336"/>
                  </a:lnTo>
                  <a:lnTo>
                    <a:pt x="158242" y="398471"/>
                  </a:lnTo>
                  <a:lnTo>
                    <a:pt x="135468" y="352175"/>
                  </a:lnTo>
                  <a:lnTo>
                    <a:pt x="107852" y="337071"/>
                  </a:lnTo>
                  <a:lnTo>
                    <a:pt x="57582" y="343415"/>
                  </a:lnTo>
                  <a:lnTo>
                    <a:pt x="33132" y="312931"/>
                  </a:lnTo>
                  <a:lnTo>
                    <a:pt x="49021" y="263717"/>
                  </a:lnTo>
                  <a:lnTo>
                    <a:pt x="39931" y="233055"/>
                  </a:lnTo>
                  <a:lnTo>
                    <a:pt x="0" y="201168"/>
                  </a:lnTo>
                  <a:lnTo>
                    <a:pt x="3778" y="161922"/>
                  </a:lnTo>
                  <a:lnTo>
                    <a:pt x="49021" y="138619"/>
                  </a:lnTo>
                  <a:lnTo>
                    <a:pt x="63782" y="110361"/>
                  </a:lnTo>
                  <a:lnTo>
                    <a:pt x="57582" y="58921"/>
                  </a:lnTo>
                  <a:lnTo>
                    <a:pt x="87373" y="33903"/>
                  </a:lnTo>
                  <a:lnTo>
                    <a:pt x="135468" y="50161"/>
                  </a:lnTo>
                  <a:lnTo>
                    <a:pt x="165433" y="40860"/>
                  </a:lnTo>
                  <a:lnTo>
                    <a:pt x="196596" y="0"/>
                  </a:lnTo>
                  <a:lnTo>
                    <a:pt x="234950" y="3865"/>
                  </a:lnTo>
                  <a:lnTo>
                    <a:pt x="257724" y="50161"/>
                  </a:lnTo>
                  <a:lnTo>
                    <a:pt x="285340" y="65265"/>
                  </a:lnTo>
                  <a:lnTo>
                    <a:pt x="335610" y="58921"/>
                  </a:lnTo>
                  <a:lnTo>
                    <a:pt x="360060" y="89405"/>
                  </a:lnTo>
                  <a:lnTo>
                    <a:pt x="344171" y="138619"/>
                  </a:lnTo>
                  <a:lnTo>
                    <a:pt x="353261" y="169281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25">
              <a:solidFill>
                <a:srgbClr val="68717D"/>
              </a:solidFill>
            </a:ln>
          </p:spPr>
        </p:sp>
        <p:sp>
          <p:nvSpPr>
            <p:cNvPr id="243" name="F2-gear-840-690-0243-ellipse">
              <a:extLst xmlns:a="http://schemas.openxmlformats.org/drawingml/2006/main">
                <a:ext uri="{FF2B5EF4-FFF2-40B4-BE49-F238E27FC236}">
                  <a16:creationId xmlns:a16="http://schemas.microsoft.com/office/drawing/2014/main" id="{FFE49F52-ACD3-476B-8FCE-54AFB5C8543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07489" y="6681216"/>
              <a:ext cx="196596" cy="201168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953">
              <a:solidFill>
                <a:srgbClr val="FFFFFF"/>
              </a:solidFill>
            </a:ln>
          </p:spPr>
        </p:sp>
      </p:grpSp>
      <p:sp>
        <p:nvSpPr>
          <p:cNvPr id="244" name="F2-0244-text"/>
          <p:cNvSpPr txBox="1"/>
          <p:nvPr/>
        </p:nvSpPr>
        <p:spPr>
          <ns0:xfrm xmlns:ns0="http://schemas.openxmlformats.org/drawingml/2006/main">
            <ns0:off x="8369300" y="6616700"/>
            <ns0:ext cx="1092200" cy="30203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SCANA-R</ns0:t>
            </ns0:r>
          </ns0:p>
        </p:txBody>
      </p:sp>
      <p:sp>
        <p:nvSpPr>
          <p:cNvPr id="245" name="F2-0245-roundRect">
            <a:extLst xmlns:a="http://schemas.openxmlformats.org/drawingml/2006/main">
              <a:ext uri="{FF2B5EF4-FFF2-40B4-BE49-F238E27FC236}">
                <a16:creationId xmlns:a16="http://schemas.microsoft.com/office/drawing/2014/main" id="{07415479-E765-4E49-A905-EE5C9E5AA7E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896475" y="6457950"/>
            <a:ext cx="1047750" cy="657225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13335">
            <a:solidFill>
              <a:srgbClr val="8AC5B8"/>
            </a:solidFill>
            <a:prstDash val="solid"/>
          </a:ln>
        </p:spPr>
      </p:sp>
      <p:sp>
        <p:nvSpPr>
          <p:cNvPr id="473" name="F2-math-1046-685"/>
          <p:cNvSpPr txBox="1"/>
          <p:nvPr/>
        </p:nvSpPr>
        <p:spPr>
          <ns0:xfrm xmlns:ns0="http://schemas.openxmlformats.org/drawingml/2006/main">
            <ns0:off x="9944100" y="6543675"/>
            <ns0:ext cx="971550" cy="381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9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(õ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9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, 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9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)</ns0:t>
            </ns0:r>
          </ns0:p>
        </p:txBody>
      </p:sp>
      <p:sp>
        <p:nvSpPr>
          <p:cNvPr id="249" name="F2-0249-line">
            <a:extLst xmlns:a="http://schemas.openxmlformats.org/drawingml/2006/main">
              <a:ext uri="{FF2B5EF4-FFF2-40B4-BE49-F238E27FC236}">
                <a16:creationId xmlns:a16="http://schemas.microsoft.com/office/drawing/2014/main" id="{F93C3874-6C48-465D-A22A-1ACCB9B2030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62550" y="4791075"/>
            <a:ext cx="314325" cy="1200150"/>
          </a:xfrm>
          <a:custGeom xmlns:a="http://schemas.openxmlformats.org/drawingml/2006/main">
            <a:pathLst>
              <a:path w="314325" h="1200150">
                <a:moveTo>
                  <a:pt x="0" y="1200150"/>
                </a:moveTo>
                <a:lnTo>
                  <a:pt x="314325" y="1200150"/>
                </a:ln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C47156"/>
            </a:solidFill>
            <a:prstDash val="solid"/>
          </a:ln>
        </p:spPr>
      </p:sp>
      <p:grpSp>
        <p:nvGrpSpPr>
          <p:cNvPr id="474" name="F2-route-250"/>
          <p:cNvGrpSpPr/>
          <p:nvPr/>
        </p:nvGrpSpPr>
        <p:grpSpPr>
          <ns1:xfrm xmlns:ns1="http://schemas.openxmlformats.org/drawingml/2006/main">
            <ns1:off x="5476875" y="4728839"/>
            <ns1:ext cx="342900" cy="124473"/>
            <ns1:chOff x="5476875" y="4728839"/>
            <ns1:chExt cx="342900" cy="124473"/>
          </ns1:xfrm>
        </p:grpSpPr>
        <p:sp>
          <p:nvSpPr>
            <p:cNvPr id="250" name="F2-route-250-0250-arrow-route">
              <a:extLst xmlns:a="http://schemas.openxmlformats.org/drawingml/2006/main">
                <a:ext uri="{FF2B5EF4-FFF2-40B4-BE49-F238E27FC236}">
                  <a16:creationId xmlns:a16="http://schemas.microsoft.com/office/drawing/2014/main" id="{A44B0126-062F-41E8-83F8-85C1F40171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76875" y="4791075"/>
              <a:ext cx="342900" cy="9525"/>
            </a:xfrm>
            <a:custGeom xmlns:a="http://schemas.openxmlformats.org/drawingml/2006/main"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1433">
              <a:solidFill>
                <a:srgbClr val="C47156"/>
              </a:solidFill>
              <a:prstDash val="solid"/>
            </a:ln>
          </p:spPr>
        </p:sp>
        <p:sp>
          <p:nvSpPr>
            <p:cNvPr id="251" name="F2-route-250-0251-custom">
              <a:extLst xmlns:a="http://schemas.openxmlformats.org/drawingml/2006/main">
                <a:ext uri="{FF2B5EF4-FFF2-40B4-BE49-F238E27FC236}">
                  <a16:creationId xmlns:a16="http://schemas.microsoft.com/office/drawing/2014/main" id="{53A0DDE9-65ED-4C99-A689-93B3FE456B6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06618" y="4728839"/>
              <a:ext cx="113157" cy="124473"/>
            </a:xfrm>
            <a:custGeom xmlns:a="http://schemas.openxmlformats.org/drawingml/2006/main">
              <a:pathLst>
                <a:path w="113157" h="124473">
                  <a:moveTo>
                    <a:pt x="113157" y="62236"/>
                  </a:moveTo>
                  <a:lnTo>
                    <a:pt x="0" y="124473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grpSp>
        <p:nvGrpSpPr>
          <p:cNvPr id="475" name="F2-route-252"/>
          <p:cNvGrpSpPr/>
          <p:nvPr/>
        </p:nvGrpSpPr>
        <p:grpSpPr>
          <ns1:xfrm xmlns:ns1="http://schemas.openxmlformats.org/drawingml/2006/main">
            <ns1:off x="5476875" y="1223639"/>
            <ns1:ext cx="190500" cy="3567436"/>
            <ns1:chOff x="5476875" y="1223639"/>
            <ns1:chExt cx="190500" cy="3567436"/>
          </ns1:xfrm>
        </p:grpSpPr>
        <p:sp>
          <p:nvSpPr>
            <p:cNvPr id="252" name="F2-route-252-0252-arrow-route">
              <a:extLst xmlns:a="http://schemas.openxmlformats.org/drawingml/2006/main">
                <a:ext uri="{FF2B5EF4-FFF2-40B4-BE49-F238E27FC236}">
                  <a16:creationId xmlns:a16="http://schemas.microsoft.com/office/drawing/2014/main" id="{6B87EA07-C622-435C-9C6B-0A578417C3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76875" y="1285875"/>
              <a:ext cx="190500" cy="3505200"/>
            </a:xfrm>
            <a:custGeom xmlns:a="http://schemas.openxmlformats.org/drawingml/2006/main">
              <a:pathLst>
                <a:path w="190500" h="3505200">
                  <a:moveTo>
                    <a:pt x="0" y="3505200"/>
                  </a:moveTo>
                  <a:lnTo>
                    <a:pt x="0" y="0"/>
                  </a:lnTo>
                  <a:lnTo>
                    <a:pt x="1905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1433">
              <a:solidFill>
                <a:srgbClr val="3C5488"/>
              </a:solidFill>
              <a:prstDash val="solid"/>
            </a:ln>
          </p:spPr>
        </p:sp>
        <p:sp>
          <p:nvSpPr>
            <p:cNvPr id="253" name="F2-route-252-0253-custom">
              <a:extLst xmlns:a="http://schemas.openxmlformats.org/drawingml/2006/main">
                <a:ext uri="{FF2B5EF4-FFF2-40B4-BE49-F238E27FC236}">
                  <a16:creationId xmlns:a16="http://schemas.microsoft.com/office/drawing/2014/main" id="{FC2F53F0-1616-4280-BFCD-26AB2E1260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54218" y="1223639"/>
              <a:ext cx="113157" cy="124473"/>
            </a:xfrm>
            <a:custGeom xmlns:a="http://schemas.openxmlformats.org/drawingml/2006/main">
              <a:pathLst>
                <a:path w="113157" h="124473">
                  <a:moveTo>
                    <a:pt x="113157" y="62236"/>
                  </a:moveTo>
                  <a:lnTo>
                    <a:pt x="0" y="124473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3C5488"/>
            </a:solidFill>
            <a:ln xmlns:a="http://schemas.openxmlformats.org/drawingml/2006/main" w="953">
              <a:solidFill>
                <a:srgbClr val="3C5488"/>
              </a:solidFill>
            </a:ln>
          </p:spPr>
        </p:sp>
      </p:grpSp>
      <p:sp>
        <p:nvSpPr>
          <p:cNvPr id="254" name="F2-0254-ellipse">
            <a:extLst xmlns:a="http://schemas.openxmlformats.org/drawingml/2006/main">
              <a:ext uri="{FF2B5EF4-FFF2-40B4-BE49-F238E27FC236}">
                <a16:creationId xmlns:a16="http://schemas.microsoft.com/office/drawing/2014/main" id="{B0D07349-F204-479B-A57B-2910F406A8A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35918" y="4750118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156"/>
          </a:solidFill>
          <a:ln xmlns:a="http://schemas.openxmlformats.org/drawingml/2006/main" w="1905">
            <a:solidFill>
              <a:srgbClr val="C47156"/>
            </a:solidFill>
          </a:ln>
        </p:spPr>
      </p:sp>
      <p:sp>
        <p:nvSpPr>
          <p:cNvPr id="255" name="F2-0255-text">
            <a:extLst xmlns:a="http://schemas.openxmlformats.org/drawingml/2006/main">
              <a:ext uri="{FF2B5EF4-FFF2-40B4-BE49-F238E27FC236}">
                <a16:creationId xmlns:a16="http://schemas.microsoft.com/office/drawing/2014/main" id="{CAE9F1BC-4EA7-48BF-B8EF-F8CBE0BCC23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5191125" y="6050280"/>
            <a:ext cx="64770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Train</a:t>
            </a:r>
          </a:p>
        </p:txBody>
      </p:sp>
      <p:sp>
        <p:nvSpPr>
          <p:cNvPr id="256" name="F2-0256-text">
            <a:extLst xmlns:a="http://schemas.openxmlformats.org/drawingml/2006/main">
              <a:ext uri="{FF2B5EF4-FFF2-40B4-BE49-F238E27FC236}">
                <a16:creationId xmlns:a16="http://schemas.microsoft.com/office/drawing/2014/main" id="{53B9B4DF-580C-482E-9234-4EFC8817B3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5191125" y="6291263"/>
            <a:ext cx="673100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chunks</a:t>
            </a:r>
          </a:p>
        </p:txBody>
      </p:sp>
      <p:grpSp>
        <p:nvGrpSpPr>
          <p:cNvPr id="476" name="F2-route-257"/>
          <p:cNvGrpSpPr/>
          <p:nvPr/>
        </p:nvGrpSpPr>
        <p:grpSpPr>
          <ns1:xfrm xmlns:ns1="http://schemas.openxmlformats.org/drawingml/2006/main">
            <ns1:off x="8517903" y="5114925"/>
            <ns1:ext cx="128245" cy="1323975"/>
            <ns1:chOff x="8517903" y="5114925"/>
            <ns1:chExt cx="128245" cy="1323975"/>
          </ns1:xfrm>
        </p:grpSpPr>
        <p:sp>
          <p:nvSpPr>
            <p:cNvPr id="257" name="F2-route-257-0257-arrow-route">
              <a:extLst xmlns:a="http://schemas.openxmlformats.org/drawingml/2006/main">
                <a:ext uri="{FF2B5EF4-FFF2-40B4-BE49-F238E27FC236}">
                  <a16:creationId xmlns:a16="http://schemas.microsoft.com/office/drawing/2014/main" id="{A3E37D68-8851-4479-A4C6-10E8989E65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82025" y="5114925"/>
              <a:ext cx="9525" cy="1323975"/>
            </a:xfrm>
            <a:custGeom xmlns:a="http://schemas.openxmlformats.org/drawingml/2006/main">
              <a:pathLst>
                <a:path w="9525" h="1323975">
                  <a:moveTo>
                    <a:pt x="0" y="0"/>
                  </a:moveTo>
                  <a:lnTo>
                    <a:pt x="0" y="1323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2385">
              <a:solidFill>
                <a:srgbClr val="C47156"/>
              </a:solidFill>
              <a:prstDash val="solid"/>
            </a:ln>
          </p:spPr>
        </p:sp>
        <p:sp>
          <p:nvSpPr>
            <p:cNvPr id="258" name="F2-route-257-0258-custom">
              <a:extLst xmlns:a="http://schemas.openxmlformats.org/drawingml/2006/main">
                <a:ext uri="{FF2B5EF4-FFF2-40B4-BE49-F238E27FC236}">
                  <a16:creationId xmlns:a16="http://schemas.microsoft.com/office/drawing/2014/main" id="{CE5F4BA1-72E8-4C25-843F-64B2CCF7FB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17903" y="6322314"/>
              <a:ext cx="128245" cy="116586"/>
            </a:xfrm>
            <a:custGeom xmlns:a="http://schemas.openxmlformats.org/drawingml/2006/main">
              <a:pathLst>
                <a:path w="128245" h="116586">
                  <a:moveTo>
                    <a:pt x="64122" y="116586"/>
                  </a:moveTo>
                  <a:lnTo>
                    <a:pt x="0" y="0"/>
                  </a:lnTo>
                  <a:lnTo>
                    <a:pt x="128245" y="0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grpSp>
        <p:nvGrpSpPr>
          <p:cNvPr id="477" name="F2-route-259"/>
          <p:cNvGrpSpPr/>
          <p:nvPr/>
        </p:nvGrpSpPr>
        <p:grpSpPr>
          <ns1:xfrm xmlns:ns1="http://schemas.openxmlformats.org/drawingml/2006/main">
            <ns1:off x="8582025" y="5286375"/>
            <ns1:ext cx="1016623" cy="371475"/>
            <ns1:chOff x="8582025" y="5286375"/>
            <ns1:chExt cx="1016623" cy="371475"/>
          </ns1:xfrm>
        </p:grpSpPr>
        <p:sp>
          <p:nvSpPr>
            <p:cNvPr id="259" name="F2-route-259-0259-arrow-route">
              <a:extLst xmlns:a="http://schemas.openxmlformats.org/drawingml/2006/main">
                <a:ext uri="{FF2B5EF4-FFF2-40B4-BE49-F238E27FC236}">
                  <a16:creationId xmlns:a16="http://schemas.microsoft.com/office/drawing/2014/main" id="{BA5E7D8A-68A8-4F15-838A-903C9701568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582025" y="5286375"/>
              <a:ext cx="952500" cy="371475"/>
            </a:xfrm>
            <a:custGeom xmlns:a="http://schemas.openxmlformats.org/drawingml/2006/main">
              <a:pathLst>
                <a:path w="952500" h="371475">
                  <a:moveTo>
                    <a:pt x="0" y="0"/>
                  </a:moveTo>
                  <a:lnTo>
                    <a:pt x="952500" y="0"/>
                  </a:lnTo>
                  <a:lnTo>
                    <a:pt x="952500" y="3714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2385">
              <a:solidFill>
                <a:srgbClr val="C47156"/>
              </a:solidFill>
              <a:prstDash val="solid"/>
            </a:ln>
          </p:spPr>
        </p:sp>
        <p:sp>
          <p:nvSpPr>
            <p:cNvPr id="260" name="F2-route-259-0260-custom">
              <a:extLst xmlns:a="http://schemas.openxmlformats.org/drawingml/2006/main">
                <a:ext uri="{FF2B5EF4-FFF2-40B4-BE49-F238E27FC236}">
                  <a16:creationId xmlns:a16="http://schemas.microsoft.com/office/drawing/2014/main" id="{29CAA64B-DD8A-4E49-AD5B-5888AFA512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70403" y="5541264"/>
              <a:ext cx="128245" cy="116586"/>
            </a:xfrm>
            <a:custGeom xmlns:a="http://schemas.openxmlformats.org/drawingml/2006/main">
              <a:pathLst>
                <a:path w="128245" h="116586">
                  <a:moveTo>
                    <a:pt x="64122" y="116586"/>
                  </a:moveTo>
                  <a:lnTo>
                    <a:pt x="0" y="0"/>
                  </a:lnTo>
                  <a:lnTo>
                    <a:pt x="128245" y="0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sp>
        <p:nvSpPr>
          <p:cNvPr id="261" name="F2-0261-ellipse">
            <a:extLst xmlns:a="http://schemas.openxmlformats.org/drawingml/2006/main">
              <a:ext uri="{FF2B5EF4-FFF2-40B4-BE49-F238E27FC236}">
                <a16:creationId xmlns:a16="http://schemas.microsoft.com/office/drawing/2014/main" id="{038427F1-A3E5-442E-AB67-049027BB75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28685" y="5233035"/>
            <a:ext cx="106680" cy="106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7156"/>
          </a:solidFill>
          <a:ln xmlns:a="http://schemas.openxmlformats.org/drawingml/2006/main" w="1905">
            <a:solidFill>
              <a:srgbClr val="C47156"/>
            </a:solidFill>
          </a:ln>
        </p:spPr>
      </p:sp>
      <p:grpSp>
        <p:nvGrpSpPr>
          <p:cNvPr id="478" name="F2-route-262"/>
          <p:cNvGrpSpPr/>
          <p:nvPr/>
        </p:nvGrpSpPr>
        <p:grpSpPr>
          <ns1:xfrm xmlns:ns1="http://schemas.openxmlformats.org/drawingml/2006/main">
            <ns1:off x="9260757" y="6038850"/>
            <ns1:ext cx="109385" cy="400050"/>
            <ns1:chOff x="9260757" y="6038850"/>
            <ns1:chExt cx="109385" cy="400050"/>
          </ns1:xfrm>
        </p:grpSpPr>
        <p:sp>
          <p:nvSpPr>
            <p:cNvPr id="262" name="F2-route-262-0262-arrow-route">
              <a:extLst xmlns:a="http://schemas.openxmlformats.org/drawingml/2006/main">
                <a:ext uri="{FF2B5EF4-FFF2-40B4-BE49-F238E27FC236}">
                  <a16:creationId xmlns:a16="http://schemas.microsoft.com/office/drawing/2014/main" id="{B2A16E09-1CCE-4701-AB33-891115844A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15450" y="6038850"/>
              <a:ext cx="9525" cy="400050"/>
            </a:xfrm>
            <a:custGeom xmlns:a="http://schemas.openxmlformats.org/drawingml/2006/main"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7623">
              <a:solidFill>
                <a:srgbClr val="68717D"/>
              </a:solidFill>
              <a:prstDash val="solid"/>
            </a:ln>
          </p:spPr>
        </p:sp>
        <p:sp>
          <p:nvSpPr>
            <p:cNvPr id="263" name="F2-route-262-0263-custom">
              <a:extLst xmlns:a="http://schemas.openxmlformats.org/drawingml/2006/main">
                <a:ext uri="{FF2B5EF4-FFF2-40B4-BE49-F238E27FC236}">
                  <a16:creationId xmlns:a16="http://schemas.microsoft.com/office/drawing/2014/main" id="{11F696A4-F1EE-4F64-A196-BDCB9FCF9E3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260757" y="6339459"/>
              <a:ext cx="109385" cy="99441"/>
            </a:xfrm>
            <a:custGeom xmlns:a="http://schemas.openxmlformats.org/drawingml/2006/main">
              <a:pathLst>
                <a:path w="109385" h="99441">
                  <a:moveTo>
                    <a:pt x="54693" y="99441"/>
                  </a:moveTo>
                  <a:lnTo>
                    <a:pt x="0" y="0"/>
                  </a:lnTo>
                  <a:lnTo>
                    <a:pt x="109385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sp>
        <p:nvSpPr>
          <p:cNvPr id="479" name="F2-math-989-637"/>
          <p:cNvSpPr txBox="1"/>
          <p:nvPr/>
        </p:nvSpPr>
        <p:spPr>
          <ns0:xfrm xmlns:ns0="http://schemas.openxmlformats.org/drawingml/2006/main">
            <ns0:off x="9382125" y="6096000"/>
            <ns0:ext cx="485775" cy="2762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0</ns0:t>
            </ns0:r>
          </ns0:p>
        </p:txBody>
      </p:sp>
      <p:grpSp>
        <p:nvGrpSpPr>
          <p:cNvPr id="480" name="F2-route-266"/>
          <p:cNvGrpSpPr/>
          <p:nvPr/>
        </p:nvGrpSpPr>
        <p:grpSpPr>
          <ns1:xfrm xmlns:ns1="http://schemas.openxmlformats.org/drawingml/2006/main">
            <ns1:off x="7572375" y="6717678"/>
            <ns1:ext cx="304800" cy="128245"/>
            <ns1:chOff x="7572375" y="6717678"/>
            <ns1:chExt cx="304800" cy="128245"/>
          </ns1:xfrm>
        </p:grpSpPr>
        <p:sp>
          <p:nvSpPr>
            <p:cNvPr id="266" name="F2-route-266-0266-arrow-route">
              <a:extLst xmlns:a="http://schemas.openxmlformats.org/drawingml/2006/main">
                <a:ext uri="{FF2B5EF4-FFF2-40B4-BE49-F238E27FC236}">
                  <a16:creationId xmlns:a16="http://schemas.microsoft.com/office/drawing/2014/main" id="{1420E665-8CCE-4609-A882-4EE176491C9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572375" y="6781800"/>
              <a:ext cx="304800" cy="9525"/>
            </a:xfrm>
            <a:custGeom xmlns:a="http://schemas.openxmlformats.org/drawingml/2006/main"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2385">
              <a:solidFill>
                <a:srgbClr val="7482A5"/>
              </a:solidFill>
              <a:prstDash val="solid"/>
            </a:ln>
          </p:spPr>
        </p:sp>
        <p:sp>
          <p:nvSpPr>
            <p:cNvPr id="267" name="F2-route-266-0267-custom">
              <a:extLst xmlns:a="http://schemas.openxmlformats.org/drawingml/2006/main">
                <a:ext uri="{FF2B5EF4-FFF2-40B4-BE49-F238E27FC236}">
                  <a16:creationId xmlns:a16="http://schemas.microsoft.com/office/drawing/2014/main" id="{BEBAFB6C-AF9F-4036-8757-6338978AC64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760589" y="6717678"/>
              <a:ext cx="116586" cy="128245"/>
            </a:xfrm>
            <a:custGeom xmlns:a="http://schemas.openxmlformats.org/drawingml/2006/main">
              <a:pathLst>
                <a:path w="116586" h="128245">
                  <a:moveTo>
                    <a:pt x="116586" y="64122"/>
                  </a:moveTo>
                  <a:lnTo>
                    <a:pt x="0" y="128245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grpSp>
        <p:nvGrpSpPr>
          <p:cNvPr id="481" name="F2-route-268"/>
          <p:cNvGrpSpPr/>
          <p:nvPr/>
        </p:nvGrpSpPr>
        <p:grpSpPr>
          <ns1:xfrm xmlns:ns1="http://schemas.openxmlformats.org/drawingml/2006/main">
            <ns1:off x="9410700" y="6715792"/>
            <ns1:ext cx="476250" cy="132016"/>
            <ns1:chOff x="9410700" y="6715792"/>
            <ns1:chExt cx="476250" cy="132016"/>
          </ns1:xfrm>
        </p:grpSpPr>
        <p:sp>
          <p:nvSpPr>
            <p:cNvPr id="268" name="F2-route-268-0268-arrow-route">
              <a:extLst xmlns:a="http://schemas.openxmlformats.org/drawingml/2006/main">
                <a:ext uri="{FF2B5EF4-FFF2-40B4-BE49-F238E27FC236}">
                  <a16:creationId xmlns:a16="http://schemas.microsoft.com/office/drawing/2014/main" id="{2A8EFB9F-C837-478D-ACA9-8BF2A805FB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10700" y="6781800"/>
              <a:ext cx="476250" cy="9525"/>
            </a:xfrm>
            <a:custGeom xmlns:a="http://schemas.openxmlformats.org/drawingml/2006/main"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3338">
              <a:solidFill>
                <a:srgbClr val="008C78"/>
              </a:solidFill>
              <a:prstDash val="solid"/>
            </a:ln>
          </p:spPr>
        </p:sp>
        <p:sp>
          <p:nvSpPr>
            <p:cNvPr id="269" name="F2-route-268-0269-custom">
              <a:extLst xmlns:a="http://schemas.openxmlformats.org/drawingml/2006/main">
                <a:ext uri="{FF2B5EF4-FFF2-40B4-BE49-F238E27FC236}">
                  <a16:creationId xmlns:a16="http://schemas.microsoft.com/office/drawing/2014/main" id="{91F43E41-56EF-4950-83CC-5136C463705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766935" y="6715792"/>
              <a:ext cx="120015" cy="132016"/>
            </a:xfrm>
            <a:custGeom xmlns:a="http://schemas.openxmlformats.org/drawingml/2006/main">
              <a:pathLst>
                <a:path w="120015" h="132016">
                  <a:moveTo>
                    <a:pt x="120015" y="66008"/>
                  </a:moveTo>
                  <a:lnTo>
                    <a:pt x="0" y="132016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008C78"/>
            </a:solidFill>
            <a:ln xmlns:a="http://schemas.openxmlformats.org/drawingml/2006/main" w="953">
              <a:solidFill>
                <a:srgbClr val="008C78"/>
              </a:solidFill>
            </a:ln>
          </p:spPr>
        </p:sp>
      </p:grpSp>
      <p:sp>
        <p:nvSpPr>
          <p:cNvPr id="270" name="F2-math-1350-108-0270-text"/>
          <p:cNvSpPr txBox="1"/>
          <p:nvPr/>
        </p:nvSpPr>
        <p:spPr>
          <ns0:xfrm xmlns:ns0="http://schemas.openxmlformats.org/drawingml/2006/main">
            <ns0:off x="12858750" y="1032272"/>
            <ns0:ext cx="576644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≤ 4</ns0:t>
            </ns0:r>
          </ns0:p>
        </p:txBody>
      </p:sp>
      <p:sp>
        <p:nvSpPr>
          <p:cNvPr id="271" name="F2-0271-text"/>
          <p:cNvSpPr txBox="1"/>
          <p:nvPr/>
        </p:nvSpPr>
        <p:spPr>
          <ns0:xfrm xmlns:ns0="http://schemas.openxmlformats.org/drawingml/2006/main">
            <ns0:off x="13706475" y="1060609"/>
            <ns0:ext cx="291465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complete post-pulse windows</ns0:t>
            </ns0:r>
          </ns0:p>
        </p:txBody>
      </p:sp>
      <p:sp>
        <p:nvSpPr>
          <p:cNvPr id="272" name="F2-0272-line">
            <a:extLst xmlns:a="http://schemas.openxmlformats.org/drawingml/2006/main">
              <a:ext uri="{FF2B5EF4-FFF2-40B4-BE49-F238E27FC236}">
                <a16:creationId xmlns:a16="http://schemas.microsoft.com/office/drawing/2014/main" id="{C756A32E-091A-40C3-9511-959AA16A30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11075" y="1362075"/>
            <a:ext cx="3667125" cy="171450"/>
          </a:xfrm>
          <a:custGeom xmlns:a="http://schemas.openxmlformats.org/drawingml/2006/main">
            <a:pathLst>
              <a:path w="3667125" h="171450">
                <a:moveTo>
                  <a:pt x="0" y="171450"/>
                </a:moveTo>
                <a:lnTo>
                  <a:pt x="0" y="0"/>
                </a:lnTo>
                <a:lnTo>
                  <a:pt x="3667125" y="0"/>
                </a:lnTo>
                <a:lnTo>
                  <a:pt x="3667125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8717D"/>
            </a:solidFill>
            <a:prstDash val="solid"/>
          </a:ln>
        </p:spPr>
      </p:sp>
      <p:sp>
        <p:nvSpPr>
          <p:cNvPr id="273" name="F2-0273-roundRect">
            <a:extLst xmlns:a="http://schemas.openxmlformats.org/drawingml/2006/main">
              <a:ext uri="{FF2B5EF4-FFF2-40B4-BE49-F238E27FC236}">
                <a16:creationId xmlns:a16="http://schemas.microsoft.com/office/drawing/2014/main" id="{5AE169B2-DB5F-41F8-89D1-89955303CC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4425" y="1590675"/>
            <a:ext cx="3543300" cy="103822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BBC2CD"/>
            </a:solidFill>
            <a:prstDash val="solid"/>
          </a:ln>
        </p:spPr>
      </p:sp>
      <p:sp>
        <p:nvSpPr>
          <p:cNvPr id="274" name="F2-0274-roundRect">
            <a:extLst xmlns:a="http://schemas.openxmlformats.org/drawingml/2006/main">
              <a:ext uri="{FF2B5EF4-FFF2-40B4-BE49-F238E27FC236}">
                <a16:creationId xmlns:a16="http://schemas.microsoft.com/office/drawing/2014/main" id="{9CBA83A8-AFA2-4E06-81BF-FD7AF580A6E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4425" y="1590675"/>
            <a:ext cx="18097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2383">
            <a:solidFill>
              <a:srgbClr val="9BA9C3"/>
            </a:solidFill>
            <a:prstDash val="solid"/>
          </a:ln>
        </p:spPr>
      </p:sp>
      <p:sp>
        <p:nvSpPr>
          <p:cNvPr id="275" name="F2-0275-roundRect">
            <a:extLst xmlns:a="http://schemas.openxmlformats.org/drawingml/2006/main">
              <a:ext uri="{FF2B5EF4-FFF2-40B4-BE49-F238E27FC236}">
                <a16:creationId xmlns:a16="http://schemas.microsoft.com/office/drawing/2014/main" id="{9D53FCE8-EAC1-432A-BCBD-0E416F0B4A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354175" y="1590675"/>
            <a:ext cx="17335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12383">
            <a:solidFill>
              <a:srgbClr val="8AC5B8"/>
            </a:solidFill>
            <a:prstDash val="solid"/>
          </a:ln>
        </p:spPr>
      </p:sp>
      <p:sp>
        <p:nvSpPr>
          <p:cNvPr id="280" name="F2-0280-text"/>
          <p:cNvSpPr txBox="1"/>
          <p:nvPr/>
        </p:nvSpPr>
        <p:spPr>
          <ns0:xfrm xmlns:ns0="http://schemas.openxmlformats.org/drawingml/2006/main">
            <ns0:off x="12992100" y="1772841"/>
            <ns0:ext cx="889000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Replay</ns0:t>
            </ns0:r>
          </ns0:p>
        </p:txBody>
      </p:sp>
      <p:sp>
        <p:nvSpPr>
          <p:cNvPr id="483" name="F2-math-1452-179"/>
          <p:cNvSpPr txBox="1"/>
          <p:nvPr/>
        </p:nvSpPr>
        <p:spPr>
          <ns0:xfrm xmlns:ns0="http://schemas.openxmlformats.org/drawingml/2006/main">
            <ns0:off x="13916025" y="1724025"/>
            <ns0:ext cx="361950" cy="3333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õ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grpSp>
        <p:nvGrpSpPr>
          <p:cNvPr id="484" name="F2-robot-1545-177"/>
          <p:cNvGrpSpPr/>
          <p:nvPr/>
        </p:nvGrpSpPr>
        <p:grpSpPr>
          <ns1:xfrm xmlns:ns1="http://schemas.openxmlformats.org/drawingml/2006/main">
            <ns1:off x="14784705" y="1737122"/>
            <ns1:ext cx="322326" cy="346091"/>
            <ns1:chOff x="14784705" y="1737122"/>
            <ns1:chExt cx="322326" cy="346091"/>
          </ns1:xfrm>
        </p:grpSpPr>
        <p:sp>
          <p:nvSpPr>
            <p:cNvPr id="283" name="F2-robot-1545-177-0283-custom">
              <a:extLst xmlns:a="http://schemas.openxmlformats.org/drawingml/2006/main">
                <a:ext uri="{FF2B5EF4-FFF2-40B4-BE49-F238E27FC236}">
                  <a16:creationId xmlns:a16="http://schemas.microsoft.com/office/drawing/2014/main" id="{FE21B43B-C4ED-4812-AB37-0CFA7307762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14242" y="1898904"/>
              <a:ext cx="35223" cy="151543"/>
            </a:xfrm>
            <a:custGeom xmlns:a="http://schemas.openxmlformats.org/drawingml/2006/main">
              <a:pathLst>
                <a:path w="35223" h="151543">
                  <a:moveTo>
                    <a:pt x="35223" y="151543"/>
                  </a:moveTo>
                  <a:lnTo>
                    <a:pt x="35223" y="0"/>
                  </a:lnTo>
                  <a:lnTo>
                    <a:pt x="0" y="0"/>
                  </a:lnTo>
                  <a:lnTo>
                    <a:pt x="0" y="151543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284" name="F2-robot-1545-177-0284-custom">
              <a:extLst xmlns:a="http://schemas.openxmlformats.org/drawingml/2006/main">
                <a:ext uri="{FF2B5EF4-FFF2-40B4-BE49-F238E27FC236}">
                  <a16:creationId xmlns:a16="http://schemas.microsoft.com/office/drawing/2014/main" id="{45E690FF-3180-4EEC-BDE9-5F06ADA8C5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18513" y="1748151"/>
              <a:ext cx="146697" cy="162251"/>
            </a:xfrm>
            <a:custGeom xmlns:a="http://schemas.openxmlformats.org/drawingml/2006/main">
              <a:pathLst>
                <a:path w="146697" h="162251">
                  <a:moveTo>
                    <a:pt x="26682" y="162251"/>
                  </a:moveTo>
                  <a:lnTo>
                    <a:pt x="146697" y="22995"/>
                  </a:lnTo>
                  <a:lnTo>
                    <a:pt x="120015" y="0"/>
                  </a:lnTo>
                  <a:lnTo>
                    <a:pt x="0" y="139256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285" name="F2-robot-1545-177-0285-custom">
              <a:extLst xmlns:a="http://schemas.openxmlformats.org/drawingml/2006/main">
                <a:ext uri="{FF2B5EF4-FFF2-40B4-BE49-F238E27FC236}">
                  <a16:creationId xmlns:a16="http://schemas.microsoft.com/office/drawing/2014/main" id="{88E274BD-989D-4CF4-A88F-800CF6B33D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39159" y="1747456"/>
              <a:ext cx="119716" cy="122682"/>
            </a:xfrm>
            <a:custGeom xmlns:a="http://schemas.openxmlformats.org/drawingml/2006/main">
              <a:pathLst>
                <a:path w="119716" h="122682">
                  <a:moveTo>
                    <a:pt x="0" y="24384"/>
                  </a:moveTo>
                  <a:lnTo>
                    <a:pt x="94298" y="122682"/>
                  </a:lnTo>
                  <a:lnTo>
                    <a:pt x="119716" y="98298"/>
                  </a:lnTo>
                  <a:lnTo>
                    <a:pt x="25419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286" name="F2-robot-1545-177-0286-custom">
              <a:extLst xmlns:a="http://schemas.openxmlformats.org/drawingml/2006/main">
                <a:ext uri="{FF2B5EF4-FFF2-40B4-BE49-F238E27FC236}">
                  <a16:creationId xmlns:a16="http://schemas.microsoft.com/office/drawing/2014/main" id="{4FCFD197-5A97-4BA4-811A-A3CFF3E2AB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29255" y="1853030"/>
              <a:ext cx="55255" cy="83556"/>
            </a:xfrm>
            <a:custGeom xmlns:a="http://schemas.openxmlformats.org/drawingml/2006/main">
              <a:pathLst>
                <a:path w="55255" h="83556">
                  <a:moveTo>
                    <a:pt x="0" y="9832"/>
                  </a:moveTo>
                  <a:lnTo>
                    <a:pt x="21431" y="83556"/>
                  </a:lnTo>
                  <a:lnTo>
                    <a:pt x="55255" y="73724"/>
                  </a:lnTo>
                  <a:lnTo>
                    <a:pt x="33823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287" name="F2-robot-1545-177-0287-ellipse">
              <a:extLst xmlns:a="http://schemas.openxmlformats.org/drawingml/2006/main">
                <a:ext uri="{FF2B5EF4-FFF2-40B4-BE49-F238E27FC236}">
                  <a16:creationId xmlns:a16="http://schemas.microsoft.com/office/drawing/2014/main" id="{9C75B2D0-8A56-42D6-B89E-212EDC0E4F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84705" y="2042255"/>
              <a:ext cx="102870" cy="40958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288" name="F2-robot-1545-177-0288-ellipse">
              <a:extLst xmlns:a="http://schemas.openxmlformats.org/drawingml/2006/main">
                <a:ext uri="{FF2B5EF4-FFF2-40B4-BE49-F238E27FC236}">
                  <a16:creationId xmlns:a16="http://schemas.microsoft.com/office/drawing/2014/main" id="{3DFCC226-C830-4869-952F-8C5FEA6004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88991" y="2042255"/>
              <a:ext cx="94298" cy="2457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008C78"/>
              </a:solidFill>
            </a:ln>
          </p:spPr>
        </p:sp>
        <p:sp>
          <p:nvSpPr>
            <p:cNvPr id="289" name="F2-robot-1545-177-0289-ellipse">
              <a:extLst xmlns:a="http://schemas.openxmlformats.org/drawingml/2006/main">
                <a:ext uri="{FF2B5EF4-FFF2-40B4-BE49-F238E27FC236}">
                  <a16:creationId xmlns:a16="http://schemas.microsoft.com/office/drawing/2014/main" id="{9A4DA272-D987-43C0-BE4A-016CFF4E69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07422" y="1876377"/>
              <a:ext cx="48863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290" name="F2-robot-1545-177-0290-ellipse">
              <a:extLst xmlns:a="http://schemas.openxmlformats.org/drawingml/2006/main">
                <a:ext uri="{FF2B5EF4-FFF2-40B4-BE49-F238E27FC236}">
                  <a16:creationId xmlns:a16="http://schemas.microsoft.com/office/drawing/2014/main" id="{C905BA00-4C28-4AA6-99D1-8332482FE7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27437" y="1737122"/>
              <a:ext cx="48863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291" name="F2-robot-1545-177-0291-ellipse">
              <a:extLst xmlns:a="http://schemas.openxmlformats.org/drawingml/2006/main">
                <a:ext uri="{FF2B5EF4-FFF2-40B4-BE49-F238E27FC236}">
                  <a16:creationId xmlns:a16="http://schemas.microsoft.com/office/drawing/2014/main" id="{668F907D-03AC-4AE5-97CC-863351CA62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21735" y="1835420"/>
              <a:ext cx="48863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292" name="F2-robot-1545-177-0292-ellipse">
              <a:extLst xmlns:a="http://schemas.openxmlformats.org/drawingml/2006/main">
                <a:ext uri="{FF2B5EF4-FFF2-40B4-BE49-F238E27FC236}">
                  <a16:creationId xmlns:a16="http://schemas.microsoft.com/office/drawing/2014/main" id="{CBA7EEED-FB14-4AB5-A7B6-13141D555F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43166" y="1909143"/>
              <a:ext cx="48863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293" name="F2-robot-1545-177-0293-line">
              <a:extLst xmlns:a="http://schemas.openxmlformats.org/drawingml/2006/main">
                <a:ext uri="{FF2B5EF4-FFF2-40B4-BE49-F238E27FC236}">
                  <a16:creationId xmlns:a16="http://schemas.microsoft.com/office/drawing/2014/main" id="{EE223DBC-F8ED-41E2-8315-81B632694B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56453" y="1931670"/>
              <a:ext cx="38576" cy="28670"/>
            </a:xfrm>
            <a:custGeom xmlns:a="http://schemas.openxmlformats.org/drawingml/2006/main">
              <a:pathLst>
                <a:path w="38576" h="28670">
                  <a:moveTo>
                    <a:pt x="0" y="0"/>
                  </a:moveTo>
                  <a:lnTo>
                    <a:pt x="26146" y="28670"/>
                  </a:lnTo>
                  <a:lnTo>
                    <a:pt x="38576" y="2867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008C78"/>
              </a:solidFill>
              <a:prstDash val="solid"/>
            </a:ln>
          </p:spPr>
        </p:sp>
        <p:sp>
          <p:nvSpPr>
            <p:cNvPr id="294" name="F2-robot-1545-177-0294-line">
              <a:extLst xmlns:a="http://schemas.openxmlformats.org/drawingml/2006/main">
                <a:ext uri="{FF2B5EF4-FFF2-40B4-BE49-F238E27FC236}">
                  <a16:creationId xmlns:a16="http://schemas.microsoft.com/office/drawing/2014/main" id="{A8CF7BA0-B6D2-4CC6-B27C-BC088FD7789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82171" y="1931670"/>
              <a:ext cx="24860" cy="24575"/>
            </a:xfrm>
            <a:custGeom xmlns:a="http://schemas.openxmlformats.org/drawingml/2006/main">
              <a:pathLst>
                <a:path w="24860" h="24575">
                  <a:moveTo>
                    <a:pt x="0" y="0"/>
                  </a:moveTo>
                  <a:lnTo>
                    <a:pt x="24860" y="245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008C78"/>
              </a:solidFill>
              <a:prstDash val="solid"/>
            </a:ln>
          </p:spPr>
        </p:sp>
      </p:grpSp>
      <p:sp>
        <p:nvSpPr>
          <p:cNvPr id="485" name="F2-math-1599-176"/>
          <p:cNvSpPr txBox="1"/>
          <p:nvPr/>
        </p:nvSpPr>
        <p:spPr>
          <ns0:xfrm xmlns:ns0="http://schemas.openxmlformats.org/drawingml/2006/main">
            <ns0:off x="15344775" y="1724025"/>
            <ns0:ext cx="523875" cy="3714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4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grpSp>
        <p:nvGrpSpPr>
          <p:cNvPr id="486" name="F2-document-1347-243"/>
          <p:cNvGrpSpPr/>
          <p:nvPr/>
        </p:nvGrpSpPr>
        <p:grpSpPr>
          <ns1:xfrm xmlns:ns1="http://schemas.openxmlformats.org/drawingml/2006/main">
            <ns1:off x="12859893" y="2325243"/>
            <ns1:ext cx="173736" cy="245364"/>
            <ns1:chOff x="12859893" y="2325243"/>
            <ns1:chExt cx="173736" cy="245364"/>
          </ns1:xfrm>
        </p:grpSpPr>
        <p:sp>
          <p:nvSpPr>
            <p:cNvPr id="298" name="F2-document-1347-243-0298-custom">
              <a:extLst xmlns:a="http://schemas.openxmlformats.org/drawingml/2006/main">
                <a:ext uri="{FF2B5EF4-FFF2-40B4-BE49-F238E27FC236}">
                  <a16:creationId xmlns:a16="http://schemas.microsoft.com/office/drawing/2014/main" id="{7E83DF5B-CFEC-47CD-9831-8DD21F7BD2A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59893" y="2325243"/>
              <a:ext cx="173736" cy="245364"/>
            </a:xfrm>
            <a:custGeom xmlns:a="http://schemas.openxmlformats.org/drawingml/2006/main">
              <a:pathLst>
                <a:path w="173736" h="245364">
                  <a:moveTo>
                    <a:pt x="0" y="0"/>
                  </a:moveTo>
                  <a:lnTo>
                    <a:pt x="118872" y="0"/>
                  </a:lnTo>
                  <a:lnTo>
                    <a:pt x="173736" y="61341"/>
                  </a:lnTo>
                  <a:lnTo>
                    <a:pt x="173736" y="245364"/>
                  </a:lnTo>
                  <a:lnTo>
                    <a:pt x="0" y="245364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4859">
              <a:solidFill>
                <a:srgbClr val="252A32"/>
              </a:solidFill>
            </a:ln>
          </p:spPr>
        </p:sp>
        <p:sp>
          <p:nvSpPr>
            <p:cNvPr id="299" name="F2-document-1347-243-0299-line">
              <a:extLst xmlns:a="http://schemas.openxmlformats.org/drawingml/2006/main">
                <a:ext uri="{FF2B5EF4-FFF2-40B4-BE49-F238E27FC236}">
                  <a16:creationId xmlns:a16="http://schemas.microsoft.com/office/drawing/2014/main" id="{FF349075-E42A-4217-A8C0-B7BFC07DFD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78765" y="2325243"/>
              <a:ext cx="54864" cy="61341"/>
            </a:xfrm>
            <a:custGeom xmlns:a="http://schemas.openxmlformats.org/drawingml/2006/main">
              <a:pathLst>
                <a:path w="54864" h="61341">
                  <a:moveTo>
                    <a:pt x="0" y="0"/>
                  </a:moveTo>
                  <a:lnTo>
                    <a:pt x="0" y="61341"/>
                  </a:lnTo>
                  <a:lnTo>
                    <a:pt x="54864" y="6134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252A32"/>
              </a:solidFill>
              <a:prstDash val="solid"/>
            </a:ln>
          </p:spPr>
        </p:sp>
        <p:sp>
          <p:nvSpPr>
            <p:cNvPr id="300" name="F2-document-1347-243-0300-line">
              <a:extLst xmlns:a="http://schemas.openxmlformats.org/drawingml/2006/main">
                <a:ext uri="{FF2B5EF4-FFF2-40B4-BE49-F238E27FC236}">
                  <a16:creationId xmlns:a16="http://schemas.microsoft.com/office/drawing/2014/main" id="{5764A3DC-A55C-4F22-8E75-A590327F99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96469" y="2429256"/>
              <a:ext cx="100584" cy="9525"/>
            </a:xfrm>
            <a:custGeom xmlns:a="http://schemas.openxmlformats.org/drawingml/2006/main">
              <a:pathLst>
                <a:path w="100584" h="9525">
                  <a:moveTo>
                    <a:pt x="0" y="0"/>
                  </a:moveTo>
                  <a:lnTo>
                    <a:pt x="10058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716">
              <a:solidFill>
                <a:srgbClr val="252A32"/>
              </a:solidFill>
              <a:prstDash val="solid"/>
            </a:ln>
          </p:spPr>
        </p:sp>
        <p:sp>
          <p:nvSpPr>
            <p:cNvPr id="301" name="F2-document-1347-243-0301-line">
              <a:extLst xmlns:a="http://schemas.openxmlformats.org/drawingml/2006/main">
                <a:ext uri="{FF2B5EF4-FFF2-40B4-BE49-F238E27FC236}">
                  <a16:creationId xmlns:a16="http://schemas.microsoft.com/office/drawing/2014/main" id="{7F8D515B-CD8F-4E68-A75A-F89A544DA7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96469" y="2469261"/>
              <a:ext cx="100584" cy="9525"/>
            </a:xfrm>
            <a:custGeom xmlns:a="http://schemas.openxmlformats.org/drawingml/2006/main">
              <a:pathLst>
                <a:path w="100584" h="9525">
                  <a:moveTo>
                    <a:pt x="0" y="0"/>
                  </a:moveTo>
                  <a:lnTo>
                    <a:pt x="10058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716">
              <a:solidFill>
                <a:srgbClr val="252A32"/>
              </a:solidFill>
              <a:prstDash val="solid"/>
            </a:ln>
          </p:spPr>
        </p:sp>
        <p:sp>
          <p:nvSpPr>
            <p:cNvPr id="302" name="F2-document-1347-243-0302-line">
              <a:extLst xmlns:a="http://schemas.openxmlformats.org/drawingml/2006/main">
                <a:ext uri="{FF2B5EF4-FFF2-40B4-BE49-F238E27FC236}">
                  <a16:creationId xmlns:a16="http://schemas.microsoft.com/office/drawing/2014/main" id="{EA93913A-289E-4A13-8189-753471F735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96469" y="2509266"/>
              <a:ext cx="100584" cy="9525"/>
            </a:xfrm>
            <a:custGeom xmlns:a="http://schemas.openxmlformats.org/drawingml/2006/main">
              <a:pathLst>
                <a:path w="100584" h="9525">
                  <a:moveTo>
                    <a:pt x="0" y="0"/>
                  </a:moveTo>
                  <a:lnTo>
                    <a:pt x="10058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716">
              <a:solidFill>
                <a:srgbClr val="252A32"/>
              </a:solidFill>
              <a:prstDash val="solid"/>
            </a:ln>
          </p:spPr>
        </p:sp>
      </p:grpSp>
      <p:sp>
        <p:nvSpPr>
          <p:cNvPr id="303" name="F2-0303-text"/>
          <p:cNvSpPr txBox="1"/>
          <p:nvPr/>
        </p:nvSpPr>
        <p:spPr>
          <ns0:xfrm xmlns:ns0="http://schemas.openxmlformats.org/drawingml/2006/main">
            <ns0:off x="13144500" y="2318470"/>
            <ns0:ext cx="2867025" cy="22081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source e · u · start u</ns0:t>
            </ns0:r>
          </ns0:p>
        </p:txBody>
      </p:sp>
      <p:sp>
        <p:nvSpPr>
          <p:cNvPr id="304" name="F2-0304-roundRect">
            <a:extLst xmlns:a="http://schemas.openxmlformats.org/drawingml/2006/main">
              <a:ext uri="{FF2B5EF4-FFF2-40B4-BE49-F238E27FC236}">
                <a16:creationId xmlns:a16="http://schemas.microsoft.com/office/drawing/2014/main" id="{C2321019-B3E6-4589-83A6-9969D917E03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4425" y="2886075"/>
            <a:ext cx="3543300" cy="103822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BBC2CD"/>
            </a:solidFill>
            <a:prstDash val="solid"/>
          </a:ln>
        </p:spPr>
      </p:sp>
      <p:sp>
        <p:nvSpPr>
          <p:cNvPr id="305" name="F2-0305-roundRect">
            <a:extLst xmlns:a="http://schemas.openxmlformats.org/drawingml/2006/main">
              <a:ext uri="{FF2B5EF4-FFF2-40B4-BE49-F238E27FC236}">
                <a16:creationId xmlns:a16="http://schemas.microsoft.com/office/drawing/2014/main" id="{2146DF6F-047E-40FD-8B57-894D96A368B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4425" y="2886075"/>
            <a:ext cx="18097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2383">
            <a:solidFill>
              <a:srgbClr val="9BA9C3"/>
            </a:solidFill>
            <a:prstDash val="solid"/>
          </a:ln>
        </p:spPr>
      </p:sp>
      <p:sp>
        <p:nvSpPr>
          <p:cNvPr id="306" name="F2-0306-roundRect">
            <a:extLst xmlns:a="http://schemas.openxmlformats.org/drawingml/2006/main">
              <a:ext uri="{FF2B5EF4-FFF2-40B4-BE49-F238E27FC236}">
                <a16:creationId xmlns:a16="http://schemas.microsoft.com/office/drawing/2014/main" id="{DAD00314-D795-4718-B7BF-0F2241B489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354175" y="2886075"/>
            <a:ext cx="17335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12383">
            <a:solidFill>
              <a:srgbClr val="8AC5B8"/>
            </a:solidFill>
            <a:prstDash val="solid"/>
          </a:ln>
        </p:spPr>
      </p:sp>
      <p:sp>
        <p:nvSpPr>
          <p:cNvPr id="311" name="F2-0311-text"/>
          <p:cNvSpPr txBox="1"/>
          <p:nvPr/>
        </p:nvSpPr>
        <p:spPr>
          <ns0:xfrm xmlns:ns0="http://schemas.openxmlformats.org/drawingml/2006/main">
            <ns0:off x="12992100" y="3068241"/>
            <ns0:ext cx="889000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Replay</ns0:t>
            </ns0:r>
          </ns0:p>
        </p:txBody>
      </p:sp>
      <p:sp>
        <p:nvSpPr>
          <p:cNvPr id="488" name="F2-math-1452-315"/>
          <p:cNvSpPr txBox="1"/>
          <p:nvPr/>
        </p:nvSpPr>
        <p:spPr>
          <ns0:xfrm xmlns:ns0="http://schemas.openxmlformats.org/drawingml/2006/main">
            <ns0:off x="13916025" y="3019425"/>
            <ns0:ext cx="361950" cy="3333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õ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grpSp>
        <p:nvGrpSpPr>
          <p:cNvPr id="489" name="F2-robot-1545-313"/>
          <p:cNvGrpSpPr/>
          <p:nvPr/>
        </p:nvGrpSpPr>
        <p:grpSpPr>
          <ns1:xfrm xmlns:ns1="http://schemas.openxmlformats.org/drawingml/2006/main">
            <ns1:off x="14784705" y="3032522"/>
            <ns1:ext cx="322326" cy="346091"/>
            <ns1:chOff x="14784705" y="3032522"/>
            <ns1:chExt cx="322326" cy="346091"/>
          </ns1:xfrm>
        </p:grpSpPr>
        <p:sp>
          <p:nvSpPr>
            <p:cNvPr id="314" name="F2-robot-1545-313-0314-custom">
              <a:extLst xmlns:a="http://schemas.openxmlformats.org/drawingml/2006/main">
                <a:ext uri="{FF2B5EF4-FFF2-40B4-BE49-F238E27FC236}">
                  <a16:creationId xmlns:a16="http://schemas.microsoft.com/office/drawing/2014/main" id="{8C8F1E1E-8C81-4CD7-AC68-F901A47529B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14242" y="3194304"/>
              <a:ext cx="35223" cy="151543"/>
            </a:xfrm>
            <a:custGeom xmlns:a="http://schemas.openxmlformats.org/drawingml/2006/main">
              <a:pathLst>
                <a:path w="35223" h="151543">
                  <a:moveTo>
                    <a:pt x="35223" y="151543"/>
                  </a:moveTo>
                  <a:lnTo>
                    <a:pt x="35223" y="0"/>
                  </a:lnTo>
                  <a:lnTo>
                    <a:pt x="0" y="0"/>
                  </a:lnTo>
                  <a:lnTo>
                    <a:pt x="0" y="151543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315" name="F2-robot-1545-313-0315-custom">
              <a:extLst xmlns:a="http://schemas.openxmlformats.org/drawingml/2006/main">
                <a:ext uri="{FF2B5EF4-FFF2-40B4-BE49-F238E27FC236}">
                  <a16:creationId xmlns:a16="http://schemas.microsoft.com/office/drawing/2014/main" id="{04D843EF-3253-4EBD-8CA4-967E48D958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18513" y="3043551"/>
              <a:ext cx="146697" cy="162251"/>
            </a:xfrm>
            <a:custGeom xmlns:a="http://schemas.openxmlformats.org/drawingml/2006/main">
              <a:pathLst>
                <a:path w="146697" h="162251">
                  <a:moveTo>
                    <a:pt x="26682" y="162251"/>
                  </a:moveTo>
                  <a:lnTo>
                    <a:pt x="146697" y="22995"/>
                  </a:lnTo>
                  <a:lnTo>
                    <a:pt x="120015" y="0"/>
                  </a:lnTo>
                  <a:lnTo>
                    <a:pt x="0" y="139256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316" name="F2-robot-1545-313-0316-custom">
              <a:extLst xmlns:a="http://schemas.openxmlformats.org/drawingml/2006/main">
                <a:ext uri="{FF2B5EF4-FFF2-40B4-BE49-F238E27FC236}">
                  <a16:creationId xmlns:a16="http://schemas.microsoft.com/office/drawing/2014/main" id="{3B280CC6-ADE5-4E81-B799-5754AAB9C9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39159" y="3042856"/>
              <a:ext cx="119716" cy="122682"/>
            </a:xfrm>
            <a:custGeom xmlns:a="http://schemas.openxmlformats.org/drawingml/2006/main">
              <a:pathLst>
                <a:path w="119716" h="122682">
                  <a:moveTo>
                    <a:pt x="0" y="24384"/>
                  </a:moveTo>
                  <a:lnTo>
                    <a:pt x="94298" y="122682"/>
                  </a:lnTo>
                  <a:lnTo>
                    <a:pt x="119716" y="98298"/>
                  </a:lnTo>
                  <a:lnTo>
                    <a:pt x="25419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317" name="F2-robot-1545-313-0317-custom">
              <a:extLst xmlns:a="http://schemas.openxmlformats.org/drawingml/2006/main">
                <a:ext uri="{FF2B5EF4-FFF2-40B4-BE49-F238E27FC236}">
                  <a16:creationId xmlns:a16="http://schemas.microsoft.com/office/drawing/2014/main" id="{D7E6A03D-C0F9-4C95-9336-7C82B817A89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29255" y="3148430"/>
              <a:ext cx="55255" cy="83556"/>
            </a:xfrm>
            <a:custGeom xmlns:a="http://schemas.openxmlformats.org/drawingml/2006/main">
              <a:pathLst>
                <a:path w="55255" h="83556">
                  <a:moveTo>
                    <a:pt x="0" y="9832"/>
                  </a:moveTo>
                  <a:lnTo>
                    <a:pt x="21431" y="83556"/>
                  </a:lnTo>
                  <a:lnTo>
                    <a:pt x="55255" y="73724"/>
                  </a:lnTo>
                  <a:lnTo>
                    <a:pt x="33823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318" name="F2-robot-1545-313-0318-ellipse">
              <a:extLst xmlns:a="http://schemas.openxmlformats.org/drawingml/2006/main">
                <a:ext uri="{FF2B5EF4-FFF2-40B4-BE49-F238E27FC236}">
                  <a16:creationId xmlns:a16="http://schemas.microsoft.com/office/drawing/2014/main" id="{3B69AB2A-4387-41EF-A2FB-B5A477E2FB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84705" y="3337655"/>
              <a:ext cx="102870" cy="40958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319" name="F2-robot-1545-313-0319-ellipse">
              <a:extLst xmlns:a="http://schemas.openxmlformats.org/drawingml/2006/main">
                <a:ext uri="{FF2B5EF4-FFF2-40B4-BE49-F238E27FC236}">
                  <a16:creationId xmlns:a16="http://schemas.microsoft.com/office/drawing/2014/main" id="{64511103-1071-4D38-8829-0DFA58DAB7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88991" y="3337655"/>
              <a:ext cx="94298" cy="2457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008C78"/>
              </a:solidFill>
            </a:ln>
          </p:spPr>
        </p:sp>
        <p:sp>
          <p:nvSpPr>
            <p:cNvPr id="320" name="F2-robot-1545-313-0320-ellipse">
              <a:extLst xmlns:a="http://schemas.openxmlformats.org/drawingml/2006/main">
                <a:ext uri="{FF2B5EF4-FFF2-40B4-BE49-F238E27FC236}">
                  <a16:creationId xmlns:a16="http://schemas.microsoft.com/office/drawing/2014/main" id="{01C20950-65D5-4110-AE7D-B4FB9726300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07422" y="3171777"/>
              <a:ext cx="48863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321" name="F2-robot-1545-313-0321-ellipse">
              <a:extLst xmlns:a="http://schemas.openxmlformats.org/drawingml/2006/main">
                <a:ext uri="{FF2B5EF4-FFF2-40B4-BE49-F238E27FC236}">
                  <a16:creationId xmlns:a16="http://schemas.microsoft.com/office/drawing/2014/main" id="{590F316E-5D51-470F-BD29-46D2C5C36F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27437" y="3032522"/>
              <a:ext cx="48863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322" name="F2-robot-1545-313-0322-ellipse">
              <a:extLst xmlns:a="http://schemas.openxmlformats.org/drawingml/2006/main">
                <a:ext uri="{FF2B5EF4-FFF2-40B4-BE49-F238E27FC236}">
                  <a16:creationId xmlns:a16="http://schemas.microsoft.com/office/drawing/2014/main" id="{F6E47B64-89CE-4F02-82FE-A155232926B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21735" y="3130820"/>
              <a:ext cx="48863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323" name="F2-robot-1545-313-0323-ellipse">
              <a:extLst xmlns:a="http://schemas.openxmlformats.org/drawingml/2006/main">
                <a:ext uri="{FF2B5EF4-FFF2-40B4-BE49-F238E27FC236}">
                  <a16:creationId xmlns:a16="http://schemas.microsoft.com/office/drawing/2014/main" id="{037DC01C-3A52-46E9-9C87-D356359F4A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43166" y="3204543"/>
              <a:ext cx="48863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324" name="F2-robot-1545-313-0324-line">
              <a:extLst xmlns:a="http://schemas.openxmlformats.org/drawingml/2006/main">
                <a:ext uri="{FF2B5EF4-FFF2-40B4-BE49-F238E27FC236}">
                  <a16:creationId xmlns:a16="http://schemas.microsoft.com/office/drawing/2014/main" id="{75968CDF-8D5B-4C1F-A36A-9311F1B81F6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56453" y="3227070"/>
              <a:ext cx="38576" cy="28670"/>
            </a:xfrm>
            <a:custGeom xmlns:a="http://schemas.openxmlformats.org/drawingml/2006/main">
              <a:pathLst>
                <a:path w="38576" h="28670">
                  <a:moveTo>
                    <a:pt x="0" y="0"/>
                  </a:moveTo>
                  <a:lnTo>
                    <a:pt x="26146" y="28670"/>
                  </a:lnTo>
                  <a:lnTo>
                    <a:pt x="38576" y="2867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008C78"/>
              </a:solidFill>
              <a:prstDash val="solid"/>
            </a:ln>
          </p:spPr>
        </p:sp>
        <p:sp>
          <p:nvSpPr>
            <p:cNvPr id="325" name="F2-robot-1545-313-0325-line">
              <a:extLst xmlns:a="http://schemas.openxmlformats.org/drawingml/2006/main">
                <a:ext uri="{FF2B5EF4-FFF2-40B4-BE49-F238E27FC236}">
                  <a16:creationId xmlns:a16="http://schemas.microsoft.com/office/drawing/2014/main" id="{4037461A-4BE1-4EE2-81D1-2C6FB130C9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82171" y="3227070"/>
              <a:ext cx="24860" cy="24574"/>
            </a:xfrm>
            <a:custGeom xmlns:a="http://schemas.openxmlformats.org/drawingml/2006/main">
              <a:pathLst>
                <a:path w="24860" h="24574">
                  <a:moveTo>
                    <a:pt x="0" y="0"/>
                  </a:moveTo>
                  <a:lnTo>
                    <a:pt x="24860" y="2457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008C78"/>
              </a:solidFill>
              <a:prstDash val="solid"/>
            </a:ln>
          </p:spPr>
        </p:sp>
      </p:grpSp>
      <p:sp>
        <p:nvSpPr>
          <p:cNvPr id="490" name="F2-math-1599-312"/>
          <p:cNvSpPr txBox="1"/>
          <p:nvPr/>
        </p:nvSpPr>
        <p:spPr>
          <ns0:xfrm xmlns:ns0="http://schemas.openxmlformats.org/drawingml/2006/main">
            <ns0:off x="15344775" y="3019425"/>
            <ns0:ext cx="523875" cy="3714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4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grpSp>
        <p:nvGrpSpPr>
          <p:cNvPr id="491" name="F2-document-1347-379"/>
          <p:cNvGrpSpPr/>
          <p:nvPr/>
        </p:nvGrpSpPr>
        <p:grpSpPr>
          <ns1:xfrm xmlns:ns1="http://schemas.openxmlformats.org/drawingml/2006/main">
            <ns1:off x="12859893" y="3620643"/>
            <ns1:ext cx="173736" cy="245364"/>
            <ns1:chOff x="12859893" y="3620643"/>
            <ns1:chExt cx="173736" cy="245364"/>
          </ns1:xfrm>
        </p:grpSpPr>
        <p:sp>
          <p:nvSpPr>
            <p:cNvPr id="329" name="F2-document-1347-379-0329-custom">
              <a:extLst xmlns:a="http://schemas.openxmlformats.org/drawingml/2006/main">
                <a:ext uri="{FF2B5EF4-FFF2-40B4-BE49-F238E27FC236}">
                  <a16:creationId xmlns:a16="http://schemas.microsoft.com/office/drawing/2014/main" id="{0FDCBA2B-B726-450E-A5D5-8DCB76928C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59893" y="3620643"/>
              <a:ext cx="173736" cy="245364"/>
            </a:xfrm>
            <a:custGeom xmlns:a="http://schemas.openxmlformats.org/drawingml/2006/main">
              <a:pathLst>
                <a:path w="173736" h="245364">
                  <a:moveTo>
                    <a:pt x="0" y="0"/>
                  </a:moveTo>
                  <a:lnTo>
                    <a:pt x="118872" y="0"/>
                  </a:lnTo>
                  <a:lnTo>
                    <a:pt x="173736" y="61341"/>
                  </a:lnTo>
                  <a:lnTo>
                    <a:pt x="173736" y="245364"/>
                  </a:lnTo>
                  <a:lnTo>
                    <a:pt x="0" y="245364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4859">
              <a:solidFill>
                <a:srgbClr val="252A32"/>
              </a:solidFill>
            </a:ln>
          </p:spPr>
        </p:sp>
        <p:sp>
          <p:nvSpPr>
            <p:cNvPr id="330" name="F2-document-1347-379-0330-line">
              <a:extLst xmlns:a="http://schemas.openxmlformats.org/drawingml/2006/main">
                <a:ext uri="{FF2B5EF4-FFF2-40B4-BE49-F238E27FC236}">
                  <a16:creationId xmlns:a16="http://schemas.microsoft.com/office/drawing/2014/main" id="{131ED7DE-9765-4E77-83F6-331D09C6E9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78765" y="3620643"/>
              <a:ext cx="54864" cy="61341"/>
            </a:xfrm>
            <a:custGeom xmlns:a="http://schemas.openxmlformats.org/drawingml/2006/main">
              <a:pathLst>
                <a:path w="54864" h="61341">
                  <a:moveTo>
                    <a:pt x="0" y="0"/>
                  </a:moveTo>
                  <a:lnTo>
                    <a:pt x="0" y="61341"/>
                  </a:lnTo>
                  <a:lnTo>
                    <a:pt x="54864" y="6134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252A32"/>
              </a:solidFill>
              <a:prstDash val="solid"/>
            </a:ln>
          </p:spPr>
        </p:sp>
        <p:sp>
          <p:nvSpPr>
            <p:cNvPr id="331" name="F2-document-1347-379-0331-line">
              <a:extLst xmlns:a="http://schemas.openxmlformats.org/drawingml/2006/main">
                <a:ext uri="{FF2B5EF4-FFF2-40B4-BE49-F238E27FC236}">
                  <a16:creationId xmlns:a16="http://schemas.microsoft.com/office/drawing/2014/main" id="{9627022C-81C6-459D-8F70-9E392D0B36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96469" y="3724656"/>
              <a:ext cx="100584" cy="9525"/>
            </a:xfrm>
            <a:custGeom xmlns:a="http://schemas.openxmlformats.org/drawingml/2006/main">
              <a:pathLst>
                <a:path w="100584" h="9525">
                  <a:moveTo>
                    <a:pt x="0" y="0"/>
                  </a:moveTo>
                  <a:lnTo>
                    <a:pt x="10058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716">
              <a:solidFill>
                <a:srgbClr val="252A32"/>
              </a:solidFill>
              <a:prstDash val="solid"/>
            </a:ln>
          </p:spPr>
        </p:sp>
        <p:sp>
          <p:nvSpPr>
            <p:cNvPr id="332" name="F2-document-1347-379-0332-line">
              <a:extLst xmlns:a="http://schemas.openxmlformats.org/drawingml/2006/main">
                <a:ext uri="{FF2B5EF4-FFF2-40B4-BE49-F238E27FC236}">
                  <a16:creationId xmlns:a16="http://schemas.microsoft.com/office/drawing/2014/main" id="{F9BD22DE-44E1-4CE3-B3F4-C6853847AA3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96469" y="3764661"/>
              <a:ext cx="100584" cy="9525"/>
            </a:xfrm>
            <a:custGeom xmlns:a="http://schemas.openxmlformats.org/drawingml/2006/main">
              <a:pathLst>
                <a:path w="100584" h="9525">
                  <a:moveTo>
                    <a:pt x="0" y="0"/>
                  </a:moveTo>
                  <a:lnTo>
                    <a:pt x="10058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716">
              <a:solidFill>
                <a:srgbClr val="252A32"/>
              </a:solidFill>
              <a:prstDash val="solid"/>
            </a:ln>
          </p:spPr>
        </p:sp>
        <p:sp>
          <p:nvSpPr>
            <p:cNvPr id="333" name="F2-document-1347-379-0333-line">
              <a:extLst xmlns:a="http://schemas.openxmlformats.org/drawingml/2006/main">
                <a:ext uri="{FF2B5EF4-FFF2-40B4-BE49-F238E27FC236}">
                  <a16:creationId xmlns:a16="http://schemas.microsoft.com/office/drawing/2014/main" id="{17A87B46-3217-4DC4-A3E0-62053FF85E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96469" y="3804666"/>
              <a:ext cx="100584" cy="9525"/>
            </a:xfrm>
            <a:custGeom xmlns:a="http://schemas.openxmlformats.org/drawingml/2006/main">
              <a:pathLst>
                <a:path w="100584" h="9525">
                  <a:moveTo>
                    <a:pt x="0" y="0"/>
                  </a:moveTo>
                  <a:lnTo>
                    <a:pt x="10058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716">
              <a:solidFill>
                <a:srgbClr val="252A32"/>
              </a:solidFill>
              <a:prstDash val="solid"/>
            </a:ln>
          </p:spPr>
        </p:sp>
      </p:grpSp>
      <p:sp>
        <p:nvSpPr>
          <p:cNvPr id="334" name="F2-0334-text"/>
          <p:cNvSpPr txBox="1"/>
          <p:nvPr/>
        </p:nvSpPr>
        <p:spPr>
          <ns0:xfrm xmlns:ns0="http://schemas.openxmlformats.org/drawingml/2006/main">
            <ns0:off x="13055600" y="3613870"/>
            <ns0:ext cx="3187700" cy="22081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source e · u · start u+8</ns0:t>
            </ns0:r>
          </ns0:p>
        </p:txBody>
      </p:sp>
      <p:sp>
        <p:nvSpPr>
          <p:cNvPr id="335" name="F2-0335-roundRect">
            <a:extLst xmlns:a="http://schemas.openxmlformats.org/drawingml/2006/main">
              <a:ext uri="{FF2B5EF4-FFF2-40B4-BE49-F238E27FC236}">
                <a16:creationId xmlns:a16="http://schemas.microsoft.com/office/drawing/2014/main" id="{060FBFBC-03EF-4F47-B839-BBBB959680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4425" y="4152900"/>
            <a:ext cx="3543300" cy="103822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BBC2CD"/>
            </a:solidFill>
            <a:prstDash val="solid"/>
          </a:ln>
        </p:spPr>
      </p:sp>
      <p:sp>
        <p:nvSpPr>
          <p:cNvPr id="336" name="F2-0336-roundRect">
            <a:extLst xmlns:a="http://schemas.openxmlformats.org/drawingml/2006/main">
              <a:ext uri="{FF2B5EF4-FFF2-40B4-BE49-F238E27FC236}">
                <a16:creationId xmlns:a16="http://schemas.microsoft.com/office/drawing/2014/main" id="{79CFE887-0DB1-4583-A641-992E446CF7D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4425" y="4152900"/>
            <a:ext cx="18097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2383">
            <a:solidFill>
              <a:srgbClr val="9BA9C3"/>
            </a:solidFill>
            <a:prstDash val="solid"/>
          </a:ln>
        </p:spPr>
      </p:sp>
      <p:sp>
        <p:nvSpPr>
          <p:cNvPr id="337" name="F2-0337-roundRect">
            <a:extLst xmlns:a="http://schemas.openxmlformats.org/drawingml/2006/main">
              <a:ext uri="{FF2B5EF4-FFF2-40B4-BE49-F238E27FC236}">
                <a16:creationId xmlns:a16="http://schemas.microsoft.com/office/drawing/2014/main" id="{182E9279-2677-4C17-BE87-AAAC90F064B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354175" y="4152900"/>
            <a:ext cx="17335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12383">
            <a:solidFill>
              <a:srgbClr val="8AC5B8"/>
            </a:solidFill>
            <a:prstDash val="solid"/>
          </a:ln>
        </p:spPr>
      </p:sp>
      <p:sp>
        <p:nvSpPr>
          <p:cNvPr id="342" name="F2-0342-text"/>
          <p:cNvSpPr txBox="1"/>
          <p:nvPr/>
        </p:nvSpPr>
        <p:spPr>
          <ns0:xfrm xmlns:ns0="http://schemas.openxmlformats.org/drawingml/2006/main">
            <ns0:off x="12992100" y="4335066"/>
            <ns0:ext cx="889000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Replay</ns0:t>
            </ns0:r>
          </ns0:p>
        </p:txBody>
      </p:sp>
      <p:sp>
        <p:nvSpPr>
          <p:cNvPr id="493" name="F2-math-1452-448"/>
          <p:cNvSpPr txBox="1"/>
          <p:nvPr/>
        </p:nvSpPr>
        <p:spPr>
          <ns0:xfrm xmlns:ns0="http://schemas.openxmlformats.org/drawingml/2006/main">
            <ns0:off x="13916025" y="4286250"/>
            <ns0:ext cx="361950" cy="3333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õ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grpSp>
        <p:nvGrpSpPr>
          <p:cNvPr id="494" name="F2-robot-1545-446"/>
          <p:cNvGrpSpPr/>
          <p:nvPr/>
        </p:nvGrpSpPr>
        <p:grpSpPr>
          <ns1:xfrm xmlns:ns1="http://schemas.openxmlformats.org/drawingml/2006/main">
            <ns1:off x="14784705" y="4299347"/>
            <ns1:ext cx="322326" cy="346091"/>
            <ns1:chOff x="14784705" y="4299347"/>
            <ns1:chExt cx="322326" cy="346091"/>
          </ns1:xfrm>
        </p:grpSpPr>
        <p:sp>
          <p:nvSpPr>
            <p:cNvPr id="345" name="F2-robot-1545-446-0345-custom">
              <a:extLst xmlns:a="http://schemas.openxmlformats.org/drawingml/2006/main">
                <a:ext uri="{FF2B5EF4-FFF2-40B4-BE49-F238E27FC236}">
                  <a16:creationId xmlns:a16="http://schemas.microsoft.com/office/drawing/2014/main" id="{DAE46520-E595-431E-B6F1-933476C46C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14242" y="4461129"/>
              <a:ext cx="35223" cy="151543"/>
            </a:xfrm>
            <a:custGeom xmlns:a="http://schemas.openxmlformats.org/drawingml/2006/main">
              <a:pathLst>
                <a:path w="35223" h="151543">
                  <a:moveTo>
                    <a:pt x="35223" y="151543"/>
                  </a:moveTo>
                  <a:lnTo>
                    <a:pt x="35223" y="0"/>
                  </a:lnTo>
                  <a:lnTo>
                    <a:pt x="0" y="0"/>
                  </a:lnTo>
                  <a:lnTo>
                    <a:pt x="0" y="151543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346" name="F2-robot-1545-446-0346-custom">
              <a:extLst xmlns:a="http://schemas.openxmlformats.org/drawingml/2006/main">
                <a:ext uri="{FF2B5EF4-FFF2-40B4-BE49-F238E27FC236}">
                  <a16:creationId xmlns:a16="http://schemas.microsoft.com/office/drawing/2014/main" id="{ABEEEFC5-404D-4804-B24F-C370FAC843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18513" y="4310376"/>
              <a:ext cx="146697" cy="162251"/>
            </a:xfrm>
            <a:custGeom xmlns:a="http://schemas.openxmlformats.org/drawingml/2006/main">
              <a:pathLst>
                <a:path w="146697" h="162251">
                  <a:moveTo>
                    <a:pt x="26682" y="162251"/>
                  </a:moveTo>
                  <a:lnTo>
                    <a:pt x="146697" y="22995"/>
                  </a:lnTo>
                  <a:lnTo>
                    <a:pt x="120015" y="0"/>
                  </a:lnTo>
                  <a:lnTo>
                    <a:pt x="0" y="139256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347" name="F2-robot-1545-446-0347-custom">
              <a:extLst xmlns:a="http://schemas.openxmlformats.org/drawingml/2006/main">
                <a:ext uri="{FF2B5EF4-FFF2-40B4-BE49-F238E27FC236}">
                  <a16:creationId xmlns:a16="http://schemas.microsoft.com/office/drawing/2014/main" id="{086574CD-A0DB-4504-BF67-D371BB0009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39159" y="4309681"/>
              <a:ext cx="119716" cy="122682"/>
            </a:xfrm>
            <a:custGeom xmlns:a="http://schemas.openxmlformats.org/drawingml/2006/main">
              <a:pathLst>
                <a:path w="119716" h="122682">
                  <a:moveTo>
                    <a:pt x="0" y="24384"/>
                  </a:moveTo>
                  <a:lnTo>
                    <a:pt x="94298" y="122682"/>
                  </a:lnTo>
                  <a:lnTo>
                    <a:pt x="119716" y="98298"/>
                  </a:lnTo>
                  <a:lnTo>
                    <a:pt x="25419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348" name="F2-robot-1545-446-0348-custom">
              <a:extLst xmlns:a="http://schemas.openxmlformats.org/drawingml/2006/main">
                <a:ext uri="{FF2B5EF4-FFF2-40B4-BE49-F238E27FC236}">
                  <a16:creationId xmlns:a16="http://schemas.microsoft.com/office/drawing/2014/main" id="{51C4C483-51A6-43CA-B909-17197451EF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29255" y="4415255"/>
              <a:ext cx="55255" cy="83556"/>
            </a:xfrm>
            <a:custGeom xmlns:a="http://schemas.openxmlformats.org/drawingml/2006/main">
              <a:pathLst>
                <a:path w="55255" h="83556">
                  <a:moveTo>
                    <a:pt x="0" y="9832"/>
                  </a:moveTo>
                  <a:lnTo>
                    <a:pt x="21431" y="83556"/>
                  </a:lnTo>
                  <a:lnTo>
                    <a:pt x="55255" y="73724"/>
                  </a:lnTo>
                  <a:lnTo>
                    <a:pt x="33823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349" name="F2-robot-1545-446-0349-ellipse">
              <a:extLst xmlns:a="http://schemas.openxmlformats.org/drawingml/2006/main">
                <a:ext uri="{FF2B5EF4-FFF2-40B4-BE49-F238E27FC236}">
                  <a16:creationId xmlns:a16="http://schemas.microsoft.com/office/drawing/2014/main" id="{142AA9A2-FFE4-43BA-9BCB-1C80B5BFDC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84705" y="4604480"/>
              <a:ext cx="102870" cy="40958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350" name="F2-robot-1545-446-0350-ellipse">
              <a:extLst xmlns:a="http://schemas.openxmlformats.org/drawingml/2006/main">
                <a:ext uri="{FF2B5EF4-FFF2-40B4-BE49-F238E27FC236}">
                  <a16:creationId xmlns:a16="http://schemas.microsoft.com/office/drawing/2014/main" id="{F6FD9CAF-77E3-409E-86F3-21E4BACEDC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88991" y="4604480"/>
              <a:ext cx="94298" cy="2457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008C78"/>
              </a:solidFill>
            </a:ln>
          </p:spPr>
        </p:sp>
        <p:sp>
          <p:nvSpPr>
            <p:cNvPr id="351" name="F2-robot-1545-446-0351-ellipse">
              <a:extLst xmlns:a="http://schemas.openxmlformats.org/drawingml/2006/main">
                <a:ext uri="{FF2B5EF4-FFF2-40B4-BE49-F238E27FC236}">
                  <a16:creationId xmlns:a16="http://schemas.microsoft.com/office/drawing/2014/main" id="{FD36A458-6D8C-4186-902F-804EC1A3089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07422" y="4438602"/>
              <a:ext cx="48863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352" name="F2-robot-1545-446-0352-ellipse">
              <a:extLst xmlns:a="http://schemas.openxmlformats.org/drawingml/2006/main">
                <a:ext uri="{FF2B5EF4-FFF2-40B4-BE49-F238E27FC236}">
                  <a16:creationId xmlns:a16="http://schemas.microsoft.com/office/drawing/2014/main" id="{6CA8D66D-1D99-483E-A55E-86437A3A765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27437" y="4299347"/>
              <a:ext cx="48863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353" name="F2-robot-1545-446-0353-ellipse">
              <a:extLst xmlns:a="http://schemas.openxmlformats.org/drawingml/2006/main">
                <a:ext uri="{FF2B5EF4-FFF2-40B4-BE49-F238E27FC236}">
                  <a16:creationId xmlns:a16="http://schemas.microsoft.com/office/drawing/2014/main" id="{A9D0FA7C-B966-4EBE-BF26-9CE01E3E07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21735" y="4397645"/>
              <a:ext cx="48863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354" name="F2-robot-1545-446-0354-ellipse">
              <a:extLst xmlns:a="http://schemas.openxmlformats.org/drawingml/2006/main">
                <a:ext uri="{FF2B5EF4-FFF2-40B4-BE49-F238E27FC236}">
                  <a16:creationId xmlns:a16="http://schemas.microsoft.com/office/drawing/2014/main" id="{36326582-F04D-4979-ABE0-D201D5F1B2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43166" y="4471368"/>
              <a:ext cx="48863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355" name="F2-robot-1545-446-0355-line">
              <a:extLst xmlns:a="http://schemas.openxmlformats.org/drawingml/2006/main">
                <a:ext uri="{FF2B5EF4-FFF2-40B4-BE49-F238E27FC236}">
                  <a16:creationId xmlns:a16="http://schemas.microsoft.com/office/drawing/2014/main" id="{0C131C02-6E09-4081-8BAA-4DEFFCB8D6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56453" y="4493895"/>
              <a:ext cx="38576" cy="28670"/>
            </a:xfrm>
            <a:custGeom xmlns:a="http://schemas.openxmlformats.org/drawingml/2006/main">
              <a:pathLst>
                <a:path w="38576" h="28670">
                  <a:moveTo>
                    <a:pt x="0" y="0"/>
                  </a:moveTo>
                  <a:lnTo>
                    <a:pt x="26146" y="28670"/>
                  </a:lnTo>
                  <a:lnTo>
                    <a:pt x="38576" y="2867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008C78"/>
              </a:solidFill>
              <a:prstDash val="solid"/>
            </a:ln>
          </p:spPr>
        </p:sp>
        <p:sp>
          <p:nvSpPr>
            <p:cNvPr id="356" name="F2-robot-1545-446-0356-line">
              <a:extLst xmlns:a="http://schemas.openxmlformats.org/drawingml/2006/main">
                <a:ext uri="{FF2B5EF4-FFF2-40B4-BE49-F238E27FC236}">
                  <a16:creationId xmlns:a16="http://schemas.microsoft.com/office/drawing/2014/main" id="{B4F54348-3306-43E4-96A8-C2ACF17A5B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82171" y="4493895"/>
              <a:ext cx="24860" cy="24574"/>
            </a:xfrm>
            <a:custGeom xmlns:a="http://schemas.openxmlformats.org/drawingml/2006/main">
              <a:pathLst>
                <a:path w="24860" h="24574">
                  <a:moveTo>
                    <a:pt x="0" y="0"/>
                  </a:moveTo>
                  <a:lnTo>
                    <a:pt x="24860" y="24574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008C78"/>
              </a:solidFill>
              <a:prstDash val="solid"/>
            </a:ln>
          </p:spPr>
        </p:sp>
      </p:grpSp>
      <p:sp>
        <p:nvSpPr>
          <p:cNvPr id="495" name="F2-math-1599-445"/>
          <p:cNvSpPr txBox="1"/>
          <p:nvPr/>
        </p:nvSpPr>
        <p:spPr>
          <ns0:xfrm xmlns:ns0="http://schemas.openxmlformats.org/drawingml/2006/main">
            <ns0:off x="15344775" y="4286250"/>
            <ns0:ext cx="523875" cy="3714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4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grpSp>
        <p:nvGrpSpPr>
          <p:cNvPr id="496" name="F2-document-1347-512"/>
          <p:cNvGrpSpPr/>
          <p:nvPr/>
        </p:nvGrpSpPr>
        <p:grpSpPr>
          <ns1:xfrm xmlns:ns1="http://schemas.openxmlformats.org/drawingml/2006/main">
            <ns1:off x="12859893" y="4887468"/>
            <ns1:ext cx="173736" cy="245364"/>
            <ns1:chOff x="12859893" y="4887468"/>
            <ns1:chExt cx="173736" cy="245364"/>
          </ns1:xfrm>
        </p:grpSpPr>
        <p:sp>
          <p:nvSpPr>
            <p:cNvPr id="360" name="F2-document-1347-512-0360-custom">
              <a:extLst xmlns:a="http://schemas.openxmlformats.org/drawingml/2006/main">
                <a:ext uri="{FF2B5EF4-FFF2-40B4-BE49-F238E27FC236}">
                  <a16:creationId xmlns:a16="http://schemas.microsoft.com/office/drawing/2014/main" id="{E337CD7B-C1E6-4D93-8493-341DB9BDC5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59893" y="4887468"/>
              <a:ext cx="173736" cy="245364"/>
            </a:xfrm>
            <a:custGeom xmlns:a="http://schemas.openxmlformats.org/drawingml/2006/main">
              <a:pathLst>
                <a:path w="173736" h="245364">
                  <a:moveTo>
                    <a:pt x="0" y="0"/>
                  </a:moveTo>
                  <a:lnTo>
                    <a:pt x="118872" y="0"/>
                  </a:lnTo>
                  <a:lnTo>
                    <a:pt x="173736" y="61341"/>
                  </a:lnTo>
                  <a:lnTo>
                    <a:pt x="173736" y="245364"/>
                  </a:lnTo>
                  <a:lnTo>
                    <a:pt x="0" y="245364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4859">
              <a:solidFill>
                <a:srgbClr val="252A32"/>
              </a:solidFill>
            </a:ln>
          </p:spPr>
        </p:sp>
        <p:sp>
          <p:nvSpPr>
            <p:cNvPr id="361" name="F2-document-1347-512-0361-line">
              <a:extLst xmlns:a="http://schemas.openxmlformats.org/drawingml/2006/main">
                <a:ext uri="{FF2B5EF4-FFF2-40B4-BE49-F238E27FC236}">
                  <a16:creationId xmlns:a16="http://schemas.microsoft.com/office/drawing/2014/main" id="{4C79013E-83D4-4543-B74A-DA11BA41D0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78765" y="4887468"/>
              <a:ext cx="54864" cy="61341"/>
            </a:xfrm>
            <a:custGeom xmlns:a="http://schemas.openxmlformats.org/drawingml/2006/main">
              <a:pathLst>
                <a:path w="54864" h="61341">
                  <a:moveTo>
                    <a:pt x="0" y="0"/>
                  </a:moveTo>
                  <a:lnTo>
                    <a:pt x="0" y="61341"/>
                  </a:lnTo>
                  <a:lnTo>
                    <a:pt x="54864" y="6134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252A32"/>
              </a:solidFill>
              <a:prstDash val="solid"/>
            </a:ln>
          </p:spPr>
        </p:sp>
        <p:sp>
          <p:nvSpPr>
            <p:cNvPr id="362" name="F2-document-1347-512-0362-line">
              <a:extLst xmlns:a="http://schemas.openxmlformats.org/drawingml/2006/main">
                <a:ext uri="{FF2B5EF4-FFF2-40B4-BE49-F238E27FC236}">
                  <a16:creationId xmlns:a16="http://schemas.microsoft.com/office/drawing/2014/main" id="{8C6B95C9-7551-4484-B168-8F3CBA913C0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96469" y="4991481"/>
              <a:ext cx="100584" cy="9525"/>
            </a:xfrm>
            <a:custGeom xmlns:a="http://schemas.openxmlformats.org/drawingml/2006/main">
              <a:pathLst>
                <a:path w="100584" h="9525">
                  <a:moveTo>
                    <a:pt x="0" y="0"/>
                  </a:moveTo>
                  <a:lnTo>
                    <a:pt x="10058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716">
              <a:solidFill>
                <a:srgbClr val="252A32"/>
              </a:solidFill>
              <a:prstDash val="solid"/>
            </a:ln>
          </p:spPr>
        </p:sp>
        <p:sp>
          <p:nvSpPr>
            <p:cNvPr id="363" name="F2-document-1347-512-0363-line">
              <a:extLst xmlns:a="http://schemas.openxmlformats.org/drawingml/2006/main">
                <a:ext uri="{FF2B5EF4-FFF2-40B4-BE49-F238E27FC236}">
                  <a16:creationId xmlns:a16="http://schemas.microsoft.com/office/drawing/2014/main" id="{9FDF93C7-3771-495A-8E62-46E4465BEC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96469" y="5031486"/>
              <a:ext cx="100584" cy="9525"/>
            </a:xfrm>
            <a:custGeom xmlns:a="http://schemas.openxmlformats.org/drawingml/2006/main">
              <a:pathLst>
                <a:path w="100584" h="9525">
                  <a:moveTo>
                    <a:pt x="0" y="0"/>
                  </a:moveTo>
                  <a:lnTo>
                    <a:pt x="10058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716">
              <a:solidFill>
                <a:srgbClr val="252A32"/>
              </a:solidFill>
              <a:prstDash val="solid"/>
            </a:ln>
          </p:spPr>
        </p:sp>
        <p:sp>
          <p:nvSpPr>
            <p:cNvPr id="364" name="F2-document-1347-512-0364-line">
              <a:extLst xmlns:a="http://schemas.openxmlformats.org/drawingml/2006/main">
                <a:ext uri="{FF2B5EF4-FFF2-40B4-BE49-F238E27FC236}">
                  <a16:creationId xmlns:a16="http://schemas.microsoft.com/office/drawing/2014/main" id="{30A6CDB1-3750-4BDF-B149-FA9F32CBDF0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96469" y="5071491"/>
              <a:ext cx="100584" cy="9525"/>
            </a:xfrm>
            <a:custGeom xmlns:a="http://schemas.openxmlformats.org/drawingml/2006/main">
              <a:pathLst>
                <a:path w="100584" h="9525">
                  <a:moveTo>
                    <a:pt x="0" y="0"/>
                  </a:moveTo>
                  <a:lnTo>
                    <a:pt x="10058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716">
              <a:solidFill>
                <a:srgbClr val="252A32"/>
              </a:solidFill>
              <a:prstDash val="solid"/>
            </a:ln>
          </p:spPr>
        </p:sp>
      </p:grpSp>
      <p:sp>
        <p:nvSpPr>
          <p:cNvPr id="365" name="F2-0365-text"/>
          <p:cNvSpPr txBox="1"/>
          <p:nvPr/>
        </p:nvSpPr>
        <p:spPr>
          <ns0:xfrm xmlns:ns0="http://schemas.openxmlformats.org/drawingml/2006/main">
            <ns0:off x="13055600" y="4880695"/>
            <ns0:ext cx="3187700" cy="22081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source e · u · start u+16</ns0:t>
            </ns0:r>
          </ns0:p>
        </p:txBody>
      </p:sp>
      <p:sp>
        <p:nvSpPr>
          <p:cNvPr id="366" name="F2-0366-roundRect">
            <a:extLst xmlns:a="http://schemas.openxmlformats.org/drawingml/2006/main">
              <a:ext uri="{FF2B5EF4-FFF2-40B4-BE49-F238E27FC236}">
                <a16:creationId xmlns:a16="http://schemas.microsoft.com/office/drawing/2014/main" id="{B91C8D2E-6D1C-4C16-904D-24F51716E61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4425" y="5457825"/>
            <a:ext cx="3543300" cy="1038225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BBC2CD"/>
            </a:solidFill>
            <a:prstDash val="solid"/>
          </a:ln>
        </p:spPr>
      </p:sp>
      <p:sp>
        <p:nvSpPr>
          <p:cNvPr id="367" name="F2-0367-roundRect">
            <a:extLst xmlns:a="http://schemas.openxmlformats.org/drawingml/2006/main">
              <a:ext uri="{FF2B5EF4-FFF2-40B4-BE49-F238E27FC236}">
                <a16:creationId xmlns:a16="http://schemas.microsoft.com/office/drawing/2014/main" id="{7E335714-47B2-4B52-BF39-C92F579229C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44425" y="5457825"/>
            <a:ext cx="18097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2383">
            <a:solidFill>
              <a:srgbClr val="9BA9C3"/>
            </a:solidFill>
            <a:prstDash val="solid"/>
          </a:ln>
        </p:spPr>
      </p:sp>
      <p:sp>
        <p:nvSpPr>
          <p:cNvPr id="368" name="F2-0368-roundRect">
            <a:extLst xmlns:a="http://schemas.openxmlformats.org/drawingml/2006/main">
              <a:ext uri="{FF2B5EF4-FFF2-40B4-BE49-F238E27FC236}">
                <a16:creationId xmlns:a16="http://schemas.microsoft.com/office/drawing/2014/main" id="{384644F8-40D7-4591-983C-9DDECA5F475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354175" y="5457825"/>
            <a:ext cx="17335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12383">
            <a:solidFill>
              <a:srgbClr val="8AC5B8"/>
            </a:solidFill>
            <a:prstDash val="solid"/>
          </a:ln>
        </p:spPr>
      </p:sp>
      <p:sp>
        <p:nvSpPr>
          <p:cNvPr id="373" name="F2-0373-text"/>
          <p:cNvSpPr txBox="1"/>
          <p:nvPr/>
        </p:nvSpPr>
        <p:spPr>
          <ns0:xfrm xmlns:ns0="http://schemas.openxmlformats.org/drawingml/2006/main">
            <ns0:off x="12992100" y="5639991"/>
            <ns0:ext cx="889000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Replay</ns0:t>
            </ns0:r>
          </ns0:p>
        </p:txBody>
      </p:sp>
      <p:sp>
        <p:nvSpPr>
          <p:cNvPr id="498" name="F2-math-1452-585"/>
          <p:cNvSpPr txBox="1"/>
          <p:nvPr/>
        </p:nvSpPr>
        <p:spPr>
          <ns0:xfrm xmlns:ns0="http://schemas.openxmlformats.org/drawingml/2006/main">
            <ns0:off x="13916025" y="5591175"/>
            <ns0:ext cx="361950" cy="3333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õ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grpSp>
        <p:nvGrpSpPr>
          <p:cNvPr id="499" name="F2-robot-1545-583"/>
          <p:cNvGrpSpPr/>
          <p:nvPr/>
        </p:nvGrpSpPr>
        <p:grpSpPr>
          <ns1:xfrm xmlns:ns1="http://schemas.openxmlformats.org/drawingml/2006/main">
            <ns1:off x="14784705" y="5604272"/>
            <ns1:ext cx="322326" cy="346091"/>
            <ns1:chOff x="14784705" y="5604272"/>
            <ns1:chExt cx="322326" cy="346091"/>
          </ns1:xfrm>
        </p:grpSpPr>
        <p:sp>
          <p:nvSpPr>
            <p:cNvPr id="376" name="F2-robot-1545-583-0376-custom">
              <a:extLst xmlns:a="http://schemas.openxmlformats.org/drawingml/2006/main">
                <a:ext uri="{FF2B5EF4-FFF2-40B4-BE49-F238E27FC236}">
                  <a16:creationId xmlns:a16="http://schemas.microsoft.com/office/drawing/2014/main" id="{1B76B4FA-311D-4A89-924F-7EBBADFA15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14242" y="5766054"/>
              <a:ext cx="35223" cy="151543"/>
            </a:xfrm>
            <a:custGeom xmlns:a="http://schemas.openxmlformats.org/drawingml/2006/main">
              <a:pathLst>
                <a:path w="35223" h="151543">
                  <a:moveTo>
                    <a:pt x="35223" y="151543"/>
                  </a:moveTo>
                  <a:lnTo>
                    <a:pt x="35223" y="0"/>
                  </a:lnTo>
                  <a:lnTo>
                    <a:pt x="0" y="0"/>
                  </a:lnTo>
                  <a:lnTo>
                    <a:pt x="0" y="151543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377" name="F2-robot-1545-583-0377-custom">
              <a:extLst xmlns:a="http://schemas.openxmlformats.org/drawingml/2006/main">
                <a:ext uri="{FF2B5EF4-FFF2-40B4-BE49-F238E27FC236}">
                  <a16:creationId xmlns:a16="http://schemas.microsoft.com/office/drawing/2014/main" id="{5FF24BCF-A9C8-42D5-AA07-012B8CE3C5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18513" y="5615301"/>
              <a:ext cx="146697" cy="162251"/>
            </a:xfrm>
            <a:custGeom xmlns:a="http://schemas.openxmlformats.org/drawingml/2006/main">
              <a:pathLst>
                <a:path w="146697" h="162251">
                  <a:moveTo>
                    <a:pt x="26682" y="162251"/>
                  </a:moveTo>
                  <a:lnTo>
                    <a:pt x="146697" y="22995"/>
                  </a:lnTo>
                  <a:lnTo>
                    <a:pt x="120015" y="0"/>
                  </a:lnTo>
                  <a:lnTo>
                    <a:pt x="0" y="139256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378" name="F2-robot-1545-583-0378-custom">
              <a:extLst xmlns:a="http://schemas.openxmlformats.org/drawingml/2006/main">
                <a:ext uri="{FF2B5EF4-FFF2-40B4-BE49-F238E27FC236}">
                  <a16:creationId xmlns:a16="http://schemas.microsoft.com/office/drawing/2014/main" id="{76525A5E-FAC3-44C0-8C9A-F58BF15177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39159" y="5614606"/>
              <a:ext cx="119716" cy="122682"/>
            </a:xfrm>
            <a:custGeom xmlns:a="http://schemas.openxmlformats.org/drawingml/2006/main">
              <a:pathLst>
                <a:path w="119716" h="122682">
                  <a:moveTo>
                    <a:pt x="0" y="24384"/>
                  </a:moveTo>
                  <a:lnTo>
                    <a:pt x="94298" y="122682"/>
                  </a:lnTo>
                  <a:lnTo>
                    <a:pt x="119716" y="98298"/>
                  </a:lnTo>
                  <a:lnTo>
                    <a:pt x="25419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379" name="F2-robot-1545-583-0379-custom">
              <a:extLst xmlns:a="http://schemas.openxmlformats.org/drawingml/2006/main">
                <a:ext uri="{FF2B5EF4-FFF2-40B4-BE49-F238E27FC236}">
                  <a16:creationId xmlns:a16="http://schemas.microsoft.com/office/drawing/2014/main" id="{781FF6B3-A818-4EDC-A614-80C5BF9A7B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29255" y="5720180"/>
              <a:ext cx="55255" cy="83556"/>
            </a:xfrm>
            <a:custGeom xmlns:a="http://schemas.openxmlformats.org/drawingml/2006/main">
              <a:pathLst>
                <a:path w="55255" h="83556">
                  <a:moveTo>
                    <a:pt x="0" y="9832"/>
                  </a:moveTo>
                  <a:lnTo>
                    <a:pt x="21431" y="83556"/>
                  </a:lnTo>
                  <a:lnTo>
                    <a:pt x="55255" y="73724"/>
                  </a:lnTo>
                  <a:lnTo>
                    <a:pt x="33823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380" name="F2-robot-1545-583-0380-ellipse">
              <a:extLst xmlns:a="http://schemas.openxmlformats.org/drawingml/2006/main">
                <a:ext uri="{FF2B5EF4-FFF2-40B4-BE49-F238E27FC236}">
                  <a16:creationId xmlns:a16="http://schemas.microsoft.com/office/drawing/2014/main" id="{9D5ECC51-DDE9-49A1-8D20-D0DA049E85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84705" y="5909405"/>
              <a:ext cx="102870" cy="40958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008C78"/>
              </a:solidFill>
            </a:ln>
          </p:spPr>
        </p:sp>
        <p:sp>
          <p:nvSpPr>
            <p:cNvPr id="381" name="F2-robot-1545-583-0381-ellipse">
              <a:extLst xmlns:a="http://schemas.openxmlformats.org/drawingml/2006/main">
                <a:ext uri="{FF2B5EF4-FFF2-40B4-BE49-F238E27FC236}">
                  <a16:creationId xmlns:a16="http://schemas.microsoft.com/office/drawing/2014/main" id="{2014B44F-9D73-438B-8769-9DDFA7CE2A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88991" y="5909405"/>
              <a:ext cx="94298" cy="2457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008C78"/>
              </a:solidFill>
            </a:ln>
          </p:spPr>
        </p:sp>
        <p:sp>
          <p:nvSpPr>
            <p:cNvPr id="382" name="F2-robot-1545-583-0382-ellipse">
              <a:extLst xmlns:a="http://schemas.openxmlformats.org/drawingml/2006/main">
                <a:ext uri="{FF2B5EF4-FFF2-40B4-BE49-F238E27FC236}">
                  <a16:creationId xmlns:a16="http://schemas.microsoft.com/office/drawing/2014/main" id="{8B716FA2-EC14-4E2B-B6BD-43363C0FF39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807422" y="5743527"/>
              <a:ext cx="48863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383" name="F2-robot-1545-583-0383-ellipse">
              <a:extLst xmlns:a="http://schemas.openxmlformats.org/drawingml/2006/main">
                <a:ext uri="{FF2B5EF4-FFF2-40B4-BE49-F238E27FC236}">
                  <a16:creationId xmlns:a16="http://schemas.microsoft.com/office/drawing/2014/main" id="{BE9E0FB2-2626-4813-9631-5E3D833EB54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27437" y="5604272"/>
              <a:ext cx="48863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384" name="F2-robot-1545-583-0384-ellipse">
              <a:extLst xmlns:a="http://schemas.openxmlformats.org/drawingml/2006/main">
                <a:ext uri="{FF2B5EF4-FFF2-40B4-BE49-F238E27FC236}">
                  <a16:creationId xmlns:a16="http://schemas.microsoft.com/office/drawing/2014/main" id="{70D73C37-BC0C-481A-B6A0-A817F8E891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21735" y="5702570"/>
              <a:ext cx="48863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385" name="F2-robot-1545-583-0385-ellipse">
              <a:extLst xmlns:a="http://schemas.openxmlformats.org/drawingml/2006/main">
                <a:ext uri="{FF2B5EF4-FFF2-40B4-BE49-F238E27FC236}">
                  <a16:creationId xmlns:a16="http://schemas.microsoft.com/office/drawing/2014/main" id="{BA7E658B-CDAE-4CE4-A9A2-F1D691AD88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43166" y="5776293"/>
              <a:ext cx="48863" cy="450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008C78"/>
              </a:solidFill>
            </a:ln>
          </p:spPr>
        </p:sp>
        <p:sp>
          <p:nvSpPr>
            <p:cNvPr id="386" name="F2-robot-1545-583-0386-line">
              <a:extLst xmlns:a="http://schemas.openxmlformats.org/drawingml/2006/main">
                <a:ext uri="{FF2B5EF4-FFF2-40B4-BE49-F238E27FC236}">
                  <a16:creationId xmlns:a16="http://schemas.microsoft.com/office/drawing/2014/main" id="{F95716C7-CFC1-422A-93BF-AAD61F8954D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56453" y="5798820"/>
              <a:ext cx="38576" cy="28670"/>
            </a:xfrm>
            <a:custGeom xmlns:a="http://schemas.openxmlformats.org/drawingml/2006/main">
              <a:pathLst>
                <a:path w="38576" h="28670">
                  <a:moveTo>
                    <a:pt x="0" y="0"/>
                  </a:moveTo>
                  <a:lnTo>
                    <a:pt x="26146" y="28670"/>
                  </a:lnTo>
                  <a:lnTo>
                    <a:pt x="38576" y="2867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008C78"/>
              </a:solidFill>
              <a:prstDash val="solid"/>
            </a:ln>
          </p:spPr>
        </p:sp>
        <p:sp>
          <p:nvSpPr>
            <p:cNvPr id="387" name="F2-robot-1545-583-0387-line">
              <a:extLst xmlns:a="http://schemas.openxmlformats.org/drawingml/2006/main">
                <a:ext uri="{FF2B5EF4-FFF2-40B4-BE49-F238E27FC236}">
                  <a16:creationId xmlns:a16="http://schemas.microsoft.com/office/drawing/2014/main" id="{DF5DC691-5B1A-44FF-BE7F-B399D8C347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082171" y="5798820"/>
              <a:ext cx="24860" cy="24575"/>
            </a:xfrm>
            <a:custGeom xmlns:a="http://schemas.openxmlformats.org/drawingml/2006/main">
              <a:pathLst>
                <a:path w="24860" h="24575">
                  <a:moveTo>
                    <a:pt x="0" y="0"/>
                  </a:moveTo>
                  <a:lnTo>
                    <a:pt x="24860" y="245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008C78"/>
              </a:solidFill>
              <a:prstDash val="solid"/>
            </a:ln>
          </p:spPr>
        </p:sp>
      </p:grpSp>
      <p:sp>
        <p:nvSpPr>
          <p:cNvPr id="500" name="F2-math-1599-582"/>
          <p:cNvSpPr txBox="1"/>
          <p:nvPr/>
        </p:nvSpPr>
        <p:spPr>
          <ns0:xfrm xmlns:ns0="http://schemas.openxmlformats.org/drawingml/2006/main">
            <ns0:off x="15344775" y="5591175"/>
            <ns0:ext cx="523875" cy="3714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4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grpSp>
        <p:nvGrpSpPr>
          <p:cNvPr id="501" name="F2-document-1347-649"/>
          <p:cNvGrpSpPr/>
          <p:nvPr/>
        </p:nvGrpSpPr>
        <p:grpSpPr>
          <ns1:xfrm xmlns:ns1="http://schemas.openxmlformats.org/drawingml/2006/main">
            <ns1:off x="12859893" y="6192393"/>
            <ns1:ext cx="173736" cy="245364"/>
            <ns1:chOff x="12859893" y="6192393"/>
            <ns1:chExt cx="173736" cy="245364"/>
          </ns1:xfrm>
        </p:grpSpPr>
        <p:sp>
          <p:nvSpPr>
            <p:cNvPr id="391" name="F2-document-1347-649-0391-custom">
              <a:extLst xmlns:a="http://schemas.openxmlformats.org/drawingml/2006/main">
                <a:ext uri="{FF2B5EF4-FFF2-40B4-BE49-F238E27FC236}">
                  <a16:creationId xmlns:a16="http://schemas.microsoft.com/office/drawing/2014/main" id="{C9D6DD8D-8EB4-4995-BE23-CB532E03CE0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59893" y="6192393"/>
              <a:ext cx="173736" cy="245364"/>
            </a:xfrm>
            <a:custGeom xmlns:a="http://schemas.openxmlformats.org/drawingml/2006/main">
              <a:pathLst>
                <a:path w="173736" h="245364">
                  <a:moveTo>
                    <a:pt x="0" y="0"/>
                  </a:moveTo>
                  <a:lnTo>
                    <a:pt x="118872" y="0"/>
                  </a:lnTo>
                  <a:lnTo>
                    <a:pt x="173736" y="61341"/>
                  </a:lnTo>
                  <a:lnTo>
                    <a:pt x="173736" y="245364"/>
                  </a:lnTo>
                  <a:lnTo>
                    <a:pt x="0" y="245364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4859">
              <a:solidFill>
                <a:srgbClr val="252A32"/>
              </a:solidFill>
            </a:ln>
          </p:spPr>
        </p:sp>
        <p:sp>
          <p:nvSpPr>
            <p:cNvPr id="392" name="F2-document-1347-649-0392-line">
              <a:extLst xmlns:a="http://schemas.openxmlformats.org/drawingml/2006/main">
                <a:ext uri="{FF2B5EF4-FFF2-40B4-BE49-F238E27FC236}">
                  <a16:creationId xmlns:a16="http://schemas.microsoft.com/office/drawing/2014/main" id="{CCB5CF36-267A-468C-BEB2-694A49D8B03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78765" y="6192393"/>
              <a:ext cx="54864" cy="61341"/>
            </a:xfrm>
            <a:custGeom xmlns:a="http://schemas.openxmlformats.org/drawingml/2006/main">
              <a:pathLst>
                <a:path w="54864" h="61341">
                  <a:moveTo>
                    <a:pt x="0" y="0"/>
                  </a:moveTo>
                  <a:lnTo>
                    <a:pt x="0" y="61341"/>
                  </a:lnTo>
                  <a:lnTo>
                    <a:pt x="54864" y="6134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4288">
              <a:solidFill>
                <a:srgbClr val="252A32"/>
              </a:solidFill>
              <a:prstDash val="solid"/>
            </a:ln>
          </p:spPr>
        </p:sp>
        <p:sp>
          <p:nvSpPr>
            <p:cNvPr id="393" name="F2-document-1347-649-0393-line">
              <a:extLst xmlns:a="http://schemas.openxmlformats.org/drawingml/2006/main">
                <a:ext uri="{FF2B5EF4-FFF2-40B4-BE49-F238E27FC236}">
                  <a16:creationId xmlns:a16="http://schemas.microsoft.com/office/drawing/2014/main" id="{03B8EEFE-0C34-40B1-8A04-A2EFB133EE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96469" y="6296406"/>
              <a:ext cx="100584" cy="9525"/>
            </a:xfrm>
            <a:custGeom xmlns:a="http://schemas.openxmlformats.org/drawingml/2006/main">
              <a:pathLst>
                <a:path w="100584" h="9525">
                  <a:moveTo>
                    <a:pt x="0" y="0"/>
                  </a:moveTo>
                  <a:lnTo>
                    <a:pt x="10058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716">
              <a:solidFill>
                <a:srgbClr val="252A32"/>
              </a:solidFill>
              <a:prstDash val="solid"/>
            </a:ln>
          </p:spPr>
        </p:sp>
        <p:sp>
          <p:nvSpPr>
            <p:cNvPr id="394" name="F2-document-1347-649-0394-line">
              <a:extLst xmlns:a="http://schemas.openxmlformats.org/drawingml/2006/main">
                <a:ext uri="{FF2B5EF4-FFF2-40B4-BE49-F238E27FC236}">
                  <a16:creationId xmlns:a16="http://schemas.microsoft.com/office/drawing/2014/main" id="{C50B1711-5F10-4011-B19A-982E9E9AD4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96469" y="6336411"/>
              <a:ext cx="100584" cy="9525"/>
            </a:xfrm>
            <a:custGeom xmlns:a="http://schemas.openxmlformats.org/drawingml/2006/main">
              <a:pathLst>
                <a:path w="100584" h="9525">
                  <a:moveTo>
                    <a:pt x="0" y="0"/>
                  </a:moveTo>
                  <a:lnTo>
                    <a:pt x="10058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716">
              <a:solidFill>
                <a:srgbClr val="252A32"/>
              </a:solidFill>
              <a:prstDash val="solid"/>
            </a:ln>
          </p:spPr>
        </p:sp>
        <p:sp>
          <p:nvSpPr>
            <p:cNvPr id="395" name="F2-document-1347-649-0395-line">
              <a:extLst xmlns:a="http://schemas.openxmlformats.org/drawingml/2006/main">
                <a:ext uri="{FF2B5EF4-FFF2-40B4-BE49-F238E27FC236}">
                  <a16:creationId xmlns:a16="http://schemas.microsoft.com/office/drawing/2014/main" id="{AFFC8BA0-F223-4AF6-ADEA-23556E6831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96469" y="6376416"/>
              <a:ext cx="100584" cy="9525"/>
            </a:xfrm>
            <a:custGeom xmlns:a="http://schemas.openxmlformats.org/drawingml/2006/main">
              <a:pathLst>
                <a:path w="100584" h="9525">
                  <a:moveTo>
                    <a:pt x="0" y="0"/>
                  </a:moveTo>
                  <a:lnTo>
                    <a:pt x="100584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3716">
              <a:solidFill>
                <a:srgbClr val="252A32"/>
              </a:solidFill>
              <a:prstDash val="solid"/>
            </a:ln>
          </p:spPr>
        </p:sp>
      </p:grpSp>
      <p:sp>
        <p:nvSpPr>
          <p:cNvPr id="396" name="F2-0396-text"/>
          <p:cNvSpPr txBox="1"/>
          <p:nvPr/>
        </p:nvSpPr>
        <p:spPr>
          <ns0:xfrm xmlns:ns0="http://schemas.openxmlformats.org/drawingml/2006/main">
            <ns0:off x="13055600" y="6185620"/>
            <ns0:ext cx="3187700" cy="22081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source e · u · start u+24</ns0:t>
            </ns0:r>
          </ns0:p>
        </p:txBody>
      </p:sp>
      <p:sp>
        <p:nvSpPr>
          <p:cNvPr id="399" name="F2-0399-text"/>
          <p:cNvSpPr txBox="1"/>
          <p:nvPr/>
        </p:nvSpPr>
        <p:spPr>
          <ns0:xfrm xmlns:ns0="http://schemas.openxmlformats.org/drawingml/2006/main">
            <ns0:off x="11325225" y="1533525"/>
            <ns0:ext cx="899160" cy="2762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Replay õ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grpSp>
        <p:nvGrpSpPr>
          <p:cNvPr id="503" name="F2-route-402"/>
          <p:cNvGrpSpPr/>
          <p:nvPr/>
        </p:nvGrpSpPr>
        <p:grpSpPr>
          <ns1:xfrm xmlns:ns1="http://schemas.openxmlformats.org/drawingml/2006/main">
            <ns1:off x="12115800" y="1831353"/>
            <ns1:ext cx="409575" cy="128245"/>
            <ns1:chOff x="12115800" y="1831353"/>
            <ns1:chExt cx="409575" cy="128245"/>
          </ns1:xfrm>
        </p:grpSpPr>
        <p:sp>
          <p:nvSpPr>
            <p:cNvPr id="402" name="F2-route-402-0402-arrow-route">
              <a:extLst xmlns:a="http://schemas.openxmlformats.org/drawingml/2006/main">
                <a:ext uri="{FF2B5EF4-FFF2-40B4-BE49-F238E27FC236}">
                  <a16:creationId xmlns:a16="http://schemas.microsoft.com/office/drawing/2014/main" id="{ECF3B82E-890E-4FC1-9282-73655ABE96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15800" y="1895475"/>
              <a:ext cx="409575" cy="9525"/>
            </a:xfrm>
            <a:custGeom xmlns:a="http://schemas.openxmlformats.org/drawingml/2006/main"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2385">
              <a:solidFill>
                <a:srgbClr val="3C5488"/>
              </a:solidFill>
              <a:prstDash val="solid"/>
            </a:ln>
          </p:spPr>
        </p:sp>
        <p:sp>
          <p:nvSpPr>
            <p:cNvPr id="403" name="F2-route-402-0403-custom">
              <a:extLst xmlns:a="http://schemas.openxmlformats.org/drawingml/2006/main">
                <a:ext uri="{FF2B5EF4-FFF2-40B4-BE49-F238E27FC236}">
                  <a16:creationId xmlns:a16="http://schemas.microsoft.com/office/drawing/2014/main" id="{6447FC6E-80D1-4644-A7DD-76A1E40CF8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408789" y="1831353"/>
              <a:ext cx="116586" cy="128245"/>
            </a:xfrm>
            <a:custGeom xmlns:a="http://schemas.openxmlformats.org/drawingml/2006/main">
              <a:pathLst>
                <a:path w="116586" h="128245">
                  <a:moveTo>
                    <a:pt x="116586" y="64122"/>
                  </a:moveTo>
                  <a:lnTo>
                    <a:pt x="0" y="128245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3C5488"/>
            </a:solidFill>
            <a:ln xmlns:a="http://schemas.openxmlformats.org/drawingml/2006/main" w="953">
              <a:solidFill>
                <a:srgbClr val="3C5488"/>
              </a:solidFill>
            </a:ln>
          </p:spPr>
        </p:sp>
      </p:grpSp>
      <p:sp>
        <p:nvSpPr>
          <p:cNvPr id="404" name="F2-0404-ellipse">
            <a:extLst xmlns:a="http://schemas.openxmlformats.org/drawingml/2006/main">
              <a:ext uri="{FF2B5EF4-FFF2-40B4-BE49-F238E27FC236}">
                <a16:creationId xmlns:a16="http://schemas.microsoft.com/office/drawing/2014/main" id="{5DD499E0-3A61-495F-9452-A6E28FE4781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61508" y="1841183"/>
            <a:ext cx="108585" cy="1085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488"/>
          </a:solidFill>
          <a:ln xmlns:a="http://schemas.openxmlformats.org/drawingml/2006/main" w="1905">
            <a:solidFill>
              <a:srgbClr val="3C5488"/>
            </a:solidFill>
          </a:ln>
        </p:spPr>
      </p:sp>
      <p:grpSp>
        <p:nvGrpSpPr>
          <p:cNvPr id="504" name="F2-route-405"/>
          <p:cNvGrpSpPr/>
          <p:nvPr/>
        </p:nvGrpSpPr>
        <p:grpSpPr>
          <ns1:xfrm xmlns:ns1="http://schemas.openxmlformats.org/drawingml/2006/main">
            <ns1:off x="12115800" y="3126753"/>
            <ns1:ext cx="409575" cy="128245"/>
            <ns1:chOff x="12115800" y="3126753"/>
            <ns1:chExt cx="409575" cy="128245"/>
          </ns1:xfrm>
        </p:grpSpPr>
        <p:sp>
          <p:nvSpPr>
            <p:cNvPr id="405" name="F2-route-405-0405-arrow-route">
              <a:extLst xmlns:a="http://schemas.openxmlformats.org/drawingml/2006/main">
                <a:ext uri="{FF2B5EF4-FFF2-40B4-BE49-F238E27FC236}">
                  <a16:creationId xmlns:a16="http://schemas.microsoft.com/office/drawing/2014/main" id="{8BE4D1B7-DBC0-49DC-8C13-6D7CFC2C38E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15800" y="3190875"/>
              <a:ext cx="409575" cy="9525"/>
            </a:xfrm>
            <a:custGeom xmlns:a="http://schemas.openxmlformats.org/drawingml/2006/main"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2385">
              <a:solidFill>
                <a:srgbClr val="3C5488"/>
              </a:solidFill>
              <a:prstDash val="solid"/>
            </a:ln>
          </p:spPr>
        </p:sp>
        <p:sp>
          <p:nvSpPr>
            <p:cNvPr id="406" name="F2-route-405-0406-custom">
              <a:extLst xmlns:a="http://schemas.openxmlformats.org/drawingml/2006/main">
                <a:ext uri="{FF2B5EF4-FFF2-40B4-BE49-F238E27FC236}">
                  <a16:creationId xmlns:a16="http://schemas.microsoft.com/office/drawing/2014/main" id="{284A6B7B-1BE1-406D-9269-1F8CE907D62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408789" y="3126753"/>
              <a:ext cx="116586" cy="128245"/>
            </a:xfrm>
            <a:custGeom xmlns:a="http://schemas.openxmlformats.org/drawingml/2006/main">
              <a:pathLst>
                <a:path w="116586" h="128245">
                  <a:moveTo>
                    <a:pt x="116586" y="64122"/>
                  </a:moveTo>
                  <a:lnTo>
                    <a:pt x="0" y="128245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3C5488"/>
            </a:solidFill>
            <a:ln xmlns:a="http://schemas.openxmlformats.org/drawingml/2006/main" w="953">
              <a:solidFill>
                <a:srgbClr val="3C5488"/>
              </a:solidFill>
            </a:ln>
          </p:spPr>
        </p:sp>
      </p:grpSp>
      <p:sp>
        <p:nvSpPr>
          <p:cNvPr id="407" name="F2-0407-ellipse">
            <a:extLst xmlns:a="http://schemas.openxmlformats.org/drawingml/2006/main">
              <a:ext uri="{FF2B5EF4-FFF2-40B4-BE49-F238E27FC236}">
                <a16:creationId xmlns:a16="http://schemas.microsoft.com/office/drawing/2014/main" id="{AF071F52-B027-46BD-A2F4-ECDAD472AC3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61508" y="3136583"/>
            <a:ext cx="108585" cy="1085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488"/>
          </a:solidFill>
          <a:ln xmlns:a="http://schemas.openxmlformats.org/drawingml/2006/main" w="1905">
            <a:solidFill>
              <a:srgbClr val="3C5488"/>
            </a:solidFill>
          </a:ln>
        </p:spPr>
      </p:sp>
      <p:grpSp>
        <p:nvGrpSpPr>
          <p:cNvPr id="505" name="F2-route-408"/>
          <p:cNvGrpSpPr/>
          <p:nvPr/>
        </p:nvGrpSpPr>
        <p:grpSpPr>
          <ns1:xfrm xmlns:ns1="http://schemas.openxmlformats.org/drawingml/2006/main">
            <ns1:off x="12115800" y="4393578"/>
            <ns1:ext cx="409575" cy="128245"/>
            <ns1:chOff x="12115800" y="4393578"/>
            <ns1:chExt cx="409575" cy="128245"/>
          </ns1:xfrm>
        </p:grpSpPr>
        <p:sp>
          <p:nvSpPr>
            <p:cNvPr id="408" name="F2-route-408-0408-arrow-route">
              <a:extLst xmlns:a="http://schemas.openxmlformats.org/drawingml/2006/main">
                <a:ext uri="{FF2B5EF4-FFF2-40B4-BE49-F238E27FC236}">
                  <a16:creationId xmlns:a16="http://schemas.microsoft.com/office/drawing/2014/main" id="{AEA3FD03-4594-48FD-87DA-45B43D4A447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15800" y="4457700"/>
              <a:ext cx="409575" cy="9525"/>
            </a:xfrm>
            <a:custGeom xmlns:a="http://schemas.openxmlformats.org/drawingml/2006/main"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2385">
              <a:solidFill>
                <a:srgbClr val="3C5488"/>
              </a:solidFill>
              <a:prstDash val="solid"/>
            </a:ln>
          </p:spPr>
        </p:sp>
        <p:sp>
          <p:nvSpPr>
            <p:cNvPr id="409" name="F2-route-408-0409-custom">
              <a:extLst xmlns:a="http://schemas.openxmlformats.org/drawingml/2006/main">
                <a:ext uri="{FF2B5EF4-FFF2-40B4-BE49-F238E27FC236}">
                  <a16:creationId xmlns:a16="http://schemas.microsoft.com/office/drawing/2014/main" id="{363B71F7-3CD2-4EC2-B62F-D903CD4295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408789" y="4393578"/>
              <a:ext cx="116586" cy="128245"/>
            </a:xfrm>
            <a:custGeom xmlns:a="http://schemas.openxmlformats.org/drawingml/2006/main">
              <a:pathLst>
                <a:path w="116586" h="128245">
                  <a:moveTo>
                    <a:pt x="116586" y="64122"/>
                  </a:moveTo>
                  <a:lnTo>
                    <a:pt x="0" y="128245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3C5488"/>
            </a:solidFill>
            <a:ln xmlns:a="http://schemas.openxmlformats.org/drawingml/2006/main" w="953">
              <a:solidFill>
                <a:srgbClr val="3C5488"/>
              </a:solidFill>
            </a:ln>
          </p:spPr>
        </p:sp>
      </p:grpSp>
      <p:sp>
        <p:nvSpPr>
          <p:cNvPr id="410" name="F2-0410-ellipse">
            <a:extLst xmlns:a="http://schemas.openxmlformats.org/drawingml/2006/main">
              <a:ext uri="{FF2B5EF4-FFF2-40B4-BE49-F238E27FC236}">
                <a16:creationId xmlns:a16="http://schemas.microsoft.com/office/drawing/2014/main" id="{F1088B24-65F5-4B82-8D2A-6F64718157A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61508" y="4403408"/>
            <a:ext cx="108585" cy="1085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488"/>
          </a:solidFill>
          <a:ln xmlns:a="http://schemas.openxmlformats.org/drawingml/2006/main" w="1905">
            <a:solidFill>
              <a:srgbClr val="3C5488"/>
            </a:solidFill>
          </a:ln>
        </p:spPr>
      </p:sp>
      <p:grpSp>
        <p:nvGrpSpPr>
          <p:cNvPr id="506" name="F2-route-411"/>
          <p:cNvGrpSpPr/>
          <p:nvPr/>
        </p:nvGrpSpPr>
        <p:grpSpPr>
          <ns1:xfrm xmlns:ns1="http://schemas.openxmlformats.org/drawingml/2006/main">
            <ns1:off x="12115800" y="5698503"/>
            <ns1:ext cx="409575" cy="128245"/>
            <ns1:chOff x="12115800" y="5698503"/>
            <ns1:chExt cx="409575" cy="128245"/>
          </ns1:xfrm>
        </p:grpSpPr>
        <p:sp>
          <p:nvSpPr>
            <p:cNvPr id="411" name="F2-route-411-0411-arrow-route">
              <a:extLst xmlns:a="http://schemas.openxmlformats.org/drawingml/2006/main">
                <a:ext uri="{FF2B5EF4-FFF2-40B4-BE49-F238E27FC236}">
                  <a16:creationId xmlns:a16="http://schemas.microsoft.com/office/drawing/2014/main" id="{6868BFD9-4E97-465A-A8B5-286755A1B8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15800" y="5762625"/>
              <a:ext cx="409575" cy="9525"/>
            </a:xfrm>
            <a:custGeom xmlns:a="http://schemas.openxmlformats.org/drawingml/2006/main">
              <a:pathLst>
                <a:path w="409575" h="9525">
                  <a:moveTo>
                    <a:pt x="0" y="0"/>
                  </a:moveTo>
                  <a:lnTo>
                    <a:pt x="4095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2385">
              <a:solidFill>
                <a:srgbClr val="3C5488"/>
              </a:solidFill>
              <a:prstDash val="solid"/>
            </a:ln>
          </p:spPr>
        </p:sp>
        <p:sp>
          <p:nvSpPr>
            <p:cNvPr id="412" name="F2-route-411-0412-custom">
              <a:extLst xmlns:a="http://schemas.openxmlformats.org/drawingml/2006/main">
                <a:ext uri="{FF2B5EF4-FFF2-40B4-BE49-F238E27FC236}">
                  <a16:creationId xmlns:a16="http://schemas.microsoft.com/office/drawing/2014/main" id="{F1B95418-1196-4F1A-AE3E-8AB998EF6E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408789" y="5698503"/>
              <a:ext cx="116586" cy="128245"/>
            </a:xfrm>
            <a:custGeom xmlns:a="http://schemas.openxmlformats.org/drawingml/2006/main">
              <a:pathLst>
                <a:path w="116586" h="128245">
                  <a:moveTo>
                    <a:pt x="116586" y="64122"/>
                  </a:moveTo>
                  <a:lnTo>
                    <a:pt x="0" y="128245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3C5488"/>
            </a:solidFill>
            <a:ln xmlns:a="http://schemas.openxmlformats.org/drawingml/2006/main" w="953">
              <a:solidFill>
                <a:srgbClr val="3C5488"/>
              </a:solidFill>
            </a:ln>
          </p:spPr>
        </p:sp>
      </p:grpSp>
      <p:sp>
        <p:nvSpPr>
          <p:cNvPr id="413" name="F2-0413-ellipse">
            <a:extLst xmlns:a="http://schemas.openxmlformats.org/drawingml/2006/main">
              <a:ext uri="{FF2B5EF4-FFF2-40B4-BE49-F238E27FC236}">
                <a16:creationId xmlns:a16="http://schemas.microsoft.com/office/drawing/2014/main" id="{6C8CC647-BC52-4E7B-B458-FA32EF2372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61508" y="5708333"/>
            <a:ext cx="108585" cy="1085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5488"/>
          </a:solidFill>
          <a:ln xmlns:a="http://schemas.openxmlformats.org/drawingml/2006/main" w="1905">
            <a:solidFill>
              <a:srgbClr val="3C5488"/>
            </a:solidFill>
          </a:ln>
        </p:spPr>
      </p:sp>
      <p:grpSp>
        <p:nvGrpSpPr>
          <p:cNvPr id="507" name="F2-route-414"/>
          <p:cNvGrpSpPr/>
          <p:nvPr/>
        </p:nvGrpSpPr>
        <p:grpSpPr>
          <ns1:xfrm xmlns:ns1="http://schemas.openxmlformats.org/drawingml/2006/main">
            <ns1:off x="10296525" y="4124325"/>
            <ns1:ext cx="1257300" cy="1845298"/>
            <ns1:chOff x="10296525" y="4124325"/>
            <ns1:chExt cx="1257300" cy="1845298"/>
          </ns1:xfrm>
        </p:grpSpPr>
        <p:sp>
          <p:nvSpPr>
            <p:cNvPr id="414" name="F2-route-414-0414-arrow-route">
              <a:extLst xmlns:a="http://schemas.openxmlformats.org/drawingml/2006/main">
                <a:ext uri="{FF2B5EF4-FFF2-40B4-BE49-F238E27FC236}">
                  <a16:creationId xmlns:a16="http://schemas.microsoft.com/office/drawing/2014/main" id="{23E8DA6E-D829-4104-BF5B-4E22B73B157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96525" y="4124325"/>
              <a:ext cx="1257300" cy="1781175"/>
            </a:xfrm>
            <a:custGeom xmlns:a="http://schemas.openxmlformats.org/drawingml/2006/main">
              <a:pathLst>
                <a:path w="1257300" h="1781175">
                  <a:moveTo>
                    <a:pt x="904875" y="0"/>
                  </a:moveTo>
                  <a:lnTo>
                    <a:pt x="1257300" y="0"/>
                  </a:lnTo>
                  <a:lnTo>
                    <a:pt x="1257300" y="1781175"/>
                  </a:lnTo>
                  <a:lnTo>
                    <a:pt x="0" y="17811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2385">
              <a:solidFill>
                <a:srgbClr val="68717D"/>
              </a:solidFill>
              <a:prstDash val="solid"/>
            </a:ln>
          </p:spPr>
        </p:sp>
        <p:sp>
          <p:nvSpPr>
            <p:cNvPr id="415" name="F2-route-414-0415-custom">
              <a:extLst xmlns:a="http://schemas.openxmlformats.org/drawingml/2006/main">
                <a:ext uri="{FF2B5EF4-FFF2-40B4-BE49-F238E27FC236}">
                  <a16:creationId xmlns:a16="http://schemas.microsoft.com/office/drawing/2014/main" id="{6742D438-8BFE-4892-80D3-20A11FD71D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296525" y="5841378"/>
              <a:ext cx="116586" cy="128245"/>
            </a:xfrm>
            <a:custGeom xmlns:a="http://schemas.openxmlformats.org/drawingml/2006/main">
              <a:pathLst>
                <a:path w="116586" h="128245">
                  <a:moveTo>
                    <a:pt x="0" y="64122"/>
                  </a:moveTo>
                  <a:lnTo>
                    <a:pt x="116586" y="0"/>
                  </a:lnTo>
                  <a:lnTo>
                    <a:pt x="116586" y="128245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sp>
        <p:nvSpPr>
          <p:cNvPr id="416" name="F2-0416-ellipse">
            <a:extLst xmlns:a="http://schemas.openxmlformats.org/drawingml/2006/main">
              <a:ext uri="{FF2B5EF4-FFF2-40B4-BE49-F238E27FC236}">
                <a16:creationId xmlns:a16="http://schemas.microsoft.com/office/drawing/2014/main" id="{316E5567-F8DC-4DA7-BC3B-54485CB10B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43298" y="4066223"/>
            <a:ext cx="116205" cy="1162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717D"/>
          </a:solidFill>
          <a:ln xmlns:a="http://schemas.openxmlformats.org/drawingml/2006/main" w="1905">
            <a:solidFill>
              <a:srgbClr val="68717D"/>
            </a:solidFill>
          </a:ln>
        </p:spPr>
      </p:sp>
      <p:sp>
        <p:nvSpPr>
          <p:cNvPr id="417" name="F2-0417-text"/>
          <p:cNvSpPr txBox="1"/>
          <p:nvPr/>
        </p:nvSpPr>
        <p:spPr>
          <ns0:xfrm xmlns:ns0="http://schemas.openxmlformats.org/drawingml/2006/main">
            <ns0:off x="11306175" y="3613976"/>
            <ns0:ext cx="781050" cy="22936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source</ns0:t>
            </ns0:r>
          </ns0:p>
        </p:txBody>
      </p:sp>
      <p:sp>
        <p:nvSpPr>
          <p:cNvPr id="418" name="F2-0418-text"/>
          <p:cNvSpPr txBox="1"/>
          <p:nvPr/>
        </p:nvSpPr>
        <p:spPr>
          <ns0:xfrm xmlns:ns0="http://schemas.openxmlformats.org/drawingml/2006/main">
            <ns0:off x="11306175" y="3824288"/>
            <ns0:ext cx="850900" cy="22936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metadata</ns0:t>
            </ns0:r>
          </ns0:p>
        </p:txBody>
      </p:sp>
      <p:sp>
        <p:nvSpPr>
          <p:cNvPr id="419" name="F2-0419-line">
            <a:extLst xmlns:a="http://schemas.openxmlformats.org/drawingml/2006/main">
              <a:ext uri="{FF2B5EF4-FFF2-40B4-BE49-F238E27FC236}">
                <a16:creationId xmlns:a16="http://schemas.microsoft.com/office/drawing/2014/main" id="{D350CA19-BD62-449B-BBCA-A2210247A52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953750" y="1895475"/>
            <a:ext cx="5705475" cy="5229225"/>
          </a:xfrm>
          <a:custGeom xmlns:a="http://schemas.openxmlformats.org/drawingml/2006/main">
            <a:pathLst>
              <a:path w="5705475" h="5229225">
                <a:moveTo>
                  <a:pt x="0" y="4886325"/>
                </a:moveTo>
                <a:lnTo>
                  <a:pt x="1162050" y="4886325"/>
                </a:lnTo>
                <a:lnTo>
                  <a:pt x="1162050" y="5229225"/>
                </a:lnTo>
                <a:lnTo>
                  <a:pt x="5705475" y="5229225"/>
                </a:lnTo>
                <a:lnTo>
                  <a:pt x="5705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008C78"/>
            </a:solidFill>
            <a:prstDash val="solid"/>
          </a:ln>
        </p:spPr>
      </p:sp>
      <p:sp>
        <p:nvSpPr>
          <p:cNvPr id="508" name="F2-math-1197-647"/>
          <p:cNvSpPr txBox="1"/>
          <p:nvPr/>
        </p:nvSpPr>
        <p:spPr>
          <ns0:xfrm xmlns:ns0="http://schemas.openxmlformats.org/drawingml/2006/main">
            <ns0:off x="11372850" y="6143625"/>
            <ns0:ext cx="942975" cy="3333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(õ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, 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)</ns0:t>
            </ns0:r>
          </ns0:p>
        </p:txBody>
      </p:sp>
      <p:sp>
        <p:nvSpPr>
          <p:cNvPr id="424" name="F2-0424-text"/>
          <p:cNvSpPr txBox="1"/>
          <p:nvPr/>
        </p:nvSpPr>
        <p:spPr>
          <ns0:xfrm xmlns:ns0="http://schemas.openxmlformats.org/drawingml/2006/main">
            <ns0:off x="11410950" y="6485096"/>
            <ns0:ext cx="1000125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 ∈ U(u)</ns0:t>
            </ns0:r>
          </ns0:p>
        </p:txBody>
      </p:sp>
      <p:grpSp>
        <p:nvGrpSpPr>
          <p:cNvPr id="509" name="F2-route-425"/>
          <p:cNvGrpSpPr/>
          <p:nvPr/>
        </p:nvGrpSpPr>
        <p:grpSpPr>
          <ns1:xfrm xmlns:ns1="http://schemas.openxmlformats.org/drawingml/2006/main">
            <ns1:off x="16097250" y="1831353"/>
            <ns1:ext cx="561975" cy="128245"/>
            <ns1:chOff x="16097250" y="1831353"/>
            <ns1:chExt cx="561975" cy="128245"/>
          </ns1:xfrm>
        </p:grpSpPr>
        <p:sp>
          <p:nvSpPr>
            <p:cNvPr id="425" name="F2-route-425-0425-arrow-route">
              <a:extLst xmlns:a="http://schemas.openxmlformats.org/drawingml/2006/main">
                <a:ext uri="{FF2B5EF4-FFF2-40B4-BE49-F238E27FC236}">
                  <a16:creationId xmlns:a16="http://schemas.microsoft.com/office/drawing/2014/main" id="{25FB7D27-C663-4441-A4C8-5C2A46C00FD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097250" y="1895475"/>
              <a:ext cx="561975" cy="9525"/>
            </a:xfrm>
            <a:custGeom xmlns:a="http://schemas.openxmlformats.org/drawingml/2006/main">
              <a:pathLst>
                <a:path w="561975" h="9525">
                  <a:moveTo>
                    <a:pt x="561975" y="0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2385">
              <a:solidFill>
                <a:srgbClr val="008C78"/>
              </a:solidFill>
              <a:prstDash val="solid"/>
            </a:ln>
          </p:spPr>
        </p:sp>
        <p:sp>
          <p:nvSpPr>
            <p:cNvPr id="426" name="F2-route-425-0426-custom">
              <a:extLst xmlns:a="http://schemas.openxmlformats.org/drawingml/2006/main">
                <a:ext uri="{FF2B5EF4-FFF2-40B4-BE49-F238E27FC236}">
                  <a16:creationId xmlns:a16="http://schemas.microsoft.com/office/drawing/2014/main" id="{8D1BE0FA-8425-430D-9DFC-D47EABA293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097250" y="1831353"/>
              <a:ext cx="116586" cy="128245"/>
            </a:xfrm>
            <a:custGeom xmlns:a="http://schemas.openxmlformats.org/drawingml/2006/main">
              <a:pathLst>
                <a:path w="116586" h="128245">
                  <a:moveTo>
                    <a:pt x="0" y="64122"/>
                  </a:moveTo>
                  <a:lnTo>
                    <a:pt x="116586" y="0"/>
                  </a:lnTo>
                  <a:lnTo>
                    <a:pt x="116586" y="128245"/>
                  </a:lnTo>
                  <a:close/>
                </a:path>
              </a:pathLst>
            </a:custGeom>
            <a:solidFill xmlns:a="http://schemas.openxmlformats.org/drawingml/2006/main">
              <a:srgbClr val="008C78"/>
            </a:solidFill>
            <a:ln xmlns:a="http://schemas.openxmlformats.org/drawingml/2006/main" w="953">
              <a:solidFill>
                <a:srgbClr val="008C78"/>
              </a:solidFill>
            </a:ln>
          </p:spPr>
        </p:sp>
      </p:grpSp>
      <p:sp>
        <p:nvSpPr>
          <p:cNvPr id="427" name="F2-0427-ellipse">
            <a:extLst xmlns:a="http://schemas.openxmlformats.org/drawingml/2006/main">
              <a:ext uri="{FF2B5EF4-FFF2-40B4-BE49-F238E27FC236}">
                <a16:creationId xmlns:a16="http://schemas.microsoft.com/office/drawing/2014/main" id="{16C4F30F-207C-4965-8531-D3F9F848CC1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603028" y="1839278"/>
            <a:ext cx="112395" cy="1123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1905">
            <a:solidFill>
              <a:srgbClr val="008C78"/>
            </a:solidFill>
          </a:ln>
        </p:spPr>
      </p:sp>
      <p:sp>
        <p:nvSpPr>
          <p:cNvPr id="428" name="F2-math-1698-164-0428-text"/>
          <p:cNvSpPr txBox="1"/>
          <p:nvPr/>
        </p:nvSpPr>
        <p:spPr>
          <ns0:xfrm xmlns:ns0="http://schemas.openxmlformats.org/drawingml/2006/main">
            <ns0:off x="16173450" y="1570961"/>
            <ns0:ext cx="457009" cy="2568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 = u</ns0:t>
            </ns0:r>
          </ns0:p>
        </p:txBody>
      </p:sp>
      <p:grpSp>
        <p:nvGrpSpPr>
          <p:cNvPr id="510" name="F2-route-429"/>
          <p:cNvGrpSpPr/>
          <p:nvPr/>
        </p:nvGrpSpPr>
        <p:grpSpPr>
          <ns1:xfrm xmlns:ns1="http://schemas.openxmlformats.org/drawingml/2006/main">
            <ns1:off x="16097250" y="3126753"/>
            <ns1:ext cx="561975" cy="128245"/>
            <ns1:chOff x="16097250" y="3126753"/>
            <ns1:chExt cx="561975" cy="128245"/>
          </ns1:xfrm>
        </p:grpSpPr>
        <p:sp>
          <p:nvSpPr>
            <p:cNvPr id="429" name="F2-route-429-0429-arrow-route">
              <a:extLst xmlns:a="http://schemas.openxmlformats.org/drawingml/2006/main">
                <a:ext uri="{FF2B5EF4-FFF2-40B4-BE49-F238E27FC236}">
                  <a16:creationId xmlns:a16="http://schemas.microsoft.com/office/drawing/2014/main" id="{04ADC5C4-979C-41C0-BF1D-60F9595AB05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097250" y="3190875"/>
              <a:ext cx="561975" cy="9525"/>
            </a:xfrm>
            <a:custGeom xmlns:a="http://schemas.openxmlformats.org/drawingml/2006/main">
              <a:pathLst>
                <a:path w="561975" h="9525">
                  <a:moveTo>
                    <a:pt x="561975" y="0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2385">
              <a:solidFill>
                <a:srgbClr val="008C78"/>
              </a:solidFill>
              <a:prstDash val="solid"/>
            </a:ln>
          </p:spPr>
        </p:sp>
        <p:sp>
          <p:nvSpPr>
            <p:cNvPr id="430" name="F2-route-429-0430-custom">
              <a:extLst xmlns:a="http://schemas.openxmlformats.org/drawingml/2006/main">
                <a:ext uri="{FF2B5EF4-FFF2-40B4-BE49-F238E27FC236}">
                  <a16:creationId xmlns:a16="http://schemas.microsoft.com/office/drawing/2014/main" id="{92ED031A-DF3A-4E8A-9DA3-1F9BE07307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097250" y="3126753"/>
              <a:ext cx="116586" cy="128245"/>
            </a:xfrm>
            <a:custGeom xmlns:a="http://schemas.openxmlformats.org/drawingml/2006/main">
              <a:pathLst>
                <a:path w="116586" h="128245">
                  <a:moveTo>
                    <a:pt x="0" y="64122"/>
                  </a:moveTo>
                  <a:lnTo>
                    <a:pt x="116586" y="0"/>
                  </a:lnTo>
                  <a:lnTo>
                    <a:pt x="116586" y="128245"/>
                  </a:lnTo>
                  <a:close/>
                </a:path>
              </a:pathLst>
            </a:custGeom>
            <a:solidFill xmlns:a="http://schemas.openxmlformats.org/drawingml/2006/main">
              <a:srgbClr val="008C78"/>
            </a:solidFill>
            <a:ln xmlns:a="http://schemas.openxmlformats.org/drawingml/2006/main" w="953">
              <a:solidFill>
                <a:srgbClr val="008C78"/>
              </a:solidFill>
            </a:ln>
          </p:spPr>
        </p:sp>
      </p:grpSp>
      <p:sp>
        <p:nvSpPr>
          <p:cNvPr id="431" name="F2-0431-ellipse">
            <a:extLst xmlns:a="http://schemas.openxmlformats.org/drawingml/2006/main">
              <a:ext uri="{FF2B5EF4-FFF2-40B4-BE49-F238E27FC236}">
                <a16:creationId xmlns:a16="http://schemas.microsoft.com/office/drawing/2014/main" id="{6BC627EC-B99C-4AFE-8866-5EA92703B2F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603028" y="3134678"/>
            <a:ext cx="112395" cy="1123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1905">
            <a:solidFill>
              <a:srgbClr val="008C78"/>
            </a:solidFill>
          </a:ln>
        </p:spPr>
      </p:sp>
      <p:sp>
        <p:nvSpPr>
          <p:cNvPr id="432" name="F2-math-1698-300-0432-text"/>
          <p:cNvSpPr txBox="1"/>
          <p:nvPr/>
        </p:nvSpPr>
        <p:spPr>
          <ns0:xfrm xmlns:ns0="http://schemas.openxmlformats.org/drawingml/2006/main">
            <ns0:off x="16141700" y="2866361"/>
            <ns0:ext cx="571500" cy="2568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u + 8</ns0:t>
            </ns0:r>
          </ns0:p>
        </p:txBody>
      </p:sp>
      <p:grpSp>
        <p:nvGrpSpPr>
          <p:cNvPr id="511" name="F2-route-433"/>
          <p:cNvGrpSpPr/>
          <p:nvPr/>
        </p:nvGrpSpPr>
        <p:grpSpPr>
          <ns1:xfrm xmlns:ns1="http://schemas.openxmlformats.org/drawingml/2006/main">
            <ns1:off x="16097250" y="4393578"/>
            <ns1:ext cx="561975" cy="128245"/>
            <ns1:chOff x="16097250" y="4393578"/>
            <ns1:chExt cx="561975" cy="128245"/>
          </ns1:xfrm>
        </p:grpSpPr>
        <p:sp>
          <p:nvSpPr>
            <p:cNvPr id="433" name="F2-route-433-0433-arrow-route">
              <a:extLst xmlns:a="http://schemas.openxmlformats.org/drawingml/2006/main">
                <a:ext uri="{FF2B5EF4-FFF2-40B4-BE49-F238E27FC236}">
                  <a16:creationId xmlns:a16="http://schemas.microsoft.com/office/drawing/2014/main" id="{9489421D-6E8D-44CD-B5DF-387B1FB42D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097250" y="4457700"/>
              <a:ext cx="561975" cy="9525"/>
            </a:xfrm>
            <a:custGeom xmlns:a="http://schemas.openxmlformats.org/drawingml/2006/main">
              <a:pathLst>
                <a:path w="561975" h="9525">
                  <a:moveTo>
                    <a:pt x="561975" y="0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2385">
              <a:solidFill>
                <a:srgbClr val="008C78"/>
              </a:solidFill>
              <a:prstDash val="solid"/>
            </a:ln>
          </p:spPr>
        </p:sp>
        <p:sp>
          <p:nvSpPr>
            <p:cNvPr id="434" name="F2-route-433-0434-custom">
              <a:extLst xmlns:a="http://schemas.openxmlformats.org/drawingml/2006/main">
                <a:ext uri="{FF2B5EF4-FFF2-40B4-BE49-F238E27FC236}">
                  <a16:creationId xmlns:a16="http://schemas.microsoft.com/office/drawing/2014/main" id="{E858D121-28C4-4630-A190-FADF622BC1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097250" y="4393578"/>
              <a:ext cx="116586" cy="128245"/>
            </a:xfrm>
            <a:custGeom xmlns:a="http://schemas.openxmlformats.org/drawingml/2006/main">
              <a:pathLst>
                <a:path w="116586" h="128245">
                  <a:moveTo>
                    <a:pt x="0" y="64122"/>
                  </a:moveTo>
                  <a:lnTo>
                    <a:pt x="116586" y="0"/>
                  </a:lnTo>
                  <a:lnTo>
                    <a:pt x="116586" y="128245"/>
                  </a:lnTo>
                  <a:close/>
                </a:path>
              </a:pathLst>
            </a:custGeom>
            <a:solidFill xmlns:a="http://schemas.openxmlformats.org/drawingml/2006/main">
              <a:srgbClr val="008C78"/>
            </a:solidFill>
            <a:ln xmlns:a="http://schemas.openxmlformats.org/drawingml/2006/main" w="953">
              <a:solidFill>
                <a:srgbClr val="008C78"/>
              </a:solidFill>
            </a:ln>
          </p:spPr>
        </p:sp>
      </p:grpSp>
      <p:sp>
        <p:nvSpPr>
          <p:cNvPr id="435" name="F2-0435-ellipse">
            <a:extLst xmlns:a="http://schemas.openxmlformats.org/drawingml/2006/main">
              <a:ext uri="{FF2B5EF4-FFF2-40B4-BE49-F238E27FC236}">
                <a16:creationId xmlns:a16="http://schemas.microsoft.com/office/drawing/2014/main" id="{6EAA7CD8-31D3-42FA-80D4-4F668370C7A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603028" y="4401503"/>
            <a:ext cx="112395" cy="1123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1905">
            <a:solidFill>
              <a:srgbClr val="008C78"/>
            </a:solidFill>
          </a:ln>
        </p:spPr>
      </p:sp>
      <p:sp>
        <p:nvSpPr>
          <p:cNvPr id="436" name="F2-math-1698-433-0436-text"/>
          <p:cNvSpPr txBox="1"/>
          <p:nvPr/>
        </p:nvSpPr>
        <p:spPr>
          <ns0:xfrm xmlns:ns0="http://schemas.openxmlformats.org/drawingml/2006/main">
            <ns0:off x="16103600" y="4133186"/>
            <ns0:ext cx="622300" cy="2568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u + 16</ns0:t>
            </ns0:r>
          </ns0:p>
        </p:txBody>
      </p:sp>
      <p:grpSp>
        <p:nvGrpSpPr>
          <p:cNvPr id="512" name="F2-route-437"/>
          <p:cNvGrpSpPr/>
          <p:nvPr/>
        </p:nvGrpSpPr>
        <p:grpSpPr>
          <ns1:xfrm xmlns:ns1="http://schemas.openxmlformats.org/drawingml/2006/main">
            <ns1:off x="16097250" y="5698503"/>
            <ns1:ext cx="561975" cy="128245"/>
            <ns1:chOff x="16097250" y="5698503"/>
            <ns1:chExt cx="561975" cy="128245"/>
          </ns1:xfrm>
        </p:grpSpPr>
        <p:sp>
          <p:nvSpPr>
            <p:cNvPr id="437" name="F2-route-437-0437-arrow-route">
              <a:extLst xmlns:a="http://schemas.openxmlformats.org/drawingml/2006/main">
                <a:ext uri="{FF2B5EF4-FFF2-40B4-BE49-F238E27FC236}">
                  <a16:creationId xmlns:a16="http://schemas.microsoft.com/office/drawing/2014/main" id="{A7ED08EC-6D2C-4755-9856-9F1E172B5A5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097250" y="5762625"/>
              <a:ext cx="561975" cy="9525"/>
            </a:xfrm>
            <a:custGeom xmlns:a="http://schemas.openxmlformats.org/drawingml/2006/main">
              <a:pathLst>
                <a:path w="561975" h="9525">
                  <a:moveTo>
                    <a:pt x="561975" y="0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2385">
              <a:solidFill>
                <a:srgbClr val="008C78"/>
              </a:solidFill>
              <a:prstDash val="solid"/>
            </a:ln>
          </p:spPr>
        </p:sp>
        <p:sp>
          <p:nvSpPr>
            <p:cNvPr id="438" name="F2-route-437-0438-custom">
              <a:extLst xmlns:a="http://schemas.openxmlformats.org/drawingml/2006/main">
                <a:ext uri="{FF2B5EF4-FFF2-40B4-BE49-F238E27FC236}">
                  <a16:creationId xmlns:a16="http://schemas.microsoft.com/office/drawing/2014/main" id="{42ECFED3-1B45-42BD-BBAD-DE837F7D67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097250" y="5698503"/>
              <a:ext cx="116586" cy="128245"/>
            </a:xfrm>
            <a:custGeom xmlns:a="http://schemas.openxmlformats.org/drawingml/2006/main">
              <a:pathLst>
                <a:path w="116586" h="128245">
                  <a:moveTo>
                    <a:pt x="0" y="64122"/>
                  </a:moveTo>
                  <a:lnTo>
                    <a:pt x="116586" y="0"/>
                  </a:lnTo>
                  <a:lnTo>
                    <a:pt x="116586" y="128245"/>
                  </a:lnTo>
                  <a:close/>
                </a:path>
              </a:pathLst>
            </a:custGeom>
            <a:solidFill xmlns:a="http://schemas.openxmlformats.org/drawingml/2006/main">
              <a:srgbClr val="008C78"/>
            </a:solidFill>
            <a:ln xmlns:a="http://schemas.openxmlformats.org/drawingml/2006/main" w="953">
              <a:solidFill>
                <a:srgbClr val="008C78"/>
              </a:solidFill>
            </a:ln>
          </p:spPr>
        </p:sp>
      </p:grpSp>
      <p:sp>
        <p:nvSpPr>
          <p:cNvPr id="439" name="F2-0439-ellipse">
            <a:extLst xmlns:a="http://schemas.openxmlformats.org/drawingml/2006/main">
              <a:ext uri="{FF2B5EF4-FFF2-40B4-BE49-F238E27FC236}">
                <a16:creationId xmlns:a16="http://schemas.microsoft.com/office/drawing/2014/main" id="{DC72A844-B28B-4EFD-9B98-B725329B1B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603028" y="5706428"/>
            <a:ext cx="112395" cy="1123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78"/>
          </a:solidFill>
          <a:ln xmlns:a="http://schemas.openxmlformats.org/drawingml/2006/main" w="1905">
            <a:solidFill>
              <a:srgbClr val="008C78"/>
            </a:solidFill>
          </a:ln>
        </p:spPr>
      </p:sp>
      <p:sp>
        <p:nvSpPr>
          <p:cNvPr id="440" name="F2-math-1698-570-0440-text"/>
          <p:cNvSpPr txBox="1"/>
          <p:nvPr/>
        </p:nvSpPr>
        <p:spPr>
          <ns0:xfrm xmlns:ns0="http://schemas.openxmlformats.org/drawingml/2006/main">
            <ns0:off x="16103600" y="5438111"/>
            <ns0:ext cx="622300" cy="25687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u + 24</ns0:t>
            </ns0:r>
          </ns0:p>
        </p:txBody>
      </p:sp>
      <p:grpSp>
        <p:nvGrpSpPr>
          <p:cNvPr id="8000" name="F2-robot-628-272"/>
          <p:cNvGrpSpPr/>
          <p:nvPr/>
        </p:nvGrpSpPr>
        <p:grpSpPr>
          <ns1:xfrm xmlns:ns1="http://schemas.openxmlformats.org/drawingml/2006/main">
            <ns1:off x="5991225" y="1657350"/>
            <ns1:ext cx="304800" cy="276225"/>
            <ns1:chOff x="6039612" y="2634456"/>
            <ns1:chExt cx="272186" cy="273653"/>
          </ns1:xfrm>
        </p:grpSpPr>
        <p:sp>
          <p:nvSpPr>
            <p:cNvPr id="8001" name="F2-robot-628-272-0173-custom">
              <a:extLst xmlns:a="http://schemas.openxmlformats.org/drawingml/2006/main">
                <a:ext uri="{FF2B5EF4-FFF2-40B4-BE49-F238E27FC236}">
                  <a16:creationId xmlns:a16="http://schemas.microsoft.com/office/drawing/2014/main" id="{9D32A4E9-DB50-40E2-A8E9-54A6F6C4C4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65501" y="2762377"/>
              <a:ext cx="27851" cy="119824"/>
            </a:xfrm>
            <a:custGeom xmlns:a="http://schemas.openxmlformats.org/drawingml/2006/main">
              <a:pathLst>
                <a:path w="27851" h="119824">
                  <a:moveTo>
                    <a:pt x="27851" y="119824"/>
                  </a:moveTo>
                  <a:lnTo>
                    <a:pt x="27851" y="0"/>
                  </a:lnTo>
                  <a:lnTo>
                    <a:pt x="0" y="0"/>
                  </a:lnTo>
                  <a:lnTo>
                    <a:pt x="0" y="119824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8002" name="F2-robot-628-272-0174-custom">
              <a:extLst xmlns:a="http://schemas.openxmlformats.org/drawingml/2006/main">
                <a:ext uri="{FF2B5EF4-FFF2-40B4-BE49-F238E27FC236}">
                  <a16:creationId xmlns:a16="http://schemas.microsoft.com/office/drawing/2014/main" id="{F90F71D8-8CC8-433A-AA37-DC9D4F33AA8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69180" y="2642837"/>
              <a:ext cx="121838" cy="128970"/>
            </a:xfrm>
            <a:custGeom xmlns:a="http://schemas.openxmlformats.org/drawingml/2006/main">
              <a:pathLst>
                <a:path w="121838" h="128970">
                  <a:moveTo>
                    <a:pt x="20492" y="128970"/>
                  </a:moveTo>
                  <a:lnTo>
                    <a:pt x="121838" y="18861"/>
                  </a:lnTo>
                  <a:lnTo>
                    <a:pt x="101346" y="0"/>
                  </a:lnTo>
                  <a:lnTo>
                    <a:pt x="0" y="110109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8003" name="F2-robot-628-272-0175-custom">
              <a:extLst xmlns:a="http://schemas.openxmlformats.org/drawingml/2006/main">
                <a:ext uri="{FF2B5EF4-FFF2-40B4-BE49-F238E27FC236}">
                  <a16:creationId xmlns:a16="http://schemas.microsoft.com/office/drawing/2014/main" id="{71BD3B0A-1D6F-4EB2-90F1-D5213A40C4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71046" y="2642303"/>
              <a:ext cx="99083" cy="97655"/>
            </a:xfrm>
            <a:custGeom xmlns:a="http://schemas.openxmlformats.org/drawingml/2006/main">
              <a:pathLst>
                <a:path w="99083" h="97655">
                  <a:moveTo>
                    <a:pt x="0" y="19931"/>
                  </a:moveTo>
                  <a:lnTo>
                    <a:pt x="79629" y="97655"/>
                  </a:lnTo>
                  <a:lnTo>
                    <a:pt x="99083" y="77724"/>
                  </a:lnTo>
                  <a:lnTo>
                    <a:pt x="19454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8004" name="F2-robot-628-272-0176-custom">
              <a:extLst xmlns:a="http://schemas.openxmlformats.org/drawingml/2006/main">
                <a:ext uri="{FF2B5EF4-FFF2-40B4-BE49-F238E27FC236}">
                  <a16:creationId xmlns:a16="http://schemas.microsoft.com/office/drawing/2014/main" id="{500163F9-D39E-47DA-B755-E861F8DE69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47102" y="2725863"/>
              <a:ext cx="44696" cy="66551"/>
            </a:xfrm>
            <a:custGeom xmlns:a="http://schemas.openxmlformats.org/drawingml/2006/main">
              <a:pathLst>
                <a:path w="44696" h="66551">
                  <a:moveTo>
                    <a:pt x="0" y="8258"/>
                  </a:moveTo>
                  <a:lnTo>
                    <a:pt x="18097" y="66551"/>
                  </a:lnTo>
                  <a:lnTo>
                    <a:pt x="44696" y="58293"/>
                  </a:lnTo>
                  <a:lnTo>
                    <a:pt x="26599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8005" name="F2-robot-628-272-0177-ellipse">
              <a:extLst xmlns:a="http://schemas.openxmlformats.org/drawingml/2006/main">
                <a:ext uri="{FF2B5EF4-FFF2-40B4-BE49-F238E27FC236}">
                  <a16:creationId xmlns:a16="http://schemas.microsoft.com/office/drawing/2014/main" id="{257A53EF-1BB1-4A7B-9B71-5C83FEF5D8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39612" y="2875724"/>
              <a:ext cx="86868" cy="3238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8006" name="F2-robot-628-272-0178-ellipse">
              <a:extLst xmlns:a="http://schemas.openxmlformats.org/drawingml/2006/main">
                <a:ext uri="{FF2B5EF4-FFF2-40B4-BE49-F238E27FC236}">
                  <a16:creationId xmlns:a16="http://schemas.microsoft.com/office/drawing/2014/main" id="{28F2E912-7B2A-4578-B88C-8B3F90CB33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43232" y="2875724"/>
              <a:ext cx="79629" cy="19431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252A32"/>
              </a:solidFill>
            </a:ln>
          </p:spPr>
        </p:sp>
        <p:sp>
          <p:nvSpPr>
            <p:cNvPr id="8007" name="F2-robot-628-272-0179-ellipse">
              <a:extLst xmlns:a="http://schemas.openxmlformats.org/drawingml/2006/main">
                <a:ext uri="{FF2B5EF4-FFF2-40B4-BE49-F238E27FC236}">
                  <a16:creationId xmlns:a16="http://schemas.microsoft.com/office/drawing/2014/main" id="{A14F2B06-1AB1-4470-883A-6C65F98BAD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58795" y="2744565"/>
              <a:ext cx="41262" cy="3562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252A32"/>
              </a:solidFill>
            </a:ln>
          </p:spPr>
        </p:sp>
        <p:sp>
          <p:nvSpPr>
            <p:cNvPr id="8008" name="F2-robot-628-272-0180-ellipse">
              <a:extLst xmlns:a="http://schemas.openxmlformats.org/drawingml/2006/main">
                <a:ext uri="{FF2B5EF4-FFF2-40B4-BE49-F238E27FC236}">
                  <a16:creationId xmlns:a16="http://schemas.microsoft.com/office/drawing/2014/main" id="{26F43469-2DD2-4E73-A3E2-49BDC85B40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60141" y="2634456"/>
              <a:ext cx="41262" cy="3562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252A32"/>
              </a:solidFill>
            </a:ln>
          </p:spPr>
        </p:sp>
        <p:sp>
          <p:nvSpPr>
            <p:cNvPr id="8009" name="F2-robot-628-272-0181-ellipse">
              <a:extLst xmlns:a="http://schemas.openxmlformats.org/drawingml/2006/main">
                <a:ext uri="{FF2B5EF4-FFF2-40B4-BE49-F238E27FC236}">
                  <a16:creationId xmlns:a16="http://schemas.microsoft.com/office/drawing/2014/main" id="{E141C4B8-635A-4E39-9BEF-9CCDE2A4862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39770" y="2712180"/>
              <a:ext cx="41262" cy="3562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252A32"/>
              </a:solidFill>
            </a:ln>
          </p:spPr>
        </p:sp>
        <p:sp>
          <p:nvSpPr>
            <p:cNvPr id="8010" name="F2-robot-628-272-0182-ellipse">
              <a:extLst xmlns:a="http://schemas.openxmlformats.org/drawingml/2006/main">
                <a:ext uri="{FF2B5EF4-FFF2-40B4-BE49-F238E27FC236}">
                  <a16:creationId xmlns:a16="http://schemas.microsoft.com/office/drawing/2014/main" id="{AB29F320-EE6C-46E1-8DE6-3FE958B311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57868" y="2770473"/>
              <a:ext cx="41262" cy="3562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252A32"/>
              </a:solidFill>
            </a:ln>
          </p:spPr>
        </p:sp>
        <p:sp>
          <p:nvSpPr>
            <p:cNvPr id="8011" name="F2-robot-628-272-0183-line">
              <a:extLst xmlns:a="http://schemas.openxmlformats.org/drawingml/2006/main">
                <a:ext uri="{FF2B5EF4-FFF2-40B4-BE49-F238E27FC236}">
                  <a16:creationId xmlns:a16="http://schemas.microsoft.com/office/drawing/2014/main" id="{4C8BE396-5A16-49D7-BF59-ADEC1CC54D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69088" y="2788285"/>
              <a:ext cx="32576" cy="22669"/>
            </a:xfrm>
            <a:custGeom xmlns:a="http://schemas.openxmlformats.org/drawingml/2006/main">
              <a:pathLst>
                <a:path w="32576" h="22669">
                  <a:moveTo>
                    <a:pt x="0" y="0"/>
                  </a:moveTo>
                  <a:lnTo>
                    <a:pt x="22079" y="22669"/>
                  </a:lnTo>
                  <a:lnTo>
                    <a:pt x="32576" y="22669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252A32"/>
              </a:solidFill>
              <a:prstDash val="solid"/>
            </a:ln>
          </p:spPr>
        </p:sp>
        <p:sp>
          <p:nvSpPr>
            <p:cNvPr id="8012" name="F2-robot-628-272-0184-line">
              <a:extLst xmlns:a="http://schemas.openxmlformats.org/drawingml/2006/main">
                <a:ext uri="{FF2B5EF4-FFF2-40B4-BE49-F238E27FC236}">
                  <a16:creationId xmlns:a16="http://schemas.microsoft.com/office/drawing/2014/main" id="{C65EB814-DA34-4404-BC4D-44C8A8FB96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90805" y="2788285"/>
              <a:ext cx="20993" cy="19431"/>
            </a:xfrm>
            <a:custGeom xmlns:a="http://schemas.openxmlformats.org/drawingml/2006/main">
              <a:pathLst>
                <a:path w="20993" h="19431">
                  <a:moveTo>
                    <a:pt x="0" y="0"/>
                  </a:moveTo>
                  <a:lnTo>
                    <a:pt x="20993" y="1943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252A32"/>
              </a:solidFill>
              <a:prstDash val="solid"/>
            </a:ln>
          </p:spPr>
        </p:sp>
      </p:grpSp>
      <p:sp>
        <p:nvSpPr>
          <p:cNvPr id="8050" name="F2-0006-text"/>
          <p:cNvSpPr txBox="1"/>
          <p:nvPr/>
        </p:nvSpPr>
        <p:spPr>
          <ns0:xfrm xmlns:ns0="http://schemas.openxmlformats.org/drawingml/2006/main">
            <ns0:off x="5972175" y="2133600"/>
            <ns0:ext cx="333375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23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⊕</ns0:t>
            </ns0:r>
          </ns0:p>
        </p:txBody>
      </p:sp>
      <p:sp>
        <p:nvSpPr>
          <p:cNvPr id="8100" name="F2-revised-route-8100"/>
          <p:cNvSpPr/>
          <p:nvPr/>
        </p:nvSpPr>
        <p:spPr>
          <ns0:xfrm xmlns:ns0="http://schemas.openxmlformats.org/drawingml/2006/main">
            <ns0:off x="10944225" y="1895475"/>
            <ns0:ext cx="1162050" cy="4886325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162050" h="4886325" fill="none">
                <ns0:moveTo>
                  <ns0:pt x="0" y="4886325"/>
                </ns0:moveTo>
                <ns0:lnTo>
                  <ns0:pt x="323850" y="4886325"/>
                </ns0:lnTo>
                <ns0:lnTo>
                  <ns0:pt x="323850" y="0"/>
                </ns0:lnTo>
                <ns0:lnTo>
                  <ns0:pt x="1162050" y="0"/>
                </ns0:lnTo>
              </ns0:path>
            </ns0:pathLst>
          </ns0:custGeom>
          <ns0:noFill xmlns:ns0="http://schemas.openxmlformats.org/drawingml/2006/main"/>
          <ns0:ln xmlns:ns0="http://schemas.openxmlformats.org/drawingml/2006/main" w="25000">
            <ns0:solidFill>
              <ns0:srgbClr val="3C5488"/>
            </ns0:solidFill>
            <ns0:prstDash val="solid"/>
            <ns0:tailEnd type="triangle" w="sm" len="sm"/>
          </ns0:ln>
        </p:spPr>
      </p:sp>
      <p:sp>
        <p:nvSpPr>
          <p:cNvPr id="8103" name="F2-revised-route-8103"/>
          <p:cNvSpPr/>
          <p:nvPr/>
        </p:nvSpPr>
        <p:spPr>
          <ns0:xfrm xmlns:ns0="http://schemas.openxmlformats.org/drawingml/2006/main">
            <ns0:off x="12115800" y="1895475"/>
            <ns0:ext cx="9525" cy="386715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9525" h="3867150" fill="none">
                <ns0:moveTo>
                  <ns0:pt x="0" y="0"/>
                </ns0:moveTo>
                <ns0:lnTo>
                  <ns0:pt x="0" y="3867150"/>
                </ns0:lnTo>
              </ns0:path>
            </ns0:pathLst>
          </ns0:custGeom>
          <ns0:noFill xmlns:ns0="http://schemas.openxmlformats.org/drawingml/2006/main"/>
          <ns0:ln xmlns:ns0="http://schemas.openxmlformats.org/drawingml/2006/main" w="25000">
            <ns0:solidFill>
              <ns0:srgbClr val="3C5488"/>
            </ns0:solidFill>
            <ns0:prstDash val="solid"/>
            <ns0:tailEnd type="triangle" w="sm" len="sm"/>
          </ns0:ln>
        </p:spPr>
      </p:sp>
    </p:spTree>
    <p:extLst>
      <p:ext uri="{BB962C8B-B14F-4D97-AF65-F5344CB8AC3E}">
        <p14:creationId xmlns:p14="http://schemas.microsoft.com/office/powerpoint/2010/main" val="753577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8" name="F3-0001-line">
            <a:extLst xmlns:a="http://schemas.openxmlformats.org/drawingml/2006/main">
              <a:ext uri="{FF2B5EF4-FFF2-40B4-BE49-F238E27FC236}">
                <a16:creationId xmlns:a16="http://schemas.microsoft.com/office/drawing/2014/main" id="{A5E61A59-074B-43A6-8792-76358C2321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350" y="3286125"/>
            <a:ext cx="16602075" cy="9525"/>
          </a:xfrm>
          <a:custGeom xmlns:a="http://schemas.openxmlformats.org/drawingml/2006/main">
            <a:pathLst>
              <a:path w="16602075" h="9525">
                <a:moveTo>
                  <a:pt x="0" y="0"/>
                </a:moveTo>
                <a:lnTo>
                  <a:pt x="16602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3C5488"/>
            </a:solidFill>
            <a:prstDash val="solid"/>
          </a:ln>
        </p:spPr>
      </p:sp>
      <p:sp>
        <p:nvSpPr>
          <p:cNvPr id="2" name="F3-0002-line">
            <a:extLst xmlns:a="http://schemas.openxmlformats.org/drawingml/2006/main">
              <a:ext uri="{FF2B5EF4-FFF2-40B4-BE49-F238E27FC236}">
                <a16:creationId xmlns:a16="http://schemas.microsoft.com/office/drawing/2014/main" id="{67A6E27B-FD4E-4E0C-809C-552BA22FCE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350" y="6438900"/>
            <a:ext cx="16602075" cy="9525"/>
          </a:xfrm>
          <a:custGeom xmlns:a="http://schemas.openxmlformats.org/drawingml/2006/main">
            <a:pathLst>
              <a:path w="16602075" h="9525">
                <a:moveTo>
                  <a:pt x="0" y="0"/>
                </a:moveTo>
                <a:lnTo>
                  <a:pt x="16602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954">
            <a:solidFill>
              <a:srgbClr val="68717D"/>
            </a:solidFill>
            <a:prstDash val="solid"/>
          </a:ln>
        </p:spPr>
      </p:sp>
      <p:sp>
        <p:nvSpPr>
          <p:cNvPr id="3" name="F3-0003-text"/>
          <p:cNvSpPr txBox="1"/>
          <p:nvPr/>
        </p:nvSpPr>
        <p:spPr>
          <ns0:xfrm xmlns:ns0="http://schemas.openxmlformats.org/drawingml/2006/main">
            <ns0:off x="238125" y="24765"/>
            <ns0:ext cx="2952750" cy="36957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988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1. Episode-wise calibration</ns0:t>
            </ns0:r>
          </ns0:p>
        </p:txBody>
      </p:sp>
      <p:sp>
        <p:nvSpPr>
          <p:cNvPr id="4" name="F3-0004-text"/>
          <p:cNvSpPr txBox="1"/>
          <p:nvPr/>
        </p:nvSpPr>
        <p:spPr>
          <ns0:xfrm xmlns:ns0="http://schemas.openxmlformats.org/drawingml/2006/main">
            <ns0:off x="3267075" y="68580"/>
            <ns0:ext cx="6381750" cy="2819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Five folds per task, eight source episodes per fold</ns0:t>
            </ns0:r>
          </ns0:p>
        </p:txBody>
      </p:sp>
      <p:sp>
        <p:nvSpPr>
          <p:cNvPr id="5" name="F3-0005-text"/>
          <p:cNvSpPr txBox="1"/>
          <p:nvPr/>
        </p:nvSpPr>
        <p:spPr>
          <ns0:xfrm xmlns:ns0="http://schemas.openxmlformats.org/drawingml/2006/main">
            <ns0:off x="247650" y="3325178"/>
            <ns0:ext cx="3590925" cy="36957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4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2. Auxiliary policy fitting</ns0:t>
            </ns0:r>
          </ns0:p>
        </p:txBody>
      </p:sp>
      <p:sp>
        <p:nvSpPr>
          <p:cNvPr id="6" name="F3-0006-text"/>
          <p:cNvSpPr txBox="1"/>
          <p:nvPr/>
        </p:nvSpPr>
        <p:spPr>
          <ns0:xfrm xmlns:ns0="http://schemas.openxmlformats.org/drawingml/2006/main">
            <ns0:off x="3924300" y="3373755"/>
            <ns0:ext cx="6905625" cy="2819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Current state inputs, supervised only on fitting episodes</ns0:t>
            </ns0:r>
          </ns0:p>
        </p:txBody>
      </p:sp>
      <p:sp>
        <p:nvSpPr>
          <p:cNvPr id="7" name="F3-0007-text"/>
          <p:cNvSpPr txBox="1"/>
          <p:nvPr/>
        </p:nvSpPr>
        <p:spPr>
          <ns0:xfrm xmlns:ns0="http://schemas.openxmlformats.org/drawingml/2006/main">
            <ns0:off x="247650" y="6477000"/>
            <ns0:ext cx="2714625" cy="36957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4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3. Bounded pulse</ns0:t>
            </ns0:r>
          </ns0:p>
        </p:txBody>
      </p:sp>
      <p:sp>
        <p:nvSpPr>
          <p:cNvPr id="8" name="F3-0008-text"/>
          <p:cNvSpPr txBox="1"/>
          <p:nvPr/>
        </p:nvSpPr>
        <p:spPr>
          <ns0:xfrm xmlns:ns0="http://schemas.openxmlformats.org/drawingml/2006/main">
            <ns0:off x="3019425" y="6517005"/>
            <ns0:ext cx="6191250" cy="2819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Sample a same-task error near the pulse start</ns0:t>
            </ns0:r>
          </ns0:p>
        </p:txBody>
      </p:sp>
      <p:sp>
        <p:nvSpPr>
          <p:cNvPr id="9" name="F3-0009-roundRect">
            <a:extLst xmlns:a="http://schemas.openxmlformats.org/drawingml/2006/main">
              <a:ext uri="{FF2B5EF4-FFF2-40B4-BE49-F238E27FC236}">
                <a16:creationId xmlns:a16="http://schemas.microsoft.com/office/drawing/2014/main" id="{15A42977-0643-4543-B6E9-B93B4D34D53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6250" y="438150"/>
            <a:ext cx="3609975" cy="2695575"/>
          </a:xfrm>
          <a:prstGeom xmlns:a="http://schemas.openxmlformats.org/drawingml/2006/main" prst="roundRect">
            <a:avLst>
              <a:gd name="adj" fmla="val 1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BC2CD"/>
            </a:solidFill>
            <a:prstDash val="solid"/>
          </a:ln>
        </p:spPr>
      </p:sp>
      <p:sp>
        <p:nvSpPr>
          <p:cNvPr id="10" name="F3-0010-roundRect">
            <a:extLst xmlns:a="http://schemas.openxmlformats.org/drawingml/2006/main">
              <a:ext uri="{FF2B5EF4-FFF2-40B4-BE49-F238E27FC236}">
                <a16:creationId xmlns:a16="http://schemas.microsoft.com/office/drawing/2014/main" id="{7CF3725B-5E1C-40E5-BC23-5B48138DCBB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6250" y="438150"/>
            <a:ext cx="3609975" cy="352425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1430">
            <a:solidFill>
              <a:srgbClr val="9BA9C3"/>
            </a:solidFill>
            <a:prstDash val="solid"/>
          </a:ln>
        </p:spPr>
      </p:sp>
      <p:sp>
        <p:nvSpPr>
          <p:cNvPr id="11" name="F3-0011-text"/>
          <p:cNvSpPr txBox="1"/>
          <p:nvPr/>
        </p:nvSpPr>
        <p:spPr>
          <ns0:xfrm xmlns:ns0="http://schemas.openxmlformats.org/drawingml/2006/main">
            <ns0:off x="600075" y="478155"/>
            <ns0:ext cx="3429000" cy="2819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Excluded fold: 8 episodes</ns0:t>
            </ns0:r>
          </ns0:p>
        </p:txBody>
      </p:sp>
      <p:sp>
        <p:nvSpPr>
          <p:cNvPr id="529" name="F3-math-101-87"/>
          <p:cNvSpPr txBox="1"/>
          <p:nvPr/>
        </p:nvSpPr>
        <p:spPr>
          <ns0:xfrm xmlns:ns0="http://schemas.openxmlformats.org/drawingml/2006/main">
            <ns0:off x="1352550" y="781050"/>
            <ns0:ext cx="197167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∈ R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16×14</ns0:t>
            </ns0:r>
          </ns0:p>
        </p:txBody>
      </p:sp>
      <p:sp>
        <p:nvSpPr>
          <p:cNvPr id="19" name="F3-0019-roundRect">
            <a:extLst xmlns:a="http://schemas.openxmlformats.org/drawingml/2006/main">
              <a:ext uri="{FF2B5EF4-FFF2-40B4-BE49-F238E27FC236}">
                <a16:creationId xmlns:a16="http://schemas.microsoft.com/office/drawing/2014/main" id="{D80FD3F4-BEDA-4165-A52F-DC2E5675E58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3975" y="1057275"/>
            <a:ext cx="1952625" cy="752475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BA9C3"/>
            </a:solidFill>
            <a:prstDash val="solid"/>
          </a:ln>
        </p:spPr>
      </p:sp>
      <p:sp>
        <p:nvSpPr>
          <p:cNvPr id="20" name="F3-0020-roundRect">
            <a:extLst xmlns:a="http://schemas.openxmlformats.org/drawingml/2006/main">
              <a:ext uri="{FF2B5EF4-FFF2-40B4-BE49-F238E27FC236}">
                <a16:creationId xmlns:a16="http://schemas.microsoft.com/office/drawing/2014/main" id="{00E54AB8-5E5D-46C2-A7C9-EDFCC31B46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5875" y="1095375"/>
            <a:ext cx="1952625" cy="752475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BA9C3"/>
            </a:solidFill>
            <a:prstDash val="solid"/>
          </a:ln>
        </p:spPr>
      </p:sp>
      <p:sp>
        <p:nvSpPr>
          <p:cNvPr id="21" name="F3-0021-roundRect">
            <a:extLst xmlns:a="http://schemas.openxmlformats.org/drawingml/2006/main">
              <a:ext uri="{FF2B5EF4-FFF2-40B4-BE49-F238E27FC236}">
                <a16:creationId xmlns:a16="http://schemas.microsoft.com/office/drawing/2014/main" id="{B6A3CC06-22BE-4E5A-9B5C-60A7FD0DC1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7775" y="1133475"/>
            <a:ext cx="1952625" cy="752475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BA9C3"/>
            </a:solidFill>
            <a:prstDash val="solid"/>
          </a:ln>
        </p:spPr>
      </p:sp>
      <p:sp>
        <p:nvSpPr>
          <p:cNvPr id="22" name="F3-0022-roundRect">
            <a:extLst xmlns:a="http://schemas.openxmlformats.org/drawingml/2006/main">
              <a:ext uri="{FF2B5EF4-FFF2-40B4-BE49-F238E27FC236}">
                <a16:creationId xmlns:a16="http://schemas.microsoft.com/office/drawing/2014/main" id="{8F7071DF-D0FB-4715-96D9-597EFAB5CA1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9675" y="1171575"/>
            <a:ext cx="1952625" cy="752475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BA9C3"/>
            </a:solidFill>
            <a:prstDash val="solid"/>
          </a:ln>
        </p:spPr>
      </p:sp>
      <p:sp>
        <p:nvSpPr>
          <p:cNvPr id="23" name="F3-0023-roundRect">
            <a:extLst xmlns:a="http://schemas.openxmlformats.org/drawingml/2006/main">
              <a:ext uri="{FF2B5EF4-FFF2-40B4-BE49-F238E27FC236}">
                <a16:creationId xmlns:a16="http://schemas.microsoft.com/office/drawing/2014/main" id="{40FB4FF4-75D9-4991-AE44-0DA9574089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71575" y="1209675"/>
            <a:ext cx="1952625" cy="752475"/>
          </a:xfrm>
          <a:prstGeom xmlns:a="http://schemas.openxmlformats.org/drawingml/2006/main" prst="roundRect">
            <a:avLst>
              <a:gd name="adj" fmla="val 1266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0478">
            <a:solidFill>
              <a:srgbClr val="9BA9C3"/>
            </a:solidFill>
            <a:prstDash val="solid"/>
          </a:ln>
        </p:spPr>
      </p:sp>
      <p:sp>
        <p:nvSpPr>
          <p:cNvPr id="24" name="F3-0024-line">
            <a:extLst xmlns:a="http://schemas.openxmlformats.org/drawingml/2006/main">
              <a:ext uri="{FF2B5EF4-FFF2-40B4-BE49-F238E27FC236}">
                <a16:creationId xmlns:a16="http://schemas.microsoft.com/office/drawing/2014/main" id="{211EADD1-4C4C-46B2-9172-589D450486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71575" y="1397794"/>
            <a:ext cx="1952625" cy="9525"/>
          </a:xfrm>
          <a:custGeom xmlns:a="http://schemas.openxmlformats.org/drawingml/2006/main">
            <a:pathLst>
              <a:path w="1952625" h="9525">
                <a:moveTo>
                  <a:pt x="0" y="0"/>
                </a:moveTo>
                <a:lnTo>
                  <a:pt x="1952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3C5488">
                <a:alpha val="65000"/>
              </a:srgbClr>
            </a:solidFill>
            <a:prstDash val="solid"/>
          </a:ln>
        </p:spPr>
      </p:sp>
      <p:sp>
        <p:nvSpPr>
          <p:cNvPr id="25" name="F3-0025-line">
            <a:extLst xmlns:a="http://schemas.openxmlformats.org/drawingml/2006/main">
              <a:ext uri="{FF2B5EF4-FFF2-40B4-BE49-F238E27FC236}">
                <a16:creationId xmlns:a16="http://schemas.microsoft.com/office/drawing/2014/main" id="{AD558E69-853A-49A6-A0EB-BCB5C175F49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71575" y="1585913"/>
            <a:ext cx="1952625" cy="9525"/>
          </a:xfrm>
          <a:custGeom xmlns:a="http://schemas.openxmlformats.org/drawingml/2006/main">
            <a:pathLst>
              <a:path w="1952625" h="9525">
                <a:moveTo>
                  <a:pt x="0" y="0"/>
                </a:moveTo>
                <a:lnTo>
                  <a:pt x="1952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3C5488">
                <a:alpha val="65000"/>
              </a:srgbClr>
            </a:solidFill>
            <a:prstDash val="solid"/>
          </a:ln>
        </p:spPr>
      </p:sp>
      <p:sp>
        <p:nvSpPr>
          <p:cNvPr id="26" name="F3-0026-line">
            <a:extLst xmlns:a="http://schemas.openxmlformats.org/drawingml/2006/main">
              <a:ext uri="{FF2B5EF4-FFF2-40B4-BE49-F238E27FC236}">
                <a16:creationId xmlns:a16="http://schemas.microsoft.com/office/drawing/2014/main" id="{969C7CC7-1C6C-4188-9EDE-8DEC536DE6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71575" y="1774031"/>
            <a:ext cx="1952625" cy="9525"/>
          </a:xfrm>
          <a:custGeom xmlns:a="http://schemas.openxmlformats.org/drawingml/2006/main">
            <a:pathLst>
              <a:path w="1952625" h="9525">
                <a:moveTo>
                  <a:pt x="0" y="0"/>
                </a:moveTo>
                <a:lnTo>
                  <a:pt x="1952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3C5488">
                <a:alpha val="65000"/>
              </a:srgbClr>
            </a:solidFill>
            <a:prstDash val="solid"/>
          </a:ln>
        </p:spPr>
      </p:sp>
      <p:sp>
        <p:nvSpPr>
          <p:cNvPr id="27" name="F3-0027-line">
            <a:extLst xmlns:a="http://schemas.openxmlformats.org/drawingml/2006/main">
              <a:ext uri="{FF2B5EF4-FFF2-40B4-BE49-F238E27FC236}">
                <a16:creationId xmlns:a16="http://schemas.microsoft.com/office/drawing/2014/main" id="{8943897F-1B2E-4776-A6CA-8529175B713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97013" y="1209675"/>
            <a:ext cx="9525" cy="752475"/>
          </a:xfrm>
          <a:custGeom xmlns:a="http://schemas.openxmlformats.org/drawingml/2006/main">
            <a:pathLst>
              <a:path w="9525" h="752475">
                <a:moveTo>
                  <a:pt x="0" y="0"/>
                </a:moveTo>
                <a:lnTo>
                  <a:pt x="0" y="752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3C5488">
                <a:alpha val="65000"/>
              </a:srgbClr>
            </a:solidFill>
            <a:prstDash val="solid"/>
          </a:ln>
        </p:spPr>
      </p:sp>
      <p:sp>
        <p:nvSpPr>
          <p:cNvPr id="28" name="F3-0028-line">
            <a:extLst xmlns:a="http://schemas.openxmlformats.org/drawingml/2006/main">
              <a:ext uri="{FF2B5EF4-FFF2-40B4-BE49-F238E27FC236}">
                <a16:creationId xmlns:a16="http://schemas.microsoft.com/office/drawing/2014/main" id="{B62BA852-3DA8-4D1A-9281-A601946A68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22450" y="1209675"/>
            <a:ext cx="9525" cy="752475"/>
          </a:xfrm>
          <a:custGeom xmlns:a="http://schemas.openxmlformats.org/drawingml/2006/main">
            <a:pathLst>
              <a:path w="9525" h="752475">
                <a:moveTo>
                  <a:pt x="0" y="0"/>
                </a:moveTo>
                <a:lnTo>
                  <a:pt x="0" y="752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3C5488">
                <a:alpha val="65000"/>
              </a:srgbClr>
            </a:solidFill>
            <a:prstDash val="solid"/>
          </a:ln>
        </p:spPr>
      </p:sp>
      <p:sp>
        <p:nvSpPr>
          <p:cNvPr id="29" name="F3-0029-line">
            <a:extLst xmlns:a="http://schemas.openxmlformats.org/drawingml/2006/main">
              <a:ext uri="{FF2B5EF4-FFF2-40B4-BE49-F238E27FC236}">
                <a16:creationId xmlns:a16="http://schemas.microsoft.com/office/drawing/2014/main" id="{114EA1AE-E2E1-4566-924B-BC2C9955901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47888" y="1209675"/>
            <a:ext cx="9525" cy="752475"/>
          </a:xfrm>
          <a:custGeom xmlns:a="http://schemas.openxmlformats.org/drawingml/2006/main">
            <a:pathLst>
              <a:path w="9525" h="752475">
                <a:moveTo>
                  <a:pt x="0" y="0"/>
                </a:moveTo>
                <a:lnTo>
                  <a:pt x="0" y="752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3C5488">
                <a:alpha val="65000"/>
              </a:srgbClr>
            </a:solidFill>
            <a:prstDash val="solid"/>
          </a:ln>
        </p:spPr>
      </p:sp>
      <p:sp>
        <p:nvSpPr>
          <p:cNvPr id="30" name="F3-0030-line">
            <a:extLst xmlns:a="http://schemas.openxmlformats.org/drawingml/2006/main">
              <a:ext uri="{FF2B5EF4-FFF2-40B4-BE49-F238E27FC236}">
                <a16:creationId xmlns:a16="http://schemas.microsoft.com/office/drawing/2014/main" id="{4E4DEB78-0850-4DD3-98DC-119FCF9767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73325" y="1209675"/>
            <a:ext cx="9525" cy="752475"/>
          </a:xfrm>
          <a:custGeom xmlns:a="http://schemas.openxmlformats.org/drawingml/2006/main">
            <a:pathLst>
              <a:path w="9525" h="752475">
                <a:moveTo>
                  <a:pt x="0" y="0"/>
                </a:moveTo>
                <a:lnTo>
                  <a:pt x="0" y="752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3C5488">
                <a:alpha val="65000"/>
              </a:srgbClr>
            </a:solidFill>
            <a:prstDash val="solid"/>
          </a:ln>
        </p:spPr>
      </p:sp>
      <p:sp>
        <p:nvSpPr>
          <p:cNvPr id="31" name="F3-0031-line">
            <a:extLst xmlns:a="http://schemas.openxmlformats.org/drawingml/2006/main">
              <a:ext uri="{FF2B5EF4-FFF2-40B4-BE49-F238E27FC236}">
                <a16:creationId xmlns:a16="http://schemas.microsoft.com/office/drawing/2014/main" id="{29F8ED51-9394-446C-8912-DDD5F31D79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98763" y="1209675"/>
            <a:ext cx="9525" cy="752475"/>
          </a:xfrm>
          <a:custGeom xmlns:a="http://schemas.openxmlformats.org/drawingml/2006/main">
            <a:pathLst>
              <a:path w="9525" h="752475">
                <a:moveTo>
                  <a:pt x="0" y="0"/>
                </a:moveTo>
                <a:lnTo>
                  <a:pt x="0" y="752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3C5488">
                <a:alpha val="65000"/>
              </a:srgbClr>
            </a:solidFill>
            <a:prstDash val="solid"/>
          </a:ln>
        </p:spPr>
      </p:sp>
      <p:sp>
        <p:nvSpPr>
          <p:cNvPr id="32" name="F3-0032-text">
            <a:extLst xmlns:a="http://schemas.openxmlformats.org/drawingml/2006/main">
              <a:ext uri="{FF2B5EF4-FFF2-40B4-BE49-F238E27FC236}">
                <a16:creationId xmlns:a16="http://schemas.microsoft.com/office/drawing/2014/main" id="{704C63C1-81EA-4C0E-B359-92F6931E533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95350" y="1175147"/>
            <a:ext cx="2286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3" name="F3-0033-text">
            <a:extLst xmlns:a="http://schemas.openxmlformats.org/drawingml/2006/main">
              <a:ext uri="{FF2B5EF4-FFF2-40B4-BE49-F238E27FC236}">
                <a16:creationId xmlns:a16="http://schemas.microsoft.com/office/drawing/2014/main" id="{BC5EBF97-A0C4-45AE-8F21-06DBD19D7C2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95350" y="1425972"/>
            <a:ext cx="2286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4" name="F3-0034-symbol-22ee">
            <a:extLst xmlns:a="http://schemas.openxmlformats.org/drawingml/2006/main">
              <a:ext uri="{FF2B5EF4-FFF2-40B4-BE49-F238E27FC236}">
                <a16:creationId xmlns:a16="http://schemas.microsoft.com/office/drawing/2014/main" id="{B25206B2-B437-4F70-8A23-10D457AF3DC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1139" y="1712845"/>
            <a:ext cx="17022" cy="92227"/>
          </a:xfrm>
          <a:custGeom xmlns:a="http://schemas.openxmlformats.org/drawingml/2006/main">
            <a:pathLst>
              <a:path w="17022" h="92227">
                <a:moveTo>
                  <a:pt x="8511" y="17999"/>
                </a:moveTo>
                <a:lnTo>
                  <a:pt x="7915" y="17981"/>
                </a:lnTo>
                <a:lnTo>
                  <a:pt x="7335" y="17928"/>
                </a:lnTo>
                <a:lnTo>
                  <a:pt x="6771" y="17840"/>
                </a:lnTo>
                <a:lnTo>
                  <a:pt x="6224" y="17716"/>
                </a:lnTo>
                <a:lnTo>
                  <a:pt x="5694" y="17557"/>
                </a:lnTo>
                <a:lnTo>
                  <a:pt x="5180" y="17362"/>
                </a:lnTo>
                <a:lnTo>
                  <a:pt x="4682" y="17132"/>
                </a:lnTo>
                <a:lnTo>
                  <a:pt x="4201" y="16867"/>
                </a:lnTo>
                <a:lnTo>
                  <a:pt x="3737" y="16567"/>
                </a:lnTo>
                <a:lnTo>
                  <a:pt x="3289" y="16231"/>
                </a:lnTo>
                <a:lnTo>
                  <a:pt x="2857" y="15859"/>
                </a:lnTo>
                <a:lnTo>
                  <a:pt x="2442" y="15453"/>
                </a:lnTo>
                <a:lnTo>
                  <a:pt x="2052" y="15019"/>
                </a:lnTo>
                <a:lnTo>
                  <a:pt x="1696" y="14566"/>
                </a:lnTo>
                <a:lnTo>
                  <a:pt x="1373" y="14094"/>
                </a:lnTo>
                <a:lnTo>
                  <a:pt x="1085" y="13604"/>
                </a:lnTo>
                <a:lnTo>
                  <a:pt x="831" y="13094"/>
                </a:lnTo>
                <a:lnTo>
                  <a:pt x="610" y="12566"/>
                </a:lnTo>
                <a:lnTo>
                  <a:pt x="424" y="12019"/>
                </a:lnTo>
                <a:lnTo>
                  <a:pt x="271" y="11453"/>
                </a:lnTo>
                <a:lnTo>
                  <a:pt x="153" y="10868"/>
                </a:lnTo>
                <a:lnTo>
                  <a:pt x="68" y="10264"/>
                </a:lnTo>
                <a:lnTo>
                  <a:pt x="17" y="9641"/>
                </a:lnTo>
                <a:lnTo>
                  <a:pt x="0" y="8999"/>
                </a:lnTo>
                <a:lnTo>
                  <a:pt x="17" y="8358"/>
                </a:lnTo>
                <a:lnTo>
                  <a:pt x="68" y="7735"/>
                </a:lnTo>
                <a:lnTo>
                  <a:pt x="153" y="7131"/>
                </a:lnTo>
                <a:lnTo>
                  <a:pt x="271" y="6546"/>
                </a:lnTo>
                <a:lnTo>
                  <a:pt x="424" y="5980"/>
                </a:lnTo>
                <a:lnTo>
                  <a:pt x="610" y="5433"/>
                </a:lnTo>
                <a:lnTo>
                  <a:pt x="831" y="4904"/>
                </a:lnTo>
                <a:lnTo>
                  <a:pt x="1085" y="4395"/>
                </a:lnTo>
                <a:lnTo>
                  <a:pt x="1373" y="3905"/>
                </a:lnTo>
                <a:lnTo>
                  <a:pt x="1696" y="3433"/>
                </a:lnTo>
                <a:lnTo>
                  <a:pt x="2052" y="2980"/>
                </a:lnTo>
                <a:lnTo>
                  <a:pt x="2442" y="2546"/>
                </a:lnTo>
                <a:lnTo>
                  <a:pt x="2857" y="2140"/>
                </a:lnTo>
                <a:lnTo>
                  <a:pt x="3289" y="1768"/>
                </a:lnTo>
                <a:lnTo>
                  <a:pt x="3737" y="1432"/>
                </a:lnTo>
                <a:lnTo>
                  <a:pt x="4201" y="1132"/>
                </a:lnTo>
                <a:lnTo>
                  <a:pt x="4682" y="866"/>
                </a:lnTo>
                <a:lnTo>
                  <a:pt x="5180" y="637"/>
                </a:lnTo>
                <a:lnTo>
                  <a:pt x="5694" y="442"/>
                </a:lnTo>
                <a:lnTo>
                  <a:pt x="6224" y="283"/>
                </a:lnTo>
                <a:lnTo>
                  <a:pt x="6771" y="159"/>
                </a:lnTo>
                <a:lnTo>
                  <a:pt x="7335" y="71"/>
                </a:lnTo>
                <a:lnTo>
                  <a:pt x="7915" y="18"/>
                </a:lnTo>
                <a:lnTo>
                  <a:pt x="8511" y="0"/>
                </a:lnTo>
                <a:lnTo>
                  <a:pt x="9107" y="18"/>
                </a:lnTo>
                <a:lnTo>
                  <a:pt x="9687" y="71"/>
                </a:lnTo>
                <a:lnTo>
                  <a:pt x="10251" y="159"/>
                </a:lnTo>
                <a:lnTo>
                  <a:pt x="10798" y="283"/>
                </a:lnTo>
                <a:lnTo>
                  <a:pt x="11328" y="442"/>
                </a:lnTo>
                <a:lnTo>
                  <a:pt x="11842" y="637"/>
                </a:lnTo>
                <a:lnTo>
                  <a:pt x="12340" y="866"/>
                </a:lnTo>
                <a:lnTo>
                  <a:pt x="12821" y="1132"/>
                </a:lnTo>
                <a:lnTo>
                  <a:pt x="13286" y="1432"/>
                </a:lnTo>
                <a:lnTo>
                  <a:pt x="13734" y="1768"/>
                </a:lnTo>
                <a:lnTo>
                  <a:pt x="14165" y="2140"/>
                </a:lnTo>
                <a:lnTo>
                  <a:pt x="14581" y="2546"/>
                </a:lnTo>
                <a:lnTo>
                  <a:pt x="14971" y="2980"/>
                </a:lnTo>
                <a:lnTo>
                  <a:pt x="15327" y="3433"/>
                </a:lnTo>
                <a:lnTo>
                  <a:pt x="15649" y="3905"/>
                </a:lnTo>
                <a:lnTo>
                  <a:pt x="15937" y="4395"/>
                </a:lnTo>
                <a:lnTo>
                  <a:pt x="16191" y="4904"/>
                </a:lnTo>
                <a:lnTo>
                  <a:pt x="16412" y="5433"/>
                </a:lnTo>
                <a:lnTo>
                  <a:pt x="16598" y="5980"/>
                </a:lnTo>
                <a:lnTo>
                  <a:pt x="16751" y="6546"/>
                </a:lnTo>
                <a:lnTo>
                  <a:pt x="16870" y="7131"/>
                </a:lnTo>
                <a:lnTo>
                  <a:pt x="16954" y="7735"/>
                </a:lnTo>
                <a:lnTo>
                  <a:pt x="17005" y="8358"/>
                </a:lnTo>
                <a:lnTo>
                  <a:pt x="17022" y="8999"/>
                </a:lnTo>
                <a:lnTo>
                  <a:pt x="17005" y="9641"/>
                </a:lnTo>
                <a:lnTo>
                  <a:pt x="16954" y="10264"/>
                </a:lnTo>
                <a:lnTo>
                  <a:pt x="16870" y="10868"/>
                </a:lnTo>
                <a:lnTo>
                  <a:pt x="16751" y="11453"/>
                </a:lnTo>
                <a:lnTo>
                  <a:pt x="16598" y="12019"/>
                </a:lnTo>
                <a:lnTo>
                  <a:pt x="16412" y="12566"/>
                </a:lnTo>
                <a:lnTo>
                  <a:pt x="16191" y="13094"/>
                </a:lnTo>
                <a:lnTo>
                  <a:pt x="15937" y="13604"/>
                </a:lnTo>
                <a:lnTo>
                  <a:pt x="15649" y="14094"/>
                </a:lnTo>
                <a:lnTo>
                  <a:pt x="15327" y="14566"/>
                </a:lnTo>
                <a:lnTo>
                  <a:pt x="14971" y="15019"/>
                </a:lnTo>
                <a:lnTo>
                  <a:pt x="14581" y="15453"/>
                </a:lnTo>
                <a:lnTo>
                  <a:pt x="14165" y="15859"/>
                </a:lnTo>
                <a:lnTo>
                  <a:pt x="13734" y="16231"/>
                </a:lnTo>
                <a:lnTo>
                  <a:pt x="13286" y="16567"/>
                </a:lnTo>
                <a:lnTo>
                  <a:pt x="12821" y="16867"/>
                </a:lnTo>
                <a:lnTo>
                  <a:pt x="12340" y="17132"/>
                </a:lnTo>
                <a:lnTo>
                  <a:pt x="11842" y="17362"/>
                </a:lnTo>
                <a:lnTo>
                  <a:pt x="11328" y="17557"/>
                </a:lnTo>
                <a:lnTo>
                  <a:pt x="10798" y="17716"/>
                </a:lnTo>
                <a:lnTo>
                  <a:pt x="10251" y="17840"/>
                </a:lnTo>
                <a:lnTo>
                  <a:pt x="9687" y="17928"/>
                </a:lnTo>
                <a:lnTo>
                  <a:pt x="9107" y="17981"/>
                </a:lnTo>
                <a:lnTo>
                  <a:pt x="8511" y="17999"/>
                </a:lnTo>
                <a:close/>
                <a:moveTo>
                  <a:pt x="8511" y="55113"/>
                </a:moveTo>
                <a:lnTo>
                  <a:pt x="7915" y="55095"/>
                </a:lnTo>
                <a:lnTo>
                  <a:pt x="7335" y="55042"/>
                </a:lnTo>
                <a:lnTo>
                  <a:pt x="6771" y="54954"/>
                </a:lnTo>
                <a:lnTo>
                  <a:pt x="6224" y="54830"/>
                </a:lnTo>
                <a:lnTo>
                  <a:pt x="5694" y="54671"/>
                </a:lnTo>
                <a:lnTo>
                  <a:pt x="5180" y="54476"/>
                </a:lnTo>
                <a:lnTo>
                  <a:pt x="4682" y="54246"/>
                </a:lnTo>
                <a:lnTo>
                  <a:pt x="4201" y="53981"/>
                </a:lnTo>
                <a:lnTo>
                  <a:pt x="3737" y="53681"/>
                </a:lnTo>
                <a:lnTo>
                  <a:pt x="3289" y="53345"/>
                </a:lnTo>
                <a:lnTo>
                  <a:pt x="2857" y="52973"/>
                </a:lnTo>
                <a:lnTo>
                  <a:pt x="2442" y="52567"/>
                </a:lnTo>
                <a:lnTo>
                  <a:pt x="2052" y="52133"/>
                </a:lnTo>
                <a:lnTo>
                  <a:pt x="1696" y="51680"/>
                </a:lnTo>
                <a:lnTo>
                  <a:pt x="1373" y="51208"/>
                </a:lnTo>
                <a:lnTo>
                  <a:pt x="1085" y="50718"/>
                </a:lnTo>
                <a:lnTo>
                  <a:pt x="831" y="50208"/>
                </a:lnTo>
                <a:lnTo>
                  <a:pt x="610" y="49680"/>
                </a:lnTo>
                <a:lnTo>
                  <a:pt x="424" y="49133"/>
                </a:lnTo>
                <a:lnTo>
                  <a:pt x="271" y="48567"/>
                </a:lnTo>
                <a:lnTo>
                  <a:pt x="153" y="47982"/>
                </a:lnTo>
                <a:lnTo>
                  <a:pt x="68" y="47378"/>
                </a:lnTo>
                <a:lnTo>
                  <a:pt x="17" y="46755"/>
                </a:lnTo>
                <a:lnTo>
                  <a:pt x="0" y="46113"/>
                </a:lnTo>
                <a:lnTo>
                  <a:pt x="17" y="45472"/>
                </a:lnTo>
                <a:lnTo>
                  <a:pt x="68" y="44849"/>
                </a:lnTo>
                <a:lnTo>
                  <a:pt x="153" y="44245"/>
                </a:lnTo>
                <a:lnTo>
                  <a:pt x="271" y="43660"/>
                </a:lnTo>
                <a:lnTo>
                  <a:pt x="424" y="43094"/>
                </a:lnTo>
                <a:lnTo>
                  <a:pt x="610" y="42547"/>
                </a:lnTo>
                <a:lnTo>
                  <a:pt x="831" y="42019"/>
                </a:lnTo>
                <a:lnTo>
                  <a:pt x="1085" y="41509"/>
                </a:lnTo>
                <a:lnTo>
                  <a:pt x="1373" y="41019"/>
                </a:lnTo>
                <a:lnTo>
                  <a:pt x="1696" y="40547"/>
                </a:lnTo>
                <a:lnTo>
                  <a:pt x="2052" y="40094"/>
                </a:lnTo>
                <a:lnTo>
                  <a:pt x="2442" y="39660"/>
                </a:lnTo>
                <a:lnTo>
                  <a:pt x="2857" y="39254"/>
                </a:lnTo>
                <a:lnTo>
                  <a:pt x="3289" y="38882"/>
                </a:lnTo>
                <a:lnTo>
                  <a:pt x="3737" y="38546"/>
                </a:lnTo>
                <a:lnTo>
                  <a:pt x="4201" y="38246"/>
                </a:lnTo>
                <a:lnTo>
                  <a:pt x="4682" y="37980"/>
                </a:lnTo>
                <a:lnTo>
                  <a:pt x="5180" y="37751"/>
                </a:lnTo>
                <a:lnTo>
                  <a:pt x="5694" y="37556"/>
                </a:lnTo>
                <a:lnTo>
                  <a:pt x="6224" y="37397"/>
                </a:lnTo>
                <a:lnTo>
                  <a:pt x="6771" y="37273"/>
                </a:lnTo>
                <a:lnTo>
                  <a:pt x="7335" y="37185"/>
                </a:lnTo>
                <a:lnTo>
                  <a:pt x="7915" y="37132"/>
                </a:lnTo>
                <a:lnTo>
                  <a:pt x="8511" y="37114"/>
                </a:lnTo>
                <a:lnTo>
                  <a:pt x="9107" y="37132"/>
                </a:lnTo>
                <a:lnTo>
                  <a:pt x="9687" y="37185"/>
                </a:lnTo>
                <a:lnTo>
                  <a:pt x="10251" y="37273"/>
                </a:lnTo>
                <a:lnTo>
                  <a:pt x="10798" y="37397"/>
                </a:lnTo>
                <a:lnTo>
                  <a:pt x="11328" y="37556"/>
                </a:lnTo>
                <a:lnTo>
                  <a:pt x="11842" y="37751"/>
                </a:lnTo>
                <a:lnTo>
                  <a:pt x="12340" y="37980"/>
                </a:lnTo>
                <a:lnTo>
                  <a:pt x="12821" y="38246"/>
                </a:lnTo>
                <a:lnTo>
                  <a:pt x="13286" y="38546"/>
                </a:lnTo>
                <a:lnTo>
                  <a:pt x="13734" y="38882"/>
                </a:lnTo>
                <a:lnTo>
                  <a:pt x="14165" y="39254"/>
                </a:lnTo>
                <a:lnTo>
                  <a:pt x="14581" y="39660"/>
                </a:lnTo>
                <a:lnTo>
                  <a:pt x="14971" y="40094"/>
                </a:lnTo>
                <a:lnTo>
                  <a:pt x="15327" y="40547"/>
                </a:lnTo>
                <a:lnTo>
                  <a:pt x="15649" y="41019"/>
                </a:lnTo>
                <a:lnTo>
                  <a:pt x="15937" y="41509"/>
                </a:lnTo>
                <a:lnTo>
                  <a:pt x="16191" y="42019"/>
                </a:lnTo>
                <a:lnTo>
                  <a:pt x="16412" y="42547"/>
                </a:lnTo>
                <a:lnTo>
                  <a:pt x="16598" y="43094"/>
                </a:lnTo>
                <a:lnTo>
                  <a:pt x="16751" y="43660"/>
                </a:lnTo>
                <a:lnTo>
                  <a:pt x="16870" y="44245"/>
                </a:lnTo>
                <a:lnTo>
                  <a:pt x="16954" y="44849"/>
                </a:lnTo>
                <a:lnTo>
                  <a:pt x="17005" y="45472"/>
                </a:lnTo>
                <a:lnTo>
                  <a:pt x="17022" y="46113"/>
                </a:lnTo>
                <a:lnTo>
                  <a:pt x="17005" y="46755"/>
                </a:lnTo>
                <a:lnTo>
                  <a:pt x="16954" y="47378"/>
                </a:lnTo>
                <a:lnTo>
                  <a:pt x="16870" y="47982"/>
                </a:lnTo>
                <a:lnTo>
                  <a:pt x="16751" y="48567"/>
                </a:lnTo>
                <a:lnTo>
                  <a:pt x="16598" y="49133"/>
                </a:lnTo>
                <a:lnTo>
                  <a:pt x="16412" y="49680"/>
                </a:lnTo>
                <a:lnTo>
                  <a:pt x="16191" y="50208"/>
                </a:lnTo>
                <a:lnTo>
                  <a:pt x="15937" y="50718"/>
                </a:lnTo>
                <a:lnTo>
                  <a:pt x="15649" y="51208"/>
                </a:lnTo>
                <a:lnTo>
                  <a:pt x="15327" y="51680"/>
                </a:lnTo>
                <a:lnTo>
                  <a:pt x="14971" y="52133"/>
                </a:lnTo>
                <a:lnTo>
                  <a:pt x="14581" y="52567"/>
                </a:lnTo>
                <a:lnTo>
                  <a:pt x="14165" y="52973"/>
                </a:lnTo>
                <a:lnTo>
                  <a:pt x="13734" y="53345"/>
                </a:lnTo>
                <a:lnTo>
                  <a:pt x="13286" y="53681"/>
                </a:lnTo>
                <a:lnTo>
                  <a:pt x="12821" y="53981"/>
                </a:lnTo>
                <a:lnTo>
                  <a:pt x="12340" y="54246"/>
                </a:lnTo>
                <a:lnTo>
                  <a:pt x="11842" y="54476"/>
                </a:lnTo>
                <a:lnTo>
                  <a:pt x="11328" y="54671"/>
                </a:lnTo>
                <a:lnTo>
                  <a:pt x="10798" y="54830"/>
                </a:lnTo>
                <a:lnTo>
                  <a:pt x="10251" y="54954"/>
                </a:lnTo>
                <a:lnTo>
                  <a:pt x="9687" y="55042"/>
                </a:lnTo>
                <a:lnTo>
                  <a:pt x="9107" y="55095"/>
                </a:lnTo>
                <a:lnTo>
                  <a:pt x="8511" y="55113"/>
                </a:lnTo>
                <a:close/>
                <a:moveTo>
                  <a:pt x="8511" y="92227"/>
                </a:moveTo>
                <a:lnTo>
                  <a:pt x="7915" y="92209"/>
                </a:lnTo>
                <a:lnTo>
                  <a:pt x="7335" y="92156"/>
                </a:lnTo>
                <a:lnTo>
                  <a:pt x="6771" y="92068"/>
                </a:lnTo>
                <a:lnTo>
                  <a:pt x="6224" y="91944"/>
                </a:lnTo>
                <a:lnTo>
                  <a:pt x="5694" y="91785"/>
                </a:lnTo>
                <a:lnTo>
                  <a:pt x="5180" y="91590"/>
                </a:lnTo>
                <a:lnTo>
                  <a:pt x="4682" y="91360"/>
                </a:lnTo>
                <a:lnTo>
                  <a:pt x="4201" y="91095"/>
                </a:lnTo>
                <a:lnTo>
                  <a:pt x="3737" y="90795"/>
                </a:lnTo>
                <a:lnTo>
                  <a:pt x="3289" y="90459"/>
                </a:lnTo>
                <a:lnTo>
                  <a:pt x="2857" y="90087"/>
                </a:lnTo>
                <a:lnTo>
                  <a:pt x="2442" y="89681"/>
                </a:lnTo>
                <a:lnTo>
                  <a:pt x="2052" y="89247"/>
                </a:lnTo>
                <a:lnTo>
                  <a:pt x="1696" y="88794"/>
                </a:lnTo>
                <a:lnTo>
                  <a:pt x="1373" y="88322"/>
                </a:lnTo>
                <a:lnTo>
                  <a:pt x="1085" y="87832"/>
                </a:lnTo>
                <a:lnTo>
                  <a:pt x="831" y="87322"/>
                </a:lnTo>
                <a:lnTo>
                  <a:pt x="610" y="86794"/>
                </a:lnTo>
                <a:lnTo>
                  <a:pt x="424" y="86247"/>
                </a:lnTo>
                <a:lnTo>
                  <a:pt x="271" y="85681"/>
                </a:lnTo>
                <a:lnTo>
                  <a:pt x="153" y="85096"/>
                </a:lnTo>
                <a:lnTo>
                  <a:pt x="68" y="84492"/>
                </a:lnTo>
                <a:lnTo>
                  <a:pt x="17" y="83869"/>
                </a:lnTo>
                <a:lnTo>
                  <a:pt x="0" y="83227"/>
                </a:lnTo>
                <a:lnTo>
                  <a:pt x="17" y="82586"/>
                </a:lnTo>
                <a:lnTo>
                  <a:pt x="68" y="81963"/>
                </a:lnTo>
                <a:lnTo>
                  <a:pt x="153" y="81359"/>
                </a:lnTo>
                <a:lnTo>
                  <a:pt x="271" y="80774"/>
                </a:lnTo>
                <a:lnTo>
                  <a:pt x="424" y="80208"/>
                </a:lnTo>
                <a:lnTo>
                  <a:pt x="610" y="79661"/>
                </a:lnTo>
                <a:lnTo>
                  <a:pt x="831" y="79133"/>
                </a:lnTo>
                <a:lnTo>
                  <a:pt x="1085" y="78623"/>
                </a:lnTo>
                <a:lnTo>
                  <a:pt x="1373" y="78133"/>
                </a:lnTo>
                <a:lnTo>
                  <a:pt x="1696" y="77661"/>
                </a:lnTo>
                <a:lnTo>
                  <a:pt x="2052" y="77208"/>
                </a:lnTo>
                <a:lnTo>
                  <a:pt x="2442" y="76774"/>
                </a:lnTo>
                <a:lnTo>
                  <a:pt x="2857" y="76368"/>
                </a:lnTo>
                <a:lnTo>
                  <a:pt x="3289" y="75996"/>
                </a:lnTo>
                <a:lnTo>
                  <a:pt x="3737" y="75660"/>
                </a:lnTo>
                <a:lnTo>
                  <a:pt x="4201" y="75360"/>
                </a:lnTo>
                <a:lnTo>
                  <a:pt x="4682" y="75094"/>
                </a:lnTo>
                <a:lnTo>
                  <a:pt x="5180" y="74865"/>
                </a:lnTo>
                <a:lnTo>
                  <a:pt x="5694" y="74670"/>
                </a:lnTo>
                <a:lnTo>
                  <a:pt x="6224" y="74511"/>
                </a:lnTo>
                <a:lnTo>
                  <a:pt x="6771" y="74387"/>
                </a:lnTo>
                <a:lnTo>
                  <a:pt x="7335" y="74299"/>
                </a:lnTo>
                <a:lnTo>
                  <a:pt x="7915" y="74246"/>
                </a:lnTo>
                <a:lnTo>
                  <a:pt x="8511" y="74228"/>
                </a:lnTo>
                <a:lnTo>
                  <a:pt x="9107" y="74246"/>
                </a:lnTo>
                <a:lnTo>
                  <a:pt x="9687" y="74299"/>
                </a:lnTo>
                <a:lnTo>
                  <a:pt x="10251" y="74387"/>
                </a:lnTo>
                <a:lnTo>
                  <a:pt x="10798" y="74511"/>
                </a:lnTo>
                <a:lnTo>
                  <a:pt x="11328" y="74670"/>
                </a:lnTo>
                <a:lnTo>
                  <a:pt x="11842" y="74865"/>
                </a:lnTo>
                <a:lnTo>
                  <a:pt x="12340" y="75094"/>
                </a:lnTo>
                <a:lnTo>
                  <a:pt x="12821" y="75360"/>
                </a:lnTo>
                <a:lnTo>
                  <a:pt x="13286" y="75660"/>
                </a:lnTo>
                <a:lnTo>
                  <a:pt x="13734" y="75996"/>
                </a:lnTo>
                <a:lnTo>
                  <a:pt x="14165" y="76368"/>
                </a:lnTo>
                <a:lnTo>
                  <a:pt x="14581" y="76774"/>
                </a:lnTo>
                <a:lnTo>
                  <a:pt x="14971" y="77208"/>
                </a:lnTo>
                <a:lnTo>
                  <a:pt x="15327" y="77661"/>
                </a:lnTo>
                <a:lnTo>
                  <a:pt x="15649" y="78133"/>
                </a:lnTo>
                <a:lnTo>
                  <a:pt x="15937" y="78623"/>
                </a:lnTo>
                <a:lnTo>
                  <a:pt x="16191" y="79133"/>
                </a:lnTo>
                <a:lnTo>
                  <a:pt x="16412" y="79661"/>
                </a:lnTo>
                <a:lnTo>
                  <a:pt x="16598" y="80208"/>
                </a:lnTo>
                <a:lnTo>
                  <a:pt x="16751" y="80774"/>
                </a:lnTo>
                <a:lnTo>
                  <a:pt x="16870" y="81359"/>
                </a:lnTo>
                <a:lnTo>
                  <a:pt x="16954" y="81963"/>
                </a:lnTo>
                <a:lnTo>
                  <a:pt x="17005" y="82586"/>
                </a:lnTo>
                <a:lnTo>
                  <a:pt x="17022" y="83227"/>
                </a:lnTo>
                <a:lnTo>
                  <a:pt x="17005" y="83869"/>
                </a:lnTo>
                <a:lnTo>
                  <a:pt x="16954" y="84492"/>
                </a:lnTo>
                <a:lnTo>
                  <a:pt x="16870" y="85096"/>
                </a:lnTo>
                <a:lnTo>
                  <a:pt x="16751" y="85681"/>
                </a:lnTo>
                <a:lnTo>
                  <a:pt x="16598" y="86247"/>
                </a:lnTo>
                <a:lnTo>
                  <a:pt x="16412" y="86794"/>
                </a:lnTo>
                <a:lnTo>
                  <a:pt x="16191" y="87322"/>
                </a:lnTo>
                <a:lnTo>
                  <a:pt x="15937" y="87832"/>
                </a:lnTo>
                <a:lnTo>
                  <a:pt x="15649" y="88322"/>
                </a:lnTo>
                <a:lnTo>
                  <a:pt x="15327" y="88794"/>
                </a:lnTo>
                <a:lnTo>
                  <a:pt x="14971" y="89247"/>
                </a:lnTo>
                <a:lnTo>
                  <a:pt x="14581" y="89681"/>
                </a:lnTo>
                <a:lnTo>
                  <a:pt x="14165" y="90087"/>
                </a:lnTo>
                <a:lnTo>
                  <a:pt x="13734" y="90459"/>
                </a:lnTo>
                <a:lnTo>
                  <a:pt x="13286" y="90795"/>
                </a:lnTo>
                <a:lnTo>
                  <a:pt x="12821" y="91095"/>
                </a:lnTo>
                <a:lnTo>
                  <a:pt x="12340" y="91360"/>
                </a:lnTo>
                <a:lnTo>
                  <a:pt x="11842" y="91590"/>
                </a:lnTo>
                <a:lnTo>
                  <a:pt x="11328" y="91785"/>
                </a:lnTo>
                <a:lnTo>
                  <a:pt x="10798" y="91944"/>
                </a:lnTo>
                <a:lnTo>
                  <a:pt x="10251" y="92068"/>
                </a:lnTo>
                <a:lnTo>
                  <a:pt x="9687" y="92156"/>
                </a:lnTo>
                <a:lnTo>
                  <a:pt x="9107" y="92209"/>
                </a:lnTo>
                <a:lnTo>
                  <a:pt x="8511" y="92227"/>
                </a:lnTo>
                <a:close/>
              </a:path>
            </a:pathLst>
          </a:custGeom>
          <a:solidFill xmlns:a="http://schemas.openxmlformats.org/drawingml/2006/main">
            <a:srgbClr val="252A32"/>
          </a:solidFill>
          <a:ln xmlns:a="http://schemas.openxmlformats.org/drawingml/2006/main" w="0">
            <a:noFill/>
          </a:ln>
        </p:spPr>
      </p:sp>
      <p:sp>
        <p:nvSpPr>
          <p:cNvPr id="35" name="F3-0035-text">
            <a:extLst xmlns:a="http://schemas.openxmlformats.org/drawingml/2006/main">
              <a:ext uri="{FF2B5EF4-FFF2-40B4-BE49-F238E27FC236}">
                <a16:creationId xmlns:a16="http://schemas.microsoft.com/office/drawing/2014/main" id="{A8F0F99F-A17B-462B-8407-C834CF0B675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82650" y="1851422"/>
            <a:ext cx="2540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36" name="F3-0036-text"/>
          <p:cNvSpPr txBox="1"/>
          <p:nvPr/>
        </p:nvSpPr>
        <p:spPr>
          <ns0:xfrm xmlns:ns0="http://schemas.openxmlformats.org/drawingml/2006/main">
            <ns0:off x="1171575" y="1984772"/>
            <ns0:ext cx="3254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</ns0:t>
            </ns0:r>
          </ns0:p>
        </p:txBody>
      </p:sp>
      <p:sp>
        <p:nvSpPr>
          <p:cNvPr id="37" name="F3-0037-text"/>
          <p:cNvSpPr txBox="1"/>
          <p:nvPr/>
        </p:nvSpPr>
        <p:spPr>
          <ns0:xfrm xmlns:ns0="http://schemas.openxmlformats.org/drawingml/2006/main">
            <ns0:off x="1497013" y="1984772"/>
            <ns0:ext cx="3254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2</ns0:t>
            </ns0:r>
          </ns0:p>
        </p:txBody>
      </p:sp>
      <p:sp>
        <p:nvSpPr>
          <p:cNvPr id="38" name="F3-0038-text"/>
          <p:cNvSpPr txBox="1"/>
          <p:nvPr/>
        </p:nvSpPr>
        <p:spPr>
          <ns0:xfrm xmlns:ns0="http://schemas.openxmlformats.org/drawingml/2006/main">
            <ns0:off x="1822450" y="1984772"/>
            <ns0:ext cx="3254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…</ns0:t>
            </ns0:r>
          </ns0:p>
        </p:txBody>
      </p:sp>
      <p:sp>
        <p:nvSpPr>
          <p:cNvPr id="39" name="F3-0039-text"/>
          <p:cNvSpPr txBox="1"/>
          <p:nvPr/>
        </p:nvSpPr>
        <p:spPr>
          <ns0:xfrm xmlns:ns0="http://schemas.openxmlformats.org/drawingml/2006/main">
            <ns0:off x="2147888" y="1984772"/>
            <ns0:ext cx="3254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12</ns0:t>
            </ns0:r>
          </ns0:p>
        </p:txBody>
      </p:sp>
      <p:sp>
        <p:nvSpPr>
          <p:cNvPr id="40" name="F3-0040-text"/>
          <p:cNvSpPr txBox="1"/>
          <p:nvPr/>
        </p:nvSpPr>
        <p:spPr>
          <ns0:xfrm xmlns:ns0="http://schemas.openxmlformats.org/drawingml/2006/main">
            <ns0:off x="2473325" y="1984772"/>
            <ns0:ext cx="3254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13</ns0:t>
            </ns0:r>
          </ns0:p>
        </p:txBody>
      </p:sp>
      <p:sp>
        <p:nvSpPr>
          <p:cNvPr id="41" name="F3-0041-text"/>
          <p:cNvSpPr txBox="1"/>
          <p:nvPr/>
        </p:nvSpPr>
        <p:spPr>
          <ns0:xfrm xmlns:ns0="http://schemas.openxmlformats.org/drawingml/2006/main">
            <ns0:off x="2798763" y="1984772"/>
            <ns0:ext cx="3254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14</ns0:t>
            </ns0:r>
          </ns0:p>
        </p:txBody>
      </p:sp>
      <p:sp>
        <p:nvSpPr>
          <p:cNvPr id="42" name="F3-0042-text">
            <a:extLst xmlns:a="http://schemas.openxmlformats.org/drawingml/2006/main">
              <a:ext uri="{FF2B5EF4-FFF2-40B4-BE49-F238E27FC236}">
                <a16:creationId xmlns:a16="http://schemas.microsoft.com/office/drawing/2014/main" id="{E8407207-C648-4569-981D-0B8543D8BFC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3448050" y="1219676"/>
            <a:ext cx="276225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530" name="F3-math-89-227"/>
          <p:cNvSpPr txBox="1"/>
          <p:nvPr/>
        </p:nvSpPr>
        <p:spPr>
          <ns0:xfrm xmlns:ns0="http://schemas.openxmlformats.org/drawingml/2006/main">
            <ns0:off x="1190625" y="2152650"/>
            <ns0:ext cx="2447925" cy="2381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= [q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, p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, t/T]</ns0:t>
            </ns0:r>
          </ns0:p>
        </p:txBody>
      </p:sp>
      <p:sp>
        <p:nvSpPr>
          <p:cNvPr id="46" name="F3-0046-roundRect">
            <a:extLst xmlns:a="http://schemas.openxmlformats.org/drawingml/2006/main">
              <a:ext uri="{FF2B5EF4-FFF2-40B4-BE49-F238E27FC236}">
                <a16:creationId xmlns:a16="http://schemas.microsoft.com/office/drawing/2014/main" id="{FD2CBC0B-48CE-479E-880A-ECF12F5046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4850" y="2400300"/>
            <a:ext cx="3190875" cy="56197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9BA9C3"/>
            </a:solidFill>
            <a:prstDash val="solid"/>
          </a:ln>
        </p:spPr>
      </p:sp>
      <p:sp>
        <p:nvSpPr>
          <p:cNvPr id="61" name="F3-0061-text"/>
          <p:cNvSpPr txBox="1"/>
          <p:nvPr/>
        </p:nvSpPr>
        <p:spPr>
          <ns0:xfrm xmlns:ns0="http://schemas.openxmlformats.org/drawingml/2006/main">
            <ns0:off x="676275" y="2962275"/>
            <ns0:ext cx="3276600" cy="2095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Score only on excluded episodes</ns0:t>
            </ns0:r>
          </ns0:p>
        </p:txBody>
      </p:sp>
      <p:sp>
        <p:nvSpPr>
          <p:cNvPr id="62" name="F3-0062-roundRect">
            <a:extLst xmlns:a="http://schemas.openxmlformats.org/drawingml/2006/main">
              <a:ext uri="{FF2B5EF4-FFF2-40B4-BE49-F238E27FC236}">
                <a16:creationId xmlns:a16="http://schemas.microsoft.com/office/drawing/2014/main" id="{7CD46F34-945C-479D-BDA2-73FF178FE5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67300" y="438150"/>
            <a:ext cx="2790825" cy="2695575"/>
          </a:xfrm>
          <a:prstGeom xmlns:a="http://schemas.openxmlformats.org/drawingml/2006/main" prst="roundRect">
            <a:avLst>
              <a:gd name="adj" fmla="val 1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BC2CD"/>
            </a:solidFill>
            <a:prstDash val="solid"/>
          </a:ln>
        </p:spPr>
      </p:sp>
      <p:sp>
        <p:nvSpPr>
          <p:cNvPr id="63" name="F3-0063-roundRect">
            <a:extLst xmlns:a="http://schemas.openxmlformats.org/drawingml/2006/main">
              <a:ext uri="{FF2B5EF4-FFF2-40B4-BE49-F238E27FC236}">
                <a16:creationId xmlns:a16="http://schemas.microsoft.com/office/drawing/2014/main" id="{9EE00B01-57B3-43C0-8B80-E4426B726ED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067300" y="438150"/>
            <a:ext cx="2790825" cy="352425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1430">
            <a:solidFill>
              <a:srgbClr val="DFAE9F"/>
            </a:solidFill>
            <a:prstDash val="solid"/>
          </a:ln>
        </p:spPr>
      </p:sp>
      <p:sp>
        <p:nvSpPr>
          <p:cNvPr id="64" name="F3-0064-text"/>
          <p:cNvSpPr txBox="1"/>
          <p:nvPr/>
        </p:nvSpPr>
        <p:spPr>
          <ns0:xfrm xmlns:ns0="http://schemas.openxmlformats.org/drawingml/2006/main">
            <ns0:off x="5191125" y="478155"/>
            <ns0:ext cx="2524125" cy="2819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Fitting folds: 32 episodes</ns0:t>
            </ns0:r>
          </ns0:p>
        </p:txBody>
      </p:sp>
      <p:sp>
        <p:nvSpPr>
          <p:cNvPr id="532" name="F3-math-552-88"/>
          <p:cNvSpPr txBox="1"/>
          <p:nvPr/>
        </p:nvSpPr>
        <p:spPr>
          <ns0:xfrm xmlns:ns0="http://schemas.openxmlformats.org/drawingml/2006/main">
            <ns0:off x="5600700" y="790575"/>
            <ns0:ext cx="183832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∈ R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16×14</ns0:t>
            </ns0:r>
          </ns0:p>
        </p:txBody>
      </p:sp>
      <p:sp>
        <p:nvSpPr>
          <p:cNvPr id="72" name="F3-0072-roundRect">
            <a:extLst xmlns:a="http://schemas.openxmlformats.org/drawingml/2006/main">
              <a:ext uri="{FF2B5EF4-FFF2-40B4-BE49-F238E27FC236}">
                <a16:creationId xmlns:a16="http://schemas.microsoft.com/office/drawing/2014/main" id="{77342641-C879-4A74-AEA1-7169093FA0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00725" y="1066800"/>
            <a:ext cx="1571625" cy="752475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AE9F"/>
            </a:solidFill>
            <a:prstDash val="solid"/>
          </a:ln>
        </p:spPr>
      </p:sp>
      <p:sp>
        <p:nvSpPr>
          <p:cNvPr id="73" name="F3-0073-roundRect">
            <a:extLst xmlns:a="http://schemas.openxmlformats.org/drawingml/2006/main">
              <a:ext uri="{FF2B5EF4-FFF2-40B4-BE49-F238E27FC236}">
                <a16:creationId xmlns:a16="http://schemas.microsoft.com/office/drawing/2014/main" id="{56FAEB8C-CF33-47C0-9E54-6C334C3D96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62625" y="1104900"/>
            <a:ext cx="1571625" cy="752475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AE9F"/>
            </a:solidFill>
            <a:prstDash val="solid"/>
          </a:ln>
        </p:spPr>
      </p:sp>
      <p:sp>
        <p:nvSpPr>
          <p:cNvPr id="74" name="F3-0074-roundRect">
            <a:extLst xmlns:a="http://schemas.openxmlformats.org/drawingml/2006/main">
              <a:ext uri="{FF2B5EF4-FFF2-40B4-BE49-F238E27FC236}">
                <a16:creationId xmlns:a16="http://schemas.microsoft.com/office/drawing/2014/main" id="{0214E689-D7E2-4142-8B66-D887BEEA2F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24525" y="1143000"/>
            <a:ext cx="1571625" cy="752475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AE9F"/>
            </a:solidFill>
            <a:prstDash val="solid"/>
          </a:ln>
        </p:spPr>
      </p:sp>
      <p:sp>
        <p:nvSpPr>
          <p:cNvPr id="75" name="F3-0075-roundRect">
            <a:extLst xmlns:a="http://schemas.openxmlformats.org/drawingml/2006/main">
              <a:ext uri="{FF2B5EF4-FFF2-40B4-BE49-F238E27FC236}">
                <a16:creationId xmlns:a16="http://schemas.microsoft.com/office/drawing/2014/main" id="{1EEA10D0-FC42-4D95-99D5-68007D7CA3B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86425" y="1181100"/>
            <a:ext cx="1571625" cy="752475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AE9F"/>
            </a:solidFill>
            <a:prstDash val="solid"/>
          </a:ln>
        </p:spPr>
      </p:sp>
      <p:sp>
        <p:nvSpPr>
          <p:cNvPr id="76" name="F3-0076-roundRect">
            <a:extLst xmlns:a="http://schemas.openxmlformats.org/drawingml/2006/main">
              <a:ext uri="{FF2B5EF4-FFF2-40B4-BE49-F238E27FC236}">
                <a16:creationId xmlns:a16="http://schemas.microsoft.com/office/drawing/2014/main" id="{31A7A81F-5B2F-40EB-94BF-0FE059C983A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48325" y="1219200"/>
            <a:ext cx="1571625" cy="752475"/>
          </a:xfrm>
          <a:prstGeom xmlns:a="http://schemas.openxmlformats.org/drawingml/2006/main" prst="roundRect">
            <a:avLst>
              <a:gd name="adj" fmla="val 1266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0478">
            <a:solidFill>
              <a:srgbClr val="DFAE9F"/>
            </a:solidFill>
            <a:prstDash val="solid"/>
          </a:ln>
        </p:spPr>
      </p:sp>
      <p:sp>
        <p:nvSpPr>
          <p:cNvPr id="77" name="F3-0077-line">
            <a:extLst xmlns:a="http://schemas.openxmlformats.org/drawingml/2006/main">
              <a:ext uri="{FF2B5EF4-FFF2-40B4-BE49-F238E27FC236}">
                <a16:creationId xmlns:a16="http://schemas.microsoft.com/office/drawing/2014/main" id="{6E0C5D1D-F16C-4FF7-BBF7-EF8BD72DD2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48325" y="1407319"/>
            <a:ext cx="1571625" cy="9525"/>
          </a:xfrm>
          <a:custGeom xmlns:a="http://schemas.openxmlformats.org/drawingml/2006/main">
            <a:pathLst>
              <a:path w="1571625" h="9525">
                <a:moveTo>
                  <a:pt x="0" y="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78" name="F3-0078-line">
            <a:extLst xmlns:a="http://schemas.openxmlformats.org/drawingml/2006/main">
              <a:ext uri="{FF2B5EF4-FFF2-40B4-BE49-F238E27FC236}">
                <a16:creationId xmlns:a16="http://schemas.microsoft.com/office/drawing/2014/main" id="{41419F43-76C4-45AA-B525-D5DC9DA3ACA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48325" y="1595438"/>
            <a:ext cx="1571625" cy="9525"/>
          </a:xfrm>
          <a:custGeom xmlns:a="http://schemas.openxmlformats.org/drawingml/2006/main">
            <a:pathLst>
              <a:path w="1571625" h="9525">
                <a:moveTo>
                  <a:pt x="0" y="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79" name="F3-0079-line">
            <a:extLst xmlns:a="http://schemas.openxmlformats.org/drawingml/2006/main">
              <a:ext uri="{FF2B5EF4-FFF2-40B4-BE49-F238E27FC236}">
                <a16:creationId xmlns:a16="http://schemas.microsoft.com/office/drawing/2014/main" id="{F71BE754-4A38-4472-B025-CDE3F19271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48325" y="1783556"/>
            <a:ext cx="1571625" cy="9525"/>
          </a:xfrm>
          <a:custGeom xmlns:a="http://schemas.openxmlformats.org/drawingml/2006/main">
            <a:pathLst>
              <a:path w="1571625" h="9525">
                <a:moveTo>
                  <a:pt x="0" y="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80" name="F3-0080-line">
            <a:extLst xmlns:a="http://schemas.openxmlformats.org/drawingml/2006/main">
              <a:ext uri="{FF2B5EF4-FFF2-40B4-BE49-F238E27FC236}">
                <a16:creationId xmlns:a16="http://schemas.microsoft.com/office/drawing/2014/main" id="{6C3D3678-526D-4FA6-A3BD-0909CFE34A7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910263" y="1219200"/>
            <a:ext cx="9525" cy="752475"/>
          </a:xfrm>
          <a:custGeom xmlns:a="http://schemas.openxmlformats.org/drawingml/2006/main">
            <a:pathLst>
              <a:path w="9525" h="752475">
                <a:moveTo>
                  <a:pt x="0" y="0"/>
                </a:moveTo>
                <a:lnTo>
                  <a:pt x="0" y="752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81" name="F3-0081-line">
            <a:extLst xmlns:a="http://schemas.openxmlformats.org/drawingml/2006/main">
              <a:ext uri="{FF2B5EF4-FFF2-40B4-BE49-F238E27FC236}">
                <a16:creationId xmlns:a16="http://schemas.microsoft.com/office/drawing/2014/main" id="{5074B5F8-184D-406E-AE96-EAABDC0B4A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72200" y="1219200"/>
            <a:ext cx="9525" cy="752475"/>
          </a:xfrm>
          <a:custGeom xmlns:a="http://schemas.openxmlformats.org/drawingml/2006/main">
            <a:pathLst>
              <a:path w="9525" h="752475">
                <a:moveTo>
                  <a:pt x="0" y="0"/>
                </a:moveTo>
                <a:lnTo>
                  <a:pt x="0" y="752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82" name="F3-0082-line">
            <a:extLst xmlns:a="http://schemas.openxmlformats.org/drawingml/2006/main">
              <a:ext uri="{FF2B5EF4-FFF2-40B4-BE49-F238E27FC236}">
                <a16:creationId xmlns:a16="http://schemas.microsoft.com/office/drawing/2014/main" id="{5D829A31-33BB-49AA-9FF4-D9C7FC61A07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434138" y="1219200"/>
            <a:ext cx="9525" cy="752475"/>
          </a:xfrm>
          <a:custGeom xmlns:a="http://schemas.openxmlformats.org/drawingml/2006/main">
            <a:pathLst>
              <a:path w="9525" h="752475">
                <a:moveTo>
                  <a:pt x="0" y="0"/>
                </a:moveTo>
                <a:lnTo>
                  <a:pt x="0" y="752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83" name="F3-0083-line">
            <a:extLst xmlns:a="http://schemas.openxmlformats.org/drawingml/2006/main">
              <a:ext uri="{FF2B5EF4-FFF2-40B4-BE49-F238E27FC236}">
                <a16:creationId xmlns:a16="http://schemas.microsoft.com/office/drawing/2014/main" id="{1D1307A0-9B5F-462E-9AAA-1509B2A17F7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96075" y="1219200"/>
            <a:ext cx="9525" cy="752475"/>
          </a:xfrm>
          <a:custGeom xmlns:a="http://schemas.openxmlformats.org/drawingml/2006/main">
            <a:pathLst>
              <a:path w="9525" h="752475">
                <a:moveTo>
                  <a:pt x="0" y="0"/>
                </a:moveTo>
                <a:lnTo>
                  <a:pt x="0" y="752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84" name="F3-0084-line">
            <a:extLst xmlns:a="http://schemas.openxmlformats.org/drawingml/2006/main">
              <a:ext uri="{FF2B5EF4-FFF2-40B4-BE49-F238E27FC236}">
                <a16:creationId xmlns:a16="http://schemas.microsoft.com/office/drawing/2014/main" id="{0E765A21-91CC-4D05-8FDD-3C4B4E1347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58013" y="1219200"/>
            <a:ext cx="9525" cy="752475"/>
          </a:xfrm>
          <a:custGeom xmlns:a="http://schemas.openxmlformats.org/drawingml/2006/main">
            <a:pathLst>
              <a:path w="9525" h="752475">
                <a:moveTo>
                  <a:pt x="0" y="0"/>
                </a:moveTo>
                <a:lnTo>
                  <a:pt x="0" y="7524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85" name="F3-0085-text">
            <a:extLst xmlns:a="http://schemas.openxmlformats.org/drawingml/2006/main">
              <a:ext uri="{FF2B5EF4-FFF2-40B4-BE49-F238E27FC236}">
                <a16:creationId xmlns:a16="http://schemas.microsoft.com/office/drawing/2014/main" id="{569B6B44-22AD-40A1-9AFD-267630137C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5372100" y="1184672"/>
            <a:ext cx="2286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6" name="F3-0086-text">
            <a:extLst xmlns:a="http://schemas.openxmlformats.org/drawingml/2006/main">
              <a:ext uri="{FF2B5EF4-FFF2-40B4-BE49-F238E27FC236}">
                <a16:creationId xmlns:a16="http://schemas.microsoft.com/office/drawing/2014/main" id="{E36526A7-B3F9-400D-A800-2FADED1DD7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5372100" y="1435497"/>
            <a:ext cx="2286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87" name="F3-0087-symbol-22ee">
            <a:extLst xmlns:a="http://schemas.openxmlformats.org/drawingml/2006/main">
              <a:ext uri="{FF2B5EF4-FFF2-40B4-BE49-F238E27FC236}">
                <a16:creationId xmlns:a16="http://schemas.microsoft.com/office/drawing/2014/main" id="{1B07302B-0E9F-421E-8196-91BE323FA03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77889" y="1722370"/>
            <a:ext cx="17022" cy="92227"/>
          </a:xfrm>
          <a:custGeom xmlns:a="http://schemas.openxmlformats.org/drawingml/2006/main">
            <a:pathLst>
              <a:path w="17022" h="92227">
                <a:moveTo>
                  <a:pt x="8511" y="17999"/>
                </a:moveTo>
                <a:lnTo>
                  <a:pt x="7915" y="17981"/>
                </a:lnTo>
                <a:lnTo>
                  <a:pt x="7335" y="17928"/>
                </a:lnTo>
                <a:lnTo>
                  <a:pt x="6771" y="17840"/>
                </a:lnTo>
                <a:lnTo>
                  <a:pt x="6224" y="17716"/>
                </a:lnTo>
                <a:lnTo>
                  <a:pt x="5694" y="17557"/>
                </a:lnTo>
                <a:lnTo>
                  <a:pt x="5180" y="17362"/>
                </a:lnTo>
                <a:lnTo>
                  <a:pt x="4682" y="17132"/>
                </a:lnTo>
                <a:lnTo>
                  <a:pt x="4201" y="16867"/>
                </a:lnTo>
                <a:lnTo>
                  <a:pt x="3737" y="16567"/>
                </a:lnTo>
                <a:lnTo>
                  <a:pt x="3289" y="16231"/>
                </a:lnTo>
                <a:lnTo>
                  <a:pt x="2857" y="15859"/>
                </a:lnTo>
                <a:lnTo>
                  <a:pt x="2442" y="15453"/>
                </a:lnTo>
                <a:lnTo>
                  <a:pt x="2052" y="15019"/>
                </a:lnTo>
                <a:lnTo>
                  <a:pt x="1696" y="14566"/>
                </a:lnTo>
                <a:lnTo>
                  <a:pt x="1373" y="14094"/>
                </a:lnTo>
                <a:lnTo>
                  <a:pt x="1085" y="13604"/>
                </a:lnTo>
                <a:lnTo>
                  <a:pt x="831" y="13094"/>
                </a:lnTo>
                <a:lnTo>
                  <a:pt x="610" y="12566"/>
                </a:lnTo>
                <a:lnTo>
                  <a:pt x="424" y="12019"/>
                </a:lnTo>
                <a:lnTo>
                  <a:pt x="271" y="11453"/>
                </a:lnTo>
                <a:lnTo>
                  <a:pt x="153" y="10868"/>
                </a:lnTo>
                <a:lnTo>
                  <a:pt x="68" y="10264"/>
                </a:lnTo>
                <a:lnTo>
                  <a:pt x="17" y="9641"/>
                </a:lnTo>
                <a:lnTo>
                  <a:pt x="0" y="8999"/>
                </a:lnTo>
                <a:lnTo>
                  <a:pt x="17" y="8358"/>
                </a:lnTo>
                <a:lnTo>
                  <a:pt x="68" y="7735"/>
                </a:lnTo>
                <a:lnTo>
                  <a:pt x="153" y="7131"/>
                </a:lnTo>
                <a:lnTo>
                  <a:pt x="271" y="6546"/>
                </a:lnTo>
                <a:lnTo>
                  <a:pt x="424" y="5980"/>
                </a:lnTo>
                <a:lnTo>
                  <a:pt x="610" y="5433"/>
                </a:lnTo>
                <a:lnTo>
                  <a:pt x="831" y="4904"/>
                </a:lnTo>
                <a:lnTo>
                  <a:pt x="1085" y="4395"/>
                </a:lnTo>
                <a:lnTo>
                  <a:pt x="1373" y="3905"/>
                </a:lnTo>
                <a:lnTo>
                  <a:pt x="1696" y="3433"/>
                </a:lnTo>
                <a:lnTo>
                  <a:pt x="2052" y="2980"/>
                </a:lnTo>
                <a:lnTo>
                  <a:pt x="2442" y="2546"/>
                </a:lnTo>
                <a:lnTo>
                  <a:pt x="2857" y="2140"/>
                </a:lnTo>
                <a:lnTo>
                  <a:pt x="3289" y="1768"/>
                </a:lnTo>
                <a:lnTo>
                  <a:pt x="3737" y="1432"/>
                </a:lnTo>
                <a:lnTo>
                  <a:pt x="4201" y="1132"/>
                </a:lnTo>
                <a:lnTo>
                  <a:pt x="4682" y="866"/>
                </a:lnTo>
                <a:lnTo>
                  <a:pt x="5180" y="637"/>
                </a:lnTo>
                <a:lnTo>
                  <a:pt x="5694" y="442"/>
                </a:lnTo>
                <a:lnTo>
                  <a:pt x="6224" y="283"/>
                </a:lnTo>
                <a:lnTo>
                  <a:pt x="6771" y="159"/>
                </a:lnTo>
                <a:lnTo>
                  <a:pt x="7335" y="71"/>
                </a:lnTo>
                <a:lnTo>
                  <a:pt x="7915" y="18"/>
                </a:lnTo>
                <a:lnTo>
                  <a:pt x="8511" y="0"/>
                </a:lnTo>
                <a:lnTo>
                  <a:pt x="9107" y="18"/>
                </a:lnTo>
                <a:lnTo>
                  <a:pt x="9687" y="71"/>
                </a:lnTo>
                <a:lnTo>
                  <a:pt x="10251" y="159"/>
                </a:lnTo>
                <a:lnTo>
                  <a:pt x="10798" y="283"/>
                </a:lnTo>
                <a:lnTo>
                  <a:pt x="11328" y="442"/>
                </a:lnTo>
                <a:lnTo>
                  <a:pt x="11842" y="637"/>
                </a:lnTo>
                <a:lnTo>
                  <a:pt x="12340" y="866"/>
                </a:lnTo>
                <a:lnTo>
                  <a:pt x="12821" y="1132"/>
                </a:lnTo>
                <a:lnTo>
                  <a:pt x="13286" y="1432"/>
                </a:lnTo>
                <a:lnTo>
                  <a:pt x="13734" y="1768"/>
                </a:lnTo>
                <a:lnTo>
                  <a:pt x="14165" y="2140"/>
                </a:lnTo>
                <a:lnTo>
                  <a:pt x="14581" y="2546"/>
                </a:lnTo>
                <a:lnTo>
                  <a:pt x="14971" y="2980"/>
                </a:lnTo>
                <a:lnTo>
                  <a:pt x="15327" y="3433"/>
                </a:lnTo>
                <a:lnTo>
                  <a:pt x="15649" y="3905"/>
                </a:lnTo>
                <a:lnTo>
                  <a:pt x="15937" y="4395"/>
                </a:lnTo>
                <a:lnTo>
                  <a:pt x="16191" y="4904"/>
                </a:lnTo>
                <a:lnTo>
                  <a:pt x="16412" y="5433"/>
                </a:lnTo>
                <a:lnTo>
                  <a:pt x="16598" y="5980"/>
                </a:lnTo>
                <a:lnTo>
                  <a:pt x="16751" y="6546"/>
                </a:lnTo>
                <a:lnTo>
                  <a:pt x="16870" y="7131"/>
                </a:lnTo>
                <a:lnTo>
                  <a:pt x="16954" y="7735"/>
                </a:lnTo>
                <a:lnTo>
                  <a:pt x="17005" y="8358"/>
                </a:lnTo>
                <a:lnTo>
                  <a:pt x="17022" y="8999"/>
                </a:lnTo>
                <a:lnTo>
                  <a:pt x="17005" y="9641"/>
                </a:lnTo>
                <a:lnTo>
                  <a:pt x="16954" y="10264"/>
                </a:lnTo>
                <a:lnTo>
                  <a:pt x="16870" y="10868"/>
                </a:lnTo>
                <a:lnTo>
                  <a:pt x="16751" y="11453"/>
                </a:lnTo>
                <a:lnTo>
                  <a:pt x="16598" y="12019"/>
                </a:lnTo>
                <a:lnTo>
                  <a:pt x="16412" y="12566"/>
                </a:lnTo>
                <a:lnTo>
                  <a:pt x="16191" y="13094"/>
                </a:lnTo>
                <a:lnTo>
                  <a:pt x="15937" y="13604"/>
                </a:lnTo>
                <a:lnTo>
                  <a:pt x="15649" y="14094"/>
                </a:lnTo>
                <a:lnTo>
                  <a:pt x="15327" y="14566"/>
                </a:lnTo>
                <a:lnTo>
                  <a:pt x="14971" y="15019"/>
                </a:lnTo>
                <a:lnTo>
                  <a:pt x="14581" y="15453"/>
                </a:lnTo>
                <a:lnTo>
                  <a:pt x="14165" y="15859"/>
                </a:lnTo>
                <a:lnTo>
                  <a:pt x="13734" y="16231"/>
                </a:lnTo>
                <a:lnTo>
                  <a:pt x="13286" y="16567"/>
                </a:lnTo>
                <a:lnTo>
                  <a:pt x="12821" y="16867"/>
                </a:lnTo>
                <a:lnTo>
                  <a:pt x="12340" y="17132"/>
                </a:lnTo>
                <a:lnTo>
                  <a:pt x="11842" y="17362"/>
                </a:lnTo>
                <a:lnTo>
                  <a:pt x="11328" y="17557"/>
                </a:lnTo>
                <a:lnTo>
                  <a:pt x="10798" y="17716"/>
                </a:lnTo>
                <a:lnTo>
                  <a:pt x="10251" y="17840"/>
                </a:lnTo>
                <a:lnTo>
                  <a:pt x="9687" y="17928"/>
                </a:lnTo>
                <a:lnTo>
                  <a:pt x="9107" y="17981"/>
                </a:lnTo>
                <a:lnTo>
                  <a:pt x="8511" y="17999"/>
                </a:lnTo>
                <a:close/>
                <a:moveTo>
                  <a:pt x="8511" y="55113"/>
                </a:moveTo>
                <a:lnTo>
                  <a:pt x="7915" y="55095"/>
                </a:lnTo>
                <a:lnTo>
                  <a:pt x="7335" y="55042"/>
                </a:lnTo>
                <a:lnTo>
                  <a:pt x="6771" y="54954"/>
                </a:lnTo>
                <a:lnTo>
                  <a:pt x="6224" y="54830"/>
                </a:lnTo>
                <a:lnTo>
                  <a:pt x="5694" y="54671"/>
                </a:lnTo>
                <a:lnTo>
                  <a:pt x="5180" y="54476"/>
                </a:lnTo>
                <a:lnTo>
                  <a:pt x="4682" y="54246"/>
                </a:lnTo>
                <a:lnTo>
                  <a:pt x="4201" y="53981"/>
                </a:lnTo>
                <a:lnTo>
                  <a:pt x="3737" y="53681"/>
                </a:lnTo>
                <a:lnTo>
                  <a:pt x="3289" y="53345"/>
                </a:lnTo>
                <a:lnTo>
                  <a:pt x="2857" y="52973"/>
                </a:lnTo>
                <a:lnTo>
                  <a:pt x="2442" y="52567"/>
                </a:lnTo>
                <a:lnTo>
                  <a:pt x="2052" y="52133"/>
                </a:lnTo>
                <a:lnTo>
                  <a:pt x="1696" y="51680"/>
                </a:lnTo>
                <a:lnTo>
                  <a:pt x="1373" y="51208"/>
                </a:lnTo>
                <a:lnTo>
                  <a:pt x="1085" y="50718"/>
                </a:lnTo>
                <a:lnTo>
                  <a:pt x="831" y="50208"/>
                </a:lnTo>
                <a:lnTo>
                  <a:pt x="610" y="49680"/>
                </a:lnTo>
                <a:lnTo>
                  <a:pt x="424" y="49133"/>
                </a:lnTo>
                <a:lnTo>
                  <a:pt x="271" y="48567"/>
                </a:lnTo>
                <a:lnTo>
                  <a:pt x="153" y="47982"/>
                </a:lnTo>
                <a:lnTo>
                  <a:pt x="68" y="47378"/>
                </a:lnTo>
                <a:lnTo>
                  <a:pt x="17" y="46755"/>
                </a:lnTo>
                <a:lnTo>
                  <a:pt x="0" y="46113"/>
                </a:lnTo>
                <a:lnTo>
                  <a:pt x="17" y="45472"/>
                </a:lnTo>
                <a:lnTo>
                  <a:pt x="68" y="44849"/>
                </a:lnTo>
                <a:lnTo>
                  <a:pt x="153" y="44245"/>
                </a:lnTo>
                <a:lnTo>
                  <a:pt x="271" y="43660"/>
                </a:lnTo>
                <a:lnTo>
                  <a:pt x="424" y="43094"/>
                </a:lnTo>
                <a:lnTo>
                  <a:pt x="610" y="42547"/>
                </a:lnTo>
                <a:lnTo>
                  <a:pt x="831" y="42019"/>
                </a:lnTo>
                <a:lnTo>
                  <a:pt x="1085" y="41509"/>
                </a:lnTo>
                <a:lnTo>
                  <a:pt x="1373" y="41019"/>
                </a:lnTo>
                <a:lnTo>
                  <a:pt x="1696" y="40547"/>
                </a:lnTo>
                <a:lnTo>
                  <a:pt x="2052" y="40094"/>
                </a:lnTo>
                <a:lnTo>
                  <a:pt x="2442" y="39660"/>
                </a:lnTo>
                <a:lnTo>
                  <a:pt x="2857" y="39254"/>
                </a:lnTo>
                <a:lnTo>
                  <a:pt x="3289" y="38882"/>
                </a:lnTo>
                <a:lnTo>
                  <a:pt x="3737" y="38546"/>
                </a:lnTo>
                <a:lnTo>
                  <a:pt x="4201" y="38246"/>
                </a:lnTo>
                <a:lnTo>
                  <a:pt x="4682" y="37980"/>
                </a:lnTo>
                <a:lnTo>
                  <a:pt x="5180" y="37751"/>
                </a:lnTo>
                <a:lnTo>
                  <a:pt x="5694" y="37556"/>
                </a:lnTo>
                <a:lnTo>
                  <a:pt x="6224" y="37397"/>
                </a:lnTo>
                <a:lnTo>
                  <a:pt x="6771" y="37273"/>
                </a:lnTo>
                <a:lnTo>
                  <a:pt x="7335" y="37185"/>
                </a:lnTo>
                <a:lnTo>
                  <a:pt x="7915" y="37132"/>
                </a:lnTo>
                <a:lnTo>
                  <a:pt x="8511" y="37114"/>
                </a:lnTo>
                <a:lnTo>
                  <a:pt x="9107" y="37132"/>
                </a:lnTo>
                <a:lnTo>
                  <a:pt x="9687" y="37185"/>
                </a:lnTo>
                <a:lnTo>
                  <a:pt x="10251" y="37273"/>
                </a:lnTo>
                <a:lnTo>
                  <a:pt x="10798" y="37397"/>
                </a:lnTo>
                <a:lnTo>
                  <a:pt x="11328" y="37556"/>
                </a:lnTo>
                <a:lnTo>
                  <a:pt x="11842" y="37751"/>
                </a:lnTo>
                <a:lnTo>
                  <a:pt x="12340" y="37980"/>
                </a:lnTo>
                <a:lnTo>
                  <a:pt x="12821" y="38246"/>
                </a:lnTo>
                <a:lnTo>
                  <a:pt x="13286" y="38546"/>
                </a:lnTo>
                <a:lnTo>
                  <a:pt x="13734" y="38882"/>
                </a:lnTo>
                <a:lnTo>
                  <a:pt x="14165" y="39254"/>
                </a:lnTo>
                <a:lnTo>
                  <a:pt x="14581" y="39660"/>
                </a:lnTo>
                <a:lnTo>
                  <a:pt x="14971" y="40094"/>
                </a:lnTo>
                <a:lnTo>
                  <a:pt x="15327" y="40547"/>
                </a:lnTo>
                <a:lnTo>
                  <a:pt x="15649" y="41019"/>
                </a:lnTo>
                <a:lnTo>
                  <a:pt x="15937" y="41509"/>
                </a:lnTo>
                <a:lnTo>
                  <a:pt x="16191" y="42019"/>
                </a:lnTo>
                <a:lnTo>
                  <a:pt x="16412" y="42547"/>
                </a:lnTo>
                <a:lnTo>
                  <a:pt x="16598" y="43094"/>
                </a:lnTo>
                <a:lnTo>
                  <a:pt x="16751" y="43660"/>
                </a:lnTo>
                <a:lnTo>
                  <a:pt x="16870" y="44245"/>
                </a:lnTo>
                <a:lnTo>
                  <a:pt x="16954" y="44849"/>
                </a:lnTo>
                <a:lnTo>
                  <a:pt x="17005" y="45472"/>
                </a:lnTo>
                <a:lnTo>
                  <a:pt x="17022" y="46113"/>
                </a:lnTo>
                <a:lnTo>
                  <a:pt x="17005" y="46755"/>
                </a:lnTo>
                <a:lnTo>
                  <a:pt x="16954" y="47378"/>
                </a:lnTo>
                <a:lnTo>
                  <a:pt x="16870" y="47982"/>
                </a:lnTo>
                <a:lnTo>
                  <a:pt x="16751" y="48567"/>
                </a:lnTo>
                <a:lnTo>
                  <a:pt x="16598" y="49133"/>
                </a:lnTo>
                <a:lnTo>
                  <a:pt x="16412" y="49680"/>
                </a:lnTo>
                <a:lnTo>
                  <a:pt x="16191" y="50208"/>
                </a:lnTo>
                <a:lnTo>
                  <a:pt x="15937" y="50718"/>
                </a:lnTo>
                <a:lnTo>
                  <a:pt x="15649" y="51208"/>
                </a:lnTo>
                <a:lnTo>
                  <a:pt x="15327" y="51680"/>
                </a:lnTo>
                <a:lnTo>
                  <a:pt x="14971" y="52133"/>
                </a:lnTo>
                <a:lnTo>
                  <a:pt x="14581" y="52567"/>
                </a:lnTo>
                <a:lnTo>
                  <a:pt x="14165" y="52973"/>
                </a:lnTo>
                <a:lnTo>
                  <a:pt x="13734" y="53345"/>
                </a:lnTo>
                <a:lnTo>
                  <a:pt x="13286" y="53681"/>
                </a:lnTo>
                <a:lnTo>
                  <a:pt x="12821" y="53981"/>
                </a:lnTo>
                <a:lnTo>
                  <a:pt x="12340" y="54246"/>
                </a:lnTo>
                <a:lnTo>
                  <a:pt x="11842" y="54476"/>
                </a:lnTo>
                <a:lnTo>
                  <a:pt x="11328" y="54671"/>
                </a:lnTo>
                <a:lnTo>
                  <a:pt x="10798" y="54830"/>
                </a:lnTo>
                <a:lnTo>
                  <a:pt x="10251" y="54954"/>
                </a:lnTo>
                <a:lnTo>
                  <a:pt x="9687" y="55042"/>
                </a:lnTo>
                <a:lnTo>
                  <a:pt x="9107" y="55095"/>
                </a:lnTo>
                <a:lnTo>
                  <a:pt x="8511" y="55113"/>
                </a:lnTo>
                <a:close/>
                <a:moveTo>
                  <a:pt x="8511" y="92227"/>
                </a:moveTo>
                <a:lnTo>
                  <a:pt x="7915" y="92209"/>
                </a:lnTo>
                <a:lnTo>
                  <a:pt x="7335" y="92156"/>
                </a:lnTo>
                <a:lnTo>
                  <a:pt x="6771" y="92068"/>
                </a:lnTo>
                <a:lnTo>
                  <a:pt x="6224" y="91944"/>
                </a:lnTo>
                <a:lnTo>
                  <a:pt x="5694" y="91785"/>
                </a:lnTo>
                <a:lnTo>
                  <a:pt x="5180" y="91590"/>
                </a:lnTo>
                <a:lnTo>
                  <a:pt x="4682" y="91360"/>
                </a:lnTo>
                <a:lnTo>
                  <a:pt x="4201" y="91095"/>
                </a:lnTo>
                <a:lnTo>
                  <a:pt x="3737" y="90795"/>
                </a:lnTo>
                <a:lnTo>
                  <a:pt x="3289" y="90459"/>
                </a:lnTo>
                <a:lnTo>
                  <a:pt x="2857" y="90087"/>
                </a:lnTo>
                <a:lnTo>
                  <a:pt x="2442" y="89681"/>
                </a:lnTo>
                <a:lnTo>
                  <a:pt x="2052" y="89247"/>
                </a:lnTo>
                <a:lnTo>
                  <a:pt x="1696" y="88794"/>
                </a:lnTo>
                <a:lnTo>
                  <a:pt x="1373" y="88322"/>
                </a:lnTo>
                <a:lnTo>
                  <a:pt x="1085" y="87832"/>
                </a:lnTo>
                <a:lnTo>
                  <a:pt x="831" y="87322"/>
                </a:lnTo>
                <a:lnTo>
                  <a:pt x="610" y="86794"/>
                </a:lnTo>
                <a:lnTo>
                  <a:pt x="424" y="86247"/>
                </a:lnTo>
                <a:lnTo>
                  <a:pt x="271" y="85681"/>
                </a:lnTo>
                <a:lnTo>
                  <a:pt x="153" y="85096"/>
                </a:lnTo>
                <a:lnTo>
                  <a:pt x="68" y="84492"/>
                </a:lnTo>
                <a:lnTo>
                  <a:pt x="17" y="83869"/>
                </a:lnTo>
                <a:lnTo>
                  <a:pt x="0" y="83227"/>
                </a:lnTo>
                <a:lnTo>
                  <a:pt x="17" y="82586"/>
                </a:lnTo>
                <a:lnTo>
                  <a:pt x="68" y="81963"/>
                </a:lnTo>
                <a:lnTo>
                  <a:pt x="153" y="81359"/>
                </a:lnTo>
                <a:lnTo>
                  <a:pt x="271" y="80774"/>
                </a:lnTo>
                <a:lnTo>
                  <a:pt x="424" y="80208"/>
                </a:lnTo>
                <a:lnTo>
                  <a:pt x="610" y="79661"/>
                </a:lnTo>
                <a:lnTo>
                  <a:pt x="831" y="79133"/>
                </a:lnTo>
                <a:lnTo>
                  <a:pt x="1085" y="78623"/>
                </a:lnTo>
                <a:lnTo>
                  <a:pt x="1373" y="78133"/>
                </a:lnTo>
                <a:lnTo>
                  <a:pt x="1696" y="77661"/>
                </a:lnTo>
                <a:lnTo>
                  <a:pt x="2052" y="77208"/>
                </a:lnTo>
                <a:lnTo>
                  <a:pt x="2442" y="76774"/>
                </a:lnTo>
                <a:lnTo>
                  <a:pt x="2857" y="76368"/>
                </a:lnTo>
                <a:lnTo>
                  <a:pt x="3289" y="75996"/>
                </a:lnTo>
                <a:lnTo>
                  <a:pt x="3737" y="75660"/>
                </a:lnTo>
                <a:lnTo>
                  <a:pt x="4201" y="75360"/>
                </a:lnTo>
                <a:lnTo>
                  <a:pt x="4682" y="75094"/>
                </a:lnTo>
                <a:lnTo>
                  <a:pt x="5180" y="74865"/>
                </a:lnTo>
                <a:lnTo>
                  <a:pt x="5694" y="74670"/>
                </a:lnTo>
                <a:lnTo>
                  <a:pt x="6224" y="74511"/>
                </a:lnTo>
                <a:lnTo>
                  <a:pt x="6771" y="74387"/>
                </a:lnTo>
                <a:lnTo>
                  <a:pt x="7335" y="74299"/>
                </a:lnTo>
                <a:lnTo>
                  <a:pt x="7915" y="74246"/>
                </a:lnTo>
                <a:lnTo>
                  <a:pt x="8511" y="74228"/>
                </a:lnTo>
                <a:lnTo>
                  <a:pt x="9107" y="74246"/>
                </a:lnTo>
                <a:lnTo>
                  <a:pt x="9687" y="74299"/>
                </a:lnTo>
                <a:lnTo>
                  <a:pt x="10251" y="74387"/>
                </a:lnTo>
                <a:lnTo>
                  <a:pt x="10798" y="74511"/>
                </a:lnTo>
                <a:lnTo>
                  <a:pt x="11328" y="74670"/>
                </a:lnTo>
                <a:lnTo>
                  <a:pt x="11842" y="74865"/>
                </a:lnTo>
                <a:lnTo>
                  <a:pt x="12340" y="75094"/>
                </a:lnTo>
                <a:lnTo>
                  <a:pt x="12821" y="75360"/>
                </a:lnTo>
                <a:lnTo>
                  <a:pt x="13286" y="75660"/>
                </a:lnTo>
                <a:lnTo>
                  <a:pt x="13734" y="75996"/>
                </a:lnTo>
                <a:lnTo>
                  <a:pt x="14165" y="76368"/>
                </a:lnTo>
                <a:lnTo>
                  <a:pt x="14581" y="76774"/>
                </a:lnTo>
                <a:lnTo>
                  <a:pt x="14971" y="77208"/>
                </a:lnTo>
                <a:lnTo>
                  <a:pt x="15327" y="77661"/>
                </a:lnTo>
                <a:lnTo>
                  <a:pt x="15649" y="78133"/>
                </a:lnTo>
                <a:lnTo>
                  <a:pt x="15937" y="78623"/>
                </a:lnTo>
                <a:lnTo>
                  <a:pt x="16191" y="79133"/>
                </a:lnTo>
                <a:lnTo>
                  <a:pt x="16412" y="79661"/>
                </a:lnTo>
                <a:lnTo>
                  <a:pt x="16598" y="80208"/>
                </a:lnTo>
                <a:lnTo>
                  <a:pt x="16751" y="80774"/>
                </a:lnTo>
                <a:lnTo>
                  <a:pt x="16870" y="81359"/>
                </a:lnTo>
                <a:lnTo>
                  <a:pt x="16954" y="81963"/>
                </a:lnTo>
                <a:lnTo>
                  <a:pt x="17005" y="82586"/>
                </a:lnTo>
                <a:lnTo>
                  <a:pt x="17022" y="83227"/>
                </a:lnTo>
                <a:lnTo>
                  <a:pt x="17005" y="83869"/>
                </a:lnTo>
                <a:lnTo>
                  <a:pt x="16954" y="84492"/>
                </a:lnTo>
                <a:lnTo>
                  <a:pt x="16870" y="85096"/>
                </a:lnTo>
                <a:lnTo>
                  <a:pt x="16751" y="85681"/>
                </a:lnTo>
                <a:lnTo>
                  <a:pt x="16598" y="86247"/>
                </a:lnTo>
                <a:lnTo>
                  <a:pt x="16412" y="86794"/>
                </a:lnTo>
                <a:lnTo>
                  <a:pt x="16191" y="87322"/>
                </a:lnTo>
                <a:lnTo>
                  <a:pt x="15937" y="87832"/>
                </a:lnTo>
                <a:lnTo>
                  <a:pt x="15649" y="88322"/>
                </a:lnTo>
                <a:lnTo>
                  <a:pt x="15327" y="88794"/>
                </a:lnTo>
                <a:lnTo>
                  <a:pt x="14971" y="89247"/>
                </a:lnTo>
                <a:lnTo>
                  <a:pt x="14581" y="89681"/>
                </a:lnTo>
                <a:lnTo>
                  <a:pt x="14165" y="90087"/>
                </a:lnTo>
                <a:lnTo>
                  <a:pt x="13734" y="90459"/>
                </a:lnTo>
                <a:lnTo>
                  <a:pt x="13286" y="90795"/>
                </a:lnTo>
                <a:lnTo>
                  <a:pt x="12821" y="91095"/>
                </a:lnTo>
                <a:lnTo>
                  <a:pt x="12340" y="91360"/>
                </a:lnTo>
                <a:lnTo>
                  <a:pt x="11842" y="91590"/>
                </a:lnTo>
                <a:lnTo>
                  <a:pt x="11328" y="91785"/>
                </a:lnTo>
                <a:lnTo>
                  <a:pt x="10798" y="91944"/>
                </a:lnTo>
                <a:lnTo>
                  <a:pt x="10251" y="92068"/>
                </a:lnTo>
                <a:lnTo>
                  <a:pt x="9687" y="92156"/>
                </a:lnTo>
                <a:lnTo>
                  <a:pt x="9107" y="92209"/>
                </a:lnTo>
                <a:lnTo>
                  <a:pt x="8511" y="92227"/>
                </a:lnTo>
                <a:close/>
              </a:path>
            </a:pathLst>
          </a:custGeom>
          <a:solidFill xmlns:a="http://schemas.openxmlformats.org/drawingml/2006/main">
            <a:srgbClr val="252A32"/>
          </a:solidFill>
          <a:ln xmlns:a="http://schemas.openxmlformats.org/drawingml/2006/main" w="0">
            <a:noFill/>
          </a:ln>
        </p:spPr>
      </p:sp>
      <p:sp>
        <p:nvSpPr>
          <p:cNvPr id="88" name="F3-0088-text">
            <a:extLst xmlns:a="http://schemas.openxmlformats.org/drawingml/2006/main">
              <a:ext uri="{FF2B5EF4-FFF2-40B4-BE49-F238E27FC236}">
                <a16:creationId xmlns:a16="http://schemas.microsoft.com/office/drawing/2014/main" id="{CAEA3CA8-5060-418A-B834-5817F91F515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5359400" y="1860947"/>
            <a:ext cx="2540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89" name="F3-0089-text"/>
          <p:cNvSpPr txBox="1"/>
          <p:nvPr/>
        </p:nvSpPr>
        <p:spPr>
          <ns0:xfrm xmlns:ns0="http://schemas.openxmlformats.org/drawingml/2006/main">
            <ns0:off x="5648325" y="1994297"/>
            <ns0:ext cx="2619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</ns0:t>
            </ns0:r>
          </ns0:p>
        </p:txBody>
      </p:sp>
      <p:sp>
        <p:nvSpPr>
          <p:cNvPr id="90" name="F3-0090-text"/>
          <p:cNvSpPr txBox="1"/>
          <p:nvPr/>
        </p:nvSpPr>
        <p:spPr>
          <ns0:xfrm xmlns:ns0="http://schemas.openxmlformats.org/drawingml/2006/main">
            <ns0:off x="5910263" y="1994297"/>
            <ns0:ext cx="2619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2</ns0:t>
            </ns0:r>
          </ns0:p>
        </p:txBody>
      </p:sp>
      <p:sp>
        <p:nvSpPr>
          <p:cNvPr id="91" name="F3-0091-text"/>
          <p:cNvSpPr txBox="1"/>
          <p:nvPr/>
        </p:nvSpPr>
        <p:spPr>
          <ns0:xfrm xmlns:ns0="http://schemas.openxmlformats.org/drawingml/2006/main">
            <ns0:off x="6172200" y="1994297"/>
            <ns0:ext cx="2619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…</ns0:t>
            </ns0:r>
          </ns0:p>
        </p:txBody>
      </p:sp>
      <p:sp>
        <p:nvSpPr>
          <p:cNvPr id="92" name="F3-0092-text"/>
          <p:cNvSpPr txBox="1"/>
          <p:nvPr/>
        </p:nvSpPr>
        <p:spPr>
          <ns0:xfrm xmlns:ns0="http://schemas.openxmlformats.org/drawingml/2006/main">
            <ns0:off x="6434138" y="1994297"/>
            <ns0:ext cx="2619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12</ns0:t>
            </ns0:r>
          </ns0:p>
        </p:txBody>
      </p:sp>
      <p:sp>
        <p:nvSpPr>
          <p:cNvPr id="93" name="F3-0093-text"/>
          <p:cNvSpPr txBox="1"/>
          <p:nvPr/>
        </p:nvSpPr>
        <p:spPr>
          <ns0:xfrm xmlns:ns0="http://schemas.openxmlformats.org/drawingml/2006/main">
            <ns0:off x="6696075" y="1994297"/>
            <ns0:ext cx="2619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13</ns0:t>
            </ns0:r>
          </ns0:p>
        </p:txBody>
      </p:sp>
      <p:sp>
        <p:nvSpPr>
          <p:cNvPr id="94" name="F3-0094-text"/>
          <p:cNvSpPr txBox="1"/>
          <p:nvPr/>
        </p:nvSpPr>
        <p:spPr>
          <ns0:xfrm xmlns:ns0="http://schemas.openxmlformats.org/drawingml/2006/main">
            <ns0:off x="6958013" y="1994297"/>
            <ns0:ext cx="2619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14</ns0:t>
            </ns0:r>
          </ns0:p>
        </p:txBody>
      </p:sp>
      <p:sp>
        <p:nvSpPr>
          <p:cNvPr id="95" name="F3-0095-text">
            <a:extLst xmlns:a="http://schemas.openxmlformats.org/drawingml/2006/main">
              <a:ext uri="{FF2B5EF4-FFF2-40B4-BE49-F238E27FC236}">
                <a16:creationId xmlns:a16="http://schemas.microsoft.com/office/drawing/2014/main" id="{B3A28CDB-0324-4B8B-BFC4-17C4C1DF26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7496175" y="1269444"/>
            <a:ext cx="254000" cy="27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96" name="F3-0096-roundRect">
            <a:extLst xmlns:a="http://schemas.openxmlformats.org/drawingml/2006/main">
              <a:ext uri="{FF2B5EF4-FFF2-40B4-BE49-F238E27FC236}">
                <a16:creationId xmlns:a16="http://schemas.microsoft.com/office/drawing/2014/main" id="{A9DEB043-11C6-4B25-B72A-D175343AE67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29225" y="2371725"/>
            <a:ext cx="2466975" cy="561975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FAE9F"/>
            </a:solidFill>
            <a:prstDash val="solid"/>
          </a:ln>
        </p:spPr>
      </p:sp>
      <p:sp>
        <p:nvSpPr>
          <p:cNvPr id="111" name="F3-0111-text"/>
          <p:cNvSpPr txBox="1"/>
          <p:nvPr/>
        </p:nvSpPr>
        <p:spPr>
          <ns0:xfrm xmlns:ns0="http://schemas.openxmlformats.org/drawingml/2006/main">
            <ns0:off x="5181600" y="2933700"/>
            <ns0:ext cx="2609850" cy="2190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Fit policies and scalers here</ns0:t>
            </ns0:r>
          </ns0:p>
        </p:txBody>
      </p:sp>
      <p:sp>
        <p:nvSpPr>
          <p:cNvPr id="112" name="F3-0112-text"/>
          <p:cNvSpPr txBox="1"/>
          <p:nvPr/>
        </p:nvSpPr>
        <p:spPr>
          <ns0:xfrm xmlns:ns0="http://schemas.openxmlformats.org/drawingml/2006/main">
            <ns0:off x="4238625" y="952500"/>
            <ns0:ext cx="790575" cy="2381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5-fold</ns0:t>
            </ns0:r>
          </ns0:p>
        </p:txBody>
      </p:sp>
      <p:sp>
        <p:nvSpPr>
          <p:cNvPr id="113" name="F3-0113-text"/>
          <p:cNvSpPr txBox="1"/>
          <p:nvPr/>
        </p:nvSpPr>
        <p:spPr>
          <ns0:xfrm xmlns:ns0="http://schemas.openxmlformats.org/drawingml/2006/main">
            <ns0:off x="4238625" y="1171575"/>
            <ns0:ext cx="790575" cy="2381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episode</ns0:t>
            </ns0:r>
          </ns0:p>
        </p:txBody>
      </p:sp>
      <p:sp>
        <p:nvSpPr>
          <p:cNvPr id="114" name="F3-0114-text"/>
          <p:cNvSpPr txBox="1"/>
          <p:nvPr/>
        </p:nvSpPr>
        <p:spPr>
          <ns0:xfrm xmlns:ns0="http://schemas.openxmlformats.org/drawingml/2006/main">
            <ns0:off x="4238625" y="1390650"/>
            <ns0:ext cx="790575" cy="2381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split</ns0:t>
            </ns0:r>
          </ns0:p>
        </p:txBody>
      </p:sp>
      <p:grpSp>
        <p:nvGrpSpPr>
          <p:cNvPr id="534" name="F3-route-115"/>
          <p:cNvGrpSpPr/>
          <p:nvPr/>
        </p:nvGrpSpPr>
        <p:grpSpPr>
          <ns1:xfrm xmlns:ns1="http://schemas.openxmlformats.org/drawingml/2006/main">
            <ns1:off x="4086225" y="1608315"/>
            <ns1:ext cx="981075" cy="98069"/>
            <ns1:chOff x="4086225" y="1608315"/>
            <ns1:chExt cx="981075" cy="98069"/>
          </ns1:xfrm>
        </p:grpSpPr>
        <p:sp>
          <p:nvSpPr>
            <p:cNvPr id="115" name="F3-route-115-0115-arrow-route">
              <a:extLst xmlns:a="http://schemas.openxmlformats.org/drawingml/2006/main">
                <a:ext uri="{FF2B5EF4-FFF2-40B4-BE49-F238E27FC236}">
                  <a16:creationId xmlns:a16="http://schemas.microsoft.com/office/drawing/2014/main" id="{DAD7D5F7-FAE9-430B-8382-3882BB0070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86225" y="1657350"/>
              <a:ext cx="981075" cy="9525"/>
            </a:xfrm>
            <a:custGeom xmlns:a="http://schemas.openxmlformats.org/drawingml/2006/main">
              <a:pathLst>
                <a:path w="981075" h="9525">
                  <a:moveTo>
                    <a:pt x="0" y="0"/>
                  </a:moveTo>
                  <a:lnTo>
                    <a:pt x="9810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3C5488"/>
              </a:solidFill>
              <a:prstDash val="solid"/>
            </a:ln>
          </p:spPr>
        </p:sp>
        <p:sp>
          <p:nvSpPr>
            <p:cNvPr id="116" name="F3-route-115-0116-custom">
              <a:extLst xmlns:a="http://schemas.openxmlformats.org/drawingml/2006/main">
                <a:ext uri="{FF2B5EF4-FFF2-40B4-BE49-F238E27FC236}">
                  <a16:creationId xmlns:a16="http://schemas.microsoft.com/office/drawing/2014/main" id="{438C5422-4164-49F7-B234-C705E8FB71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78146" y="1608315"/>
              <a:ext cx="89154" cy="98069"/>
            </a:xfrm>
            <a:custGeom xmlns:a="http://schemas.openxmlformats.org/drawingml/2006/main">
              <a:pathLst>
                <a:path w="89154" h="98069">
                  <a:moveTo>
                    <a:pt x="89154" y="49035"/>
                  </a:moveTo>
                  <a:lnTo>
                    <a:pt x="0" y="98069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3C5488"/>
            </a:solidFill>
            <a:ln xmlns:a="http://schemas.openxmlformats.org/drawingml/2006/main" w="953">
              <a:solidFill>
                <a:srgbClr val="3C5488"/>
              </a:solidFill>
            </a:ln>
          </p:spPr>
        </p:sp>
      </p:grpSp>
      <p:sp>
        <p:nvSpPr>
          <p:cNvPr id="117" name="F3-0117-roundRect">
            <a:extLst xmlns:a="http://schemas.openxmlformats.org/drawingml/2006/main">
              <a:ext uri="{FF2B5EF4-FFF2-40B4-BE49-F238E27FC236}">
                <a16:creationId xmlns:a16="http://schemas.microsoft.com/office/drawing/2014/main" id="{552590A2-8F3D-4850-B584-BB7BA2BE687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48625" y="438150"/>
            <a:ext cx="5295900" cy="2695575"/>
          </a:xfrm>
          <a:prstGeom xmlns:a="http://schemas.openxmlformats.org/drawingml/2006/main" prst="roundRect">
            <a:avLst>
              <a:gd name="adj" fmla="val 1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BC2CD"/>
            </a:solidFill>
            <a:prstDash val="solid"/>
          </a:ln>
        </p:spPr>
      </p:sp>
      <p:sp>
        <p:nvSpPr>
          <p:cNvPr id="118" name="F3-0118-roundRect">
            <a:extLst xmlns:a="http://schemas.openxmlformats.org/drawingml/2006/main">
              <a:ext uri="{FF2B5EF4-FFF2-40B4-BE49-F238E27FC236}">
                <a16:creationId xmlns:a16="http://schemas.microsoft.com/office/drawing/2014/main" id="{29351135-6049-46D4-BC05-17AACBD0D01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553450" y="962025"/>
            <a:ext cx="2238375" cy="2038350"/>
          </a:xfrm>
          <a:prstGeom xmlns:a="http://schemas.openxmlformats.org/drawingml/2006/main" prst="roundRect">
            <a:avLst>
              <a:gd name="adj" fmla="val 23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D"/>
            </a:solidFill>
            <a:prstDash val="solid"/>
          </a:ln>
        </p:spPr>
      </p:sp>
      <p:sp>
        <p:nvSpPr>
          <p:cNvPr id="119" name="F3-0119-roundRect">
            <a:extLst xmlns:a="http://schemas.openxmlformats.org/drawingml/2006/main">
              <a:ext uri="{FF2B5EF4-FFF2-40B4-BE49-F238E27FC236}">
                <a16:creationId xmlns:a16="http://schemas.microsoft.com/office/drawing/2014/main" id="{5BBE0E84-EEEF-42FE-A311-DBF60BDAC62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48750" y="2286000"/>
            <a:ext cx="1504950" cy="62865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9525">
            <a:solidFill>
              <a:srgbClr val="DFAE9F"/>
            </a:solidFill>
            <a:prstDash val="solid"/>
          </a:ln>
        </p:spPr>
      </p:sp>
      <p:sp>
        <p:nvSpPr>
          <p:cNvPr id="120" name="F3-0120-roundRect">
            <a:extLst xmlns:a="http://schemas.openxmlformats.org/drawingml/2006/main">
              <a:ext uri="{FF2B5EF4-FFF2-40B4-BE49-F238E27FC236}">
                <a16:creationId xmlns:a16="http://schemas.microsoft.com/office/drawing/2014/main" id="{184273FD-81F9-4D14-B768-EF685866AC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934700" y="962025"/>
            <a:ext cx="2295525" cy="1914525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D"/>
            </a:solidFill>
            <a:prstDash val="solid"/>
          </a:ln>
        </p:spPr>
      </p:sp>
      <p:sp>
        <p:nvSpPr>
          <p:cNvPr id="121" name="F3-0121-text"/>
          <p:cNvSpPr txBox="1"/>
          <p:nvPr/>
        </p:nvSpPr>
        <p:spPr>
          <ns0:xfrm xmlns:ns0="http://schemas.openxmlformats.org/drawingml/2006/main">
            <ns0:off x="9058275" y="463153"/>
            <ns0:ext cx="3324225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7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Auxiliary fitting data</ns0:t>
            </ns0:r>
          </ns0:p>
        </p:txBody>
      </p:sp>
      <p:sp>
        <p:nvSpPr>
          <p:cNvPr id="122" name="F3-0122-text"/>
          <p:cNvSpPr txBox="1"/>
          <p:nvPr/>
        </p:nvSpPr>
        <p:spPr>
          <ns0:xfrm xmlns:ns0="http://schemas.openxmlformats.org/drawingml/2006/main">
            <ns0:off x="9229725" y="735568"/>
            <ns0:ext cx="3257550" cy="20526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Current inputs + reference actions</ns0:t>
            </ns0:r>
          </ns0:p>
        </p:txBody>
      </p:sp>
      <p:sp>
        <p:nvSpPr>
          <p:cNvPr id="535" name="F3-math-902-105"/>
          <p:cNvSpPr txBox="1"/>
          <p:nvPr/>
        </p:nvSpPr>
        <p:spPr>
          <ns0:xfrm xmlns:ns0="http://schemas.openxmlformats.org/drawingml/2006/main">
            <ns0:off x="8829675" y="971550"/>
            <ns0:ext cx="174307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∈ R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16×14</ns0:t>
            </ns0:r>
          </ns0:p>
        </p:txBody>
      </p:sp>
      <p:sp>
        <p:nvSpPr>
          <p:cNvPr id="130" name="F3-0130-roundRect">
            <a:extLst xmlns:a="http://schemas.openxmlformats.org/drawingml/2006/main">
              <a:ext uri="{FF2B5EF4-FFF2-40B4-BE49-F238E27FC236}">
                <a16:creationId xmlns:a16="http://schemas.microsoft.com/office/drawing/2014/main" id="{BEB365D9-7CEE-4E10-944A-B31E7F18213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10650" y="1295400"/>
            <a:ext cx="1571625" cy="714375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0478">
            <a:solidFill>
              <a:srgbClr val="DFAE9F"/>
            </a:solidFill>
            <a:prstDash val="solid"/>
          </a:ln>
        </p:spPr>
      </p:sp>
      <p:sp>
        <p:nvSpPr>
          <p:cNvPr id="131" name="F3-0131-line">
            <a:extLst xmlns:a="http://schemas.openxmlformats.org/drawingml/2006/main">
              <a:ext uri="{FF2B5EF4-FFF2-40B4-BE49-F238E27FC236}">
                <a16:creationId xmlns:a16="http://schemas.microsoft.com/office/drawing/2014/main" id="{062FC655-C653-4FE3-9C48-E4F0308C6F2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10650" y="1473994"/>
            <a:ext cx="1571625" cy="9525"/>
          </a:xfrm>
          <a:custGeom xmlns:a="http://schemas.openxmlformats.org/drawingml/2006/main">
            <a:pathLst>
              <a:path w="1571625" h="9525">
                <a:moveTo>
                  <a:pt x="0" y="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132" name="F3-0132-line">
            <a:extLst xmlns:a="http://schemas.openxmlformats.org/drawingml/2006/main">
              <a:ext uri="{FF2B5EF4-FFF2-40B4-BE49-F238E27FC236}">
                <a16:creationId xmlns:a16="http://schemas.microsoft.com/office/drawing/2014/main" id="{42E699A4-27F8-4A21-AEB9-AA9E3FF5F08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10650" y="1652588"/>
            <a:ext cx="1571625" cy="9525"/>
          </a:xfrm>
          <a:custGeom xmlns:a="http://schemas.openxmlformats.org/drawingml/2006/main">
            <a:pathLst>
              <a:path w="1571625" h="9525">
                <a:moveTo>
                  <a:pt x="0" y="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133" name="F3-0133-line">
            <a:extLst xmlns:a="http://schemas.openxmlformats.org/drawingml/2006/main">
              <a:ext uri="{FF2B5EF4-FFF2-40B4-BE49-F238E27FC236}">
                <a16:creationId xmlns:a16="http://schemas.microsoft.com/office/drawing/2014/main" id="{4D1C806E-9AFE-49D1-848F-CF8EF66D995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010650" y="1831181"/>
            <a:ext cx="1571625" cy="9525"/>
          </a:xfrm>
          <a:custGeom xmlns:a="http://schemas.openxmlformats.org/drawingml/2006/main">
            <a:pathLst>
              <a:path w="1571625" h="9525">
                <a:moveTo>
                  <a:pt x="0" y="0"/>
                </a:moveTo>
                <a:lnTo>
                  <a:pt x="1571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134" name="F3-0134-line">
            <a:extLst xmlns:a="http://schemas.openxmlformats.org/drawingml/2006/main">
              <a:ext uri="{FF2B5EF4-FFF2-40B4-BE49-F238E27FC236}">
                <a16:creationId xmlns:a16="http://schemas.microsoft.com/office/drawing/2014/main" id="{2CE12CB9-C7F8-4594-B8A0-75BD05433CD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272588" y="1295400"/>
            <a:ext cx="9525" cy="714375"/>
          </a:xfrm>
          <a:custGeom xmlns:a="http://schemas.openxmlformats.org/drawingml/2006/main">
            <a:pathLst>
              <a:path w="9525" h="714375">
                <a:moveTo>
                  <a:pt x="0" y="0"/>
                </a:move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135" name="F3-0135-line">
            <a:extLst xmlns:a="http://schemas.openxmlformats.org/drawingml/2006/main">
              <a:ext uri="{FF2B5EF4-FFF2-40B4-BE49-F238E27FC236}">
                <a16:creationId xmlns:a16="http://schemas.microsoft.com/office/drawing/2014/main" id="{34A96474-75C5-4CF6-B04C-C410500A45B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534525" y="1295400"/>
            <a:ext cx="9525" cy="714375"/>
          </a:xfrm>
          <a:custGeom xmlns:a="http://schemas.openxmlformats.org/drawingml/2006/main">
            <a:pathLst>
              <a:path w="9525" h="714375">
                <a:moveTo>
                  <a:pt x="0" y="0"/>
                </a:move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136" name="F3-0136-line">
            <a:extLst xmlns:a="http://schemas.openxmlformats.org/drawingml/2006/main">
              <a:ext uri="{FF2B5EF4-FFF2-40B4-BE49-F238E27FC236}">
                <a16:creationId xmlns:a16="http://schemas.microsoft.com/office/drawing/2014/main" id="{24EBA773-0B8C-4C2B-A7C3-997531C9CA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96463" y="1295400"/>
            <a:ext cx="9525" cy="714375"/>
          </a:xfrm>
          <a:custGeom xmlns:a="http://schemas.openxmlformats.org/drawingml/2006/main">
            <a:pathLst>
              <a:path w="9525" h="714375">
                <a:moveTo>
                  <a:pt x="0" y="0"/>
                </a:move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137" name="F3-0137-line">
            <a:extLst xmlns:a="http://schemas.openxmlformats.org/drawingml/2006/main">
              <a:ext uri="{FF2B5EF4-FFF2-40B4-BE49-F238E27FC236}">
                <a16:creationId xmlns:a16="http://schemas.microsoft.com/office/drawing/2014/main" id="{1125497C-EDD7-4F0D-ACDE-2E991648EE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58400" y="1295400"/>
            <a:ext cx="9525" cy="714375"/>
          </a:xfrm>
          <a:custGeom xmlns:a="http://schemas.openxmlformats.org/drawingml/2006/main">
            <a:pathLst>
              <a:path w="9525" h="714375">
                <a:moveTo>
                  <a:pt x="0" y="0"/>
                </a:move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138" name="F3-0138-line">
            <a:extLst xmlns:a="http://schemas.openxmlformats.org/drawingml/2006/main">
              <a:ext uri="{FF2B5EF4-FFF2-40B4-BE49-F238E27FC236}">
                <a16:creationId xmlns:a16="http://schemas.microsoft.com/office/drawing/2014/main" id="{44C61097-FD33-477C-8949-AD345E5E504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320338" y="1295400"/>
            <a:ext cx="9525" cy="714375"/>
          </a:xfrm>
          <a:custGeom xmlns:a="http://schemas.openxmlformats.org/drawingml/2006/main">
            <a:pathLst>
              <a:path w="9525" h="714375">
                <a:moveTo>
                  <a:pt x="0" y="0"/>
                </a:move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139" name="F3-0139-text">
            <a:extLst xmlns:a="http://schemas.openxmlformats.org/drawingml/2006/main">
              <a:ext uri="{FF2B5EF4-FFF2-40B4-BE49-F238E27FC236}">
                <a16:creationId xmlns:a16="http://schemas.microsoft.com/office/drawing/2014/main" id="{DA2A6627-F215-415F-802F-AF8B9CF01F6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734425" y="1260872"/>
            <a:ext cx="2286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40" name="F3-0140-text">
            <a:extLst xmlns:a="http://schemas.openxmlformats.org/drawingml/2006/main">
              <a:ext uri="{FF2B5EF4-FFF2-40B4-BE49-F238E27FC236}">
                <a16:creationId xmlns:a16="http://schemas.microsoft.com/office/drawing/2014/main" id="{8BA7672D-3560-4B20-B57B-F03BAA2CE1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734425" y="1498997"/>
            <a:ext cx="2286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41" name="F3-0141-symbol-22ee">
            <a:extLst xmlns:a="http://schemas.openxmlformats.org/drawingml/2006/main">
              <a:ext uri="{FF2B5EF4-FFF2-40B4-BE49-F238E27FC236}">
                <a16:creationId xmlns:a16="http://schemas.microsoft.com/office/drawing/2014/main" id="{61D39C73-8404-4014-83B5-BA2ADB4AEBD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840214" y="1773170"/>
            <a:ext cx="17022" cy="92227"/>
          </a:xfrm>
          <a:custGeom xmlns:a="http://schemas.openxmlformats.org/drawingml/2006/main">
            <a:pathLst>
              <a:path w="17022" h="92227">
                <a:moveTo>
                  <a:pt x="8511" y="17999"/>
                </a:moveTo>
                <a:lnTo>
                  <a:pt x="7915" y="17981"/>
                </a:lnTo>
                <a:lnTo>
                  <a:pt x="7335" y="17928"/>
                </a:lnTo>
                <a:lnTo>
                  <a:pt x="6771" y="17840"/>
                </a:lnTo>
                <a:lnTo>
                  <a:pt x="6224" y="17716"/>
                </a:lnTo>
                <a:lnTo>
                  <a:pt x="5694" y="17557"/>
                </a:lnTo>
                <a:lnTo>
                  <a:pt x="5180" y="17362"/>
                </a:lnTo>
                <a:lnTo>
                  <a:pt x="4682" y="17132"/>
                </a:lnTo>
                <a:lnTo>
                  <a:pt x="4201" y="16867"/>
                </a:lnTo>
                <a:lnTo>
                  <a:pt x="3737" y="16567"/>
                </a:lnTo>
                <a:lnTo>
                  <a:pt x="3289" y="16231"/>
                </a:lnTo>
                <a:lnTo>
                  <a:pt x="2857" y="15859"/>
                </a:lnTo>
                <a:lnTo>
                  <a:pt x="2442" y="15453"/>
                </a:lnTo>
                <a:lnTo>
                  <a:pt x="2052" y="15019"/>
                </a:lnTo>
                <a:lnTo>
                  <a:pt x="1696" y="14566"/>
                </a:lnTo>
                <a:lnTo>
                  <a:pt x="1373" y="14094"/>
                </a:lnTo>
                <a:lnTo>
                  <a:pt x="1085" y="13604"/>
                </a:lnTo>
                <a:lnTo>
                  <a:pt x="831" y="13094"/>
                </a:lnTo>
                <a:lnTo>
                  <a:pt x="610" y="12566"/>
                </a:lnTo>
                <a:lnTo>
                  <a:pt x="424" y="12019"/>
                </a:lnTo>
                <a:lnTo>
                  <a:pt x="271" y="11453"/>
                </a:lnTo>
                <a:lnTo>
                  <a:pt x="153" y="10868"/>
                </a:lnTo>
                <a:lnTo>
                  <a:pt x="68" y="10264"/>
                </a:lnTo>
                <a:lnTo>
                  <a:pt x="17" y="9641"/>
                </a:lnTo>
                <a:lnTo>
                  <a:pt x="0" y="8999"/>
                </a:lnTo>
                <a:lnTo>
                  <a:pt x="17" y="8358"/>
                </a:lnTo>
                <a:lnTo>
                  <a:pt x="68" y="7735"/>
                </a:lnTo>
                <a:lnTo>
                  <a:pt x="153" y="7131"/>
                </a:lnTo>
                <a:lnTo>
                  <a:pt x="271" y="6546"/>
                </a:lnTo>
                <a:lnTo>
                  <a:pt x="424" y="5980"/>
                </a:lnTo>
                <a:lnTo>
                  <a:pt x="610" y="5433"/>
                </a:lnTo>
                <a:lnTo>
                  <a:pt x="831" y="4904"/>
                </a:lnTo>
                <a:lnTo>
                  <a:pt x="1085" y="4395"/>
                </a:lnTo>
                <a:lnTo>
                  <a:pt x="1373" y="3905"/>
                </a:lnTo>
                <a:lnTo>
                  <a:pt x="1696" y="3433"/>
                </a:lnTo>
                <a:lnTo>
                  <a:pt x="2052" y="2980"/>
                </a:lnTo>
                <a:lnTo>
                  <a:pt x="2442" y="2546"/>
                </a:lnTo>
                <a:lnTo>
                  <a:pt x="2857" y="2140"/>
                </a:lnTo>
                <a:lnTo>
                  <a:pt x="3289" y="1768"/>
                </a:lnTo>
                <a:lnTo>
                  <a:pt x="3737" y="1432"/>
                </a:lnTo>
                <a:lnTo>
                  <a:pt x="4201" y="1132"/>
                </a:lnTo>
                <a:lnTo>
                  <a:pt x="4682" y="866"/>
                </a:lnTo>
                <a:lnTo>
                  <a:pt x="5180" y="637"/>
                </a:lnTo>
                <a:lnTo>
                  <a:pt x="5694" y="442"/>
                </a:lnTo>
                <a:lnTo>
                  <a:pt x="6224" y="283"/>
                </a:lnTo>
                <a:lnTo>
                  <a:pt x="6771" y="159"/>
                </a:lnTo>
                <a:lnTo>
                  <a:pt x="7335" y="71"/>
                </a:lnTo>
                <a:lnTo>
                  <a:pt x="7915" y="18"/>
                </a:lnTo>
                <a:lnTo>
                  <a:pt x="8511" y="0"/>
                </a:lnTo>
                <a:lnTo>
                  <a:pt x="9107" y="18"/>
                </a:lnTo>
                <a:lnTo>
                  <a:pt x="9687" y="71"/>
                </a:lnTo>
                <a:lnTo>
                  <a:pt x="10251" y="159"/>
                </a:lnTo>
                <a:lnTo>
                  <a:pt x="10798" y="283"/>
                </a:lnTo>
                <a:lnTo>
                  <a:pt x="11328" y="442"/>
                </a:lnTo>
                <a:lnTo>
                  <a:pt x="11842" y="637"/>
                </a:lnTo>
                <a:lnTo>
                  <a:pt x="12340" y="866"/>
                </a:lnTo>
                <a:lnTo>
                  <a:pt x="12821" y="1132"/>
                </a:lnTo>
                <a:lnTo>
                  <a:pt x="13286" y="1432"/>
                </a:lnTo>
                <a:lnTo>
                  <a:pt x="13734" y="1768"/>
                </a:lnTo>
                <a:lnTo>
                  <a:pt x="14165" y="2140"/>
                </a:lnTo>
                <a:lnTo>
                  <a:pt x="14581" y="2546"/>
                </a:lnTo>
                <a:lnTo>
                  <a:pt x="14971" y="2980"/>
                </a:lnTo>
                <a:lnTo>
                  <a:pt x="15327" y="3433"/>
                </a:lnTo>
                <a:lnTo>
                  <a:pt x="15649" y="3905"/>
                </a:lnTo>
                <a:lnTo>
                  <a:pt x="15937" y="4395"/>
                </a:lnTo>
                <a:lnTo>
                  <a:pt x="16191" y="4904"/>
                </a:lnTo>
                <a:lnTo>
                  <a:pt x="16412" y="5433"/>
                </a:lnTo>
                <a:lnTo>
                  <a:pt x="16598" y="5980"/>
                </a:lnTo>
                <a:lnTo>
                  <a:pt x="16751" y="6546"/>
                </a:lnTo>
                <a:lnTo>
                  <a:pt x="16870" y="7131"/>
                </a:lnTo>
                <a:lnTo>
                  <a:pt x="16954" y="7735"/>
                </a:lnTo>
                <a:lnTo>
                  <a:pt x="17005" y="8358"/>
                </a:lnTo>
                <a:lnTo>
                  <a:pt x="17022" y="8999"/>
                </a:lnTo>
                <a:lnTo>
                  <a:pt x="17005" y="9641"/>
                </a:lnTo>
                <a:lnTo>
                  <a:pt x="16954" y="10264"/>
                </a:lnTo>
                <a:lnTo>
                  <a:pt x="16870" y="10868"/>
                </a:lnTo>
                <a:lnTo>
                  <a:pt x="16751" y="11453"/>
                </a:lnTo>
                <a:lnTo>
                  <a:pt x="16598" y="12019"/>
                </a:lnTo>
                <a:lnTo>
                  <a:pt x="16412" y="12566"/>
                </a:lnTo>
                <a:lnTo>
                  <a:pt x="16191" y="13094"/>
                </a:lnTo>
                <a:lnTo>
                  <a:pt x="15937" y="13604"/>
                </a:lnTo>
                <a:lnTo>
                  <a:pt x="15649" y="14094"/>
                </a:lnTo>
                <a:lnTo>
                  <a:pt x="15327" y="14566"/>
                </a:lnTo>
                <a:lnTo>
                  <a:pt x="14971" y="15019"/>
                </a:lnTo>
                <a:lnTo>
                  <a:pt x="14581" y="15453"/>
                </a:lnTo>
                <a:lnTo>
                  <a:pt x="14165" y="15859"/>
                </a:lnTo>
                <a:lnTo>
                  <a:pt x="13734" y="16231"/>
                </a:lnTo>
                <a:lnTo>
                  <a:pt x="13286" y="16567"/>
                </a:lnTo>
                <a:lnTo>
                  <a:pt x="12821" y="16867"/>
                </a:lnTo>
                <a:lnTo>
                  <a:pt x="12340" y="17132"/>
                </a:lnTo>
                <a:lnTo>
                  <a:pt x="11842" y="17362"/>
                </a:lnTo>
                <a:lnTo>
                  <a:pt x="11328" y="17557"/>
                </a:lnTo>
                <a:lnTo>
                  <a:pt x="10798" y="17716"/>
                </a:lnTo>
                <a:lnTo>
                  <a:pt x="10251" y="17840"/>
                </a:lnTo>
                <a:lnTo>
                  <a:pt x="9687" y="17928"/>
                </a:lnTo>
                <a:lnTo>
                  <a:pt x="9107" y="17981"/>
                </a:lnTo>
                <a:lnTo>
                  <a:pt x="8511" y="17999"/>
                </a:lnTo>
                <a:close/>
                <a:moveTo>
                  <a:pt x="8511" y="55113"/>
                </a:moveTo>
                <a:lnTo>
                  <a:pt x="7915" y="55095"/>
                </a:lnTo>
                <a:lnTo>
                  <a:pt x="7335" y="55042"/>
                </a:lnTo>
                <a:lnTo>
                  <a:pt x="6771" y="54954"/>
                </a:lnTo>
                <a:lnTo>
                  <a:pt x="6224" y="54830"/>
                </a:lnTo>
                <a:lnTo>
                  <a:pt x="5694" y="54671"/>
                </a:lnTo>
                <a:lnTo>
                  <a:pt x="5180" y="54476"/>
                </a:lnTo>
                <a:lnTo>
                  <a:pt x="4682" y="54246"/>
                </a:lnTo>
                <a:lnTo>
                  <a:pt x="4201" y="53981"/>
                </a:lnTo>
                <a:lnTo>
                  <a:pt x="3737" y="53681"/>
                </a:lnTo>
                <a:lnTo>
                  <a:pt x="3289" y="53345"/>
                </a:lnTo>
                <a:lnTo>
                  <a:pt x="2857" y="52973"/>
                </a:lnTo>
                <a:lnTo>
                  <a:pt x="2442" y="52567"/>
                </a:lnTo>
                <a:lnTo>
                  <a:pt x="2052" y="52133"/>
                </a:lnTo>
                <a:lnTo>
                  <a:pt x="1696" y="51680"/>
                </a:lnTo>
                <a:lnTo>
                  <a:pt x="1373" y="51208"/>
                </a:lnTo>
                <a:lnTo>
                  <a:pt x="1085" y="50718"/>
                </a:lnTo>
                <a:lnTo>
                  <a:pt x="831" y="50208"/>
                </a:lnTo>
                <a:lnTo>
                  <a:pt x="610" y="49680"/>
                </a:lnTo>
                <a:lnTo>
                  <a:pt x="424" y="49133"/>
                </a:lnTo>
                <a:lnTo>
                  <a:pt x="271" y="48567"/>
                </a:lnTo>
                <a:lnTo>
                  <a:pt x="153" y="47982"/>
                </a:lnTo>
                <a:lnTo>
                  <a:pt x="68" y="47378"/>
                </a:lnTo>
                <a:lnTo>
                  <a:pt x="17" y="46755"/>
                </a:lnTo>
                <a:lnTo>
                  <a:pt x="0" y="46113"/>
                </a:lnTo>
                <a:lnTo>
                  <a:pt x="17" y="45472"/>
                </a:lnTo>
                <a:lnTo>
                  <a:pt x="68" y="44849"/>
                </a:lnTo>
                <a:lnTo>
                  <a:pt x="153" y="44245"/>
                </a:lnTo>
                <a:lnTo>
                  <a:pt x="271" y="43660"/>
                </a:lnTo>
                <a:lnTo>
                  <a:pt x="424" y="43094"/>
                </a:lnTo>
                <a:lnTo>
                  <a:pt x="610" y="42547"/>
                </a:lnTo>
                <a:lnTo>
                  <a:pt x="831" y="42019"/>
                </a:lnTo>
                <a:lnTo>
                  <a:pt x="1085" y="41509"/>
                </a:lnTo>
                <a:lnTo>
                  <a:pt x="1373" y="41019"/>
                </a:lnTo>
                <a:lnTo>
                  <a:pt x="1696" y="40547"/>
                </a:lnTo>
                <a:lnTo>
                  <a:pt x="2052" y="40094"/>
                </a:lnTo>
                <a:lnTo>
                  <a:pt x="2442" y="39660"/>
                </a:lnTo>
                <a:lnTo>
                  <a:pt x="2857" y="39254"/>
                </a:lnTo>
                <a:lnTo>
                  <a:pt x="3289" y="38882"/>
                </a:lnTo>
                <a:lnTo>
                  <a:pt x="3737" y="38546"/>
                </a:lnTo>
                <a:lnTo>
                  <a:pt x="4201" y="38246"/>
                </a:lnTo>
                <a:lnTo>
                  <a:pt x="4682" y="37980"/>
                </a:lnTo>
                <a:lnTo>
                  <a:pt x="5180" y="37751"/>
                </a:lnTo>
                <a:lnTo>
                  <a:pt x="5694" y="37556"/>
                </a:lnTo>
                <a:lnTo>
                  <a:pt x="6224" y="37397"/>
                </a:lnTo>
                <a:lnTo>
                  <a:pt x="6771" y="37273"/>
                </a:lnTo>
                <a:lnTo>
                  <a:pt x="7335" y="37185"/>
                </a:lnTo>
                <a:lnTo>
                  <a:pt x="7915" y="37132"/>
                </a:lnTo>
                <a:lnTo>
                  <a:pt x="8511" y="37114"/>
                </a:lnTo>
                <a:lnTo>
                  <a:pt x="9107" y="37132"/>
                </a:lnTo>
                <a:lnTo>
                  <a:pt x="9687" y="37185"/>
                </a:lnTo>
                <a:lnTo>
                  <a:pt x="10251" y="37273"/>
                </a:lnTo>
                <a:lnTo>
                  <a:pt x="10798" y="37397"/>
                </a:lnTo>
                <a:lnTo>
                  <a:pt x="11328" y="37556"/>
                </a:lnTo>
                <a:lnTo>
                  <a:pt x="11842" y="37751"/>
                </a:lnTo>
                <a:lnTo>
                  <a:pt x="12340" y="37980"/>
                </a:lnTo>
                <a:lnTo>
                  <a:pt x="12821" y="38246"/>
                </a:lnTo>
                <a:lnTo>
                  <a:pt x="13286" y="38546"/>
                </a:lnTo>
                <a:lnTo>
                  <a:pt x="13734" y="38882"/>
                </a:lnTo>
                <a:lnTo>
                  <a:pt x="14165" y="39254"/>
                </a:lnTo>
                <a:lnTo>
                  <a:pt x="14581" y="39660"/>
                </a:lnTo>
                <a:lnTo>
                  <a:pt x="14971" y="40094"/>
                </a:lnTo>
                <a:lnTo>
                  <a:pt x="15327" y="40547"/>
                </a:lnTo>
                <a:lnTo>
                  <a:pt x="15649" y="41019"/>
                </a:lnTo>
                <a:lnTo>
                  <a:pt x="15937" y="41509"/>
                </a:lnTo>
                <a:lnTo>
                  <a:pt x="16191" y="42019"/>
                </a:lnTo>
                <a:lnTo>
                  <a:pt x="16412" y="42547"/>
                </a:lnTo>
                <a:lnTo>
                  <a:pt x="16598" y="43094"/>
                </a:lnTo>
                <a:lnTo>
                  <a:pt x="16751" y="43660"/>
                </a:lnTo>
                <a:lnTo>
                  <a:pt x="16870" y="44245"/>
                </a:lnTo>
                <a:lnTo>
                  <a:pt x="16954" y="44849"/>
                </a:lnTo>
                <a:lnTo>
                  <a:pt x="17005" y="45472"/>
                </a:lnTo>
                <a:lnTo>
                  <a:pt x="17022" y="46113"/>
                </a:lnTo>
                <a:lnTo>
                  <a:pt x="17005" y="46755"/>
                </a:lnTo>
                <a:lnTo>
                  <a:pt x="16954" y="47378"/>
                </a:lnTo>
                <a:lnTo>
                  <a:pt x="16870" y="47982"/>
                </a:lnTo>
                <a:lnTo>
                  <a:pt x="16751" y="48567"/>
                </a:lnTo>
                <a:lnTo>
                  <a:pt x="16598" y="49133"/>
                </a:lnTo>
                <a:lnTo>
                  <a:pt x="16412" y="49680"/>
                </a:lnTo>
                <a:lnTo>
                  <a:pt x="16191" y="50208"/>
                </a:lnTo>
                <a:lnTo>
                  <a:pt x="15937" y="50718"/>
                </a:lnTo>
                <a:lnTo>
                  <a:pt x="15649" y="51208"/>
                </a:lnTo>
                <a:lnTo>
                  <a:pt x="15327" y="51680"/>
                </a:lnTo>
                <a:lnTo>
                  <a:pt x="14971" y="52133"/>
                </a:lnTo>
                <a:lnTo>
                  <a:pt x="14581" y="52567"/>
                </a:lnTo>
                <a:lnTo>
                  <a:pt x="14165" y="52973"/>
                </a:lnTo>
                <a:lnTo>
                  <a:pt x="13734" y="53345"/>
                </a:lnTo>
                <a:lnTo>
                  <a:pt x="13286" y="53681"/>
                </a:lnTo>
                <a:lnTo>
                  <a:pt x="12821" y="53981"/>
                </a:lnTo>
                <a:lnTo>
                  <a:pt x="12340" y="54246"/>
                </a:lnTo>
                <a:lnTo>
                  <a:pt x="11842" y="54476"/>
                </a:lnTo>
                <a:lnTo>
                  <a:pt x="11328" y="54671"/>
                </a:lnTo>
                <a:lnTo>
                  <a:pt x="10798" y="54830"/>
                </a:lnTo>
                <a:lnTo>
                  <a:pt x="10251" y="54954"/>
                </a:lnTo>
                <a:lnTo>
                  <a:pt x="9687" y="55042"/>
                </a:lnTo>
                <a:lnTo>
                  <a:pt x="9107" y="55095"/>
                </a:lnTo>
                <a:lnTo>
                  <a:pt x="8511" y="55113"/>
                </a:lnTo>
                <a:close/>
                <a:moveTo>
                  <a:pt x="8511" y="92227"/>
                </a:moveTo>
                <a:lnTo>
                  <a:pt x="7915" y="92209"/>
                </a:lnTo>
                <a:lnTo>
                  <a:pt x="7335" y="92156"/>
                </a:lnTo>
                <a:lnTo>
                  <a:pt x="6771" y="92068"/>
                </a:lnTo>
                <a:lnTo>
                  <a:pt x="6224" y="91944"/>
                </a:lnTo>
                <a:lnTo>
                  <a:pt x="5694" y="91785"/>
                </a:lnTo>
                <a:lnTo>
                  <a:pt x="5180" y="91590"/>
                </a:lnTo>
                <a:lnTo>
                  <a:pt x="4682" y="91360"/>
                </a:lnTo>
                <a:lnTo>
                  <a:pt x="4201" y="91095"/>
                </a:lnTo>
                <a:lnTo>
                  <a:pt x="3737" y="90795"/>
                </a:lnTo>
                <a:lnTo>
                  <a:pt x="3289" y="90459"/>
                </a:lnTo>
                <a:lnTo>
                  <a:pt x="2857" y="90087"/>
                </a:lnTo>
                <a:lnTo>
                  <a:pt x="2442" y="89681"/>
                </a:lnTo>
                <a:lnTo>
                  <a:pt x="2052" y="89247"/>
                </a:lnTo>
                <a:lnTo>
                  <a:pt x="1696" y="88794"/>
                </a:lnTo>
                <a:lnTo>
                  <a:pt x="1373" y="88322"/>
                </a:lnTo>
                <a:lnTo>
                  <a:pt x="1085" y="87832"/>
                </a:lnTo>
                <a:lnTo>
                  <a:pt x="831" y="87322"/>
                </a:lnTo>
                <a:lnTo>
                  <a:pt x="610" y="86794"/>
                </a:lnTo>
                <a:lnTo>
                  <a:pt x="424" y="86247"/>
                </a:lnTo>
                <a:lnTo>
                  <a:pt x="271" y="85681"/>
                </a:lnTo>
                <a:lnTo>
                  <a:pt x="153" y="85096"/>
                </a:lnTo>
                <a:lnTo>
                  <a:pt x="68" y="84492"/>
                </a:lnTo>
                <a:lnTo>
                  <a:pt x="17" y="83869"/>
                </a:lnTo>
                <a:lnTo>
                  <a:pt x="0" y="83227"/>
                </a:lnTo>
                <a:lnTo>
                  <a:pt x="17" y="82586"/>
                </a:lnTo>
                <a:lnTo>
                  <a:pt x="68" y="81963"/>
                </a:lnTo>
                <a:lnTo>
                  <a:pt x="153" y="81359"/>
                </a:lnTo>
                <a:lnTo>
                  <a:pt x="271" y="80774"/>
                </a:lnTo>
                <a:lnTo>
                  <a:pt x="424" y="80208"/>
                </a:lnTo>
                <a:lnTo>
                  <a:pt x="610" y="79661"/>
                </a:lnTo>
                <a:lnTo>
                  <a:pt x="831" y="79133"/>
                </a:lnTo>
                <a:lnTo>
                  <a:pt x="1085" y="78623"/>
                </a:lnTo>
                <a:lnTo>
                  <a:pt x="1373" y="78133"/>
                </a:lnTo>
                <a:lnTo>
                  <a:pt x="1696" y="77661"/>
                </a:lnTo>
                <a:lnTo>
                  <a:pt x="2052" y="77208"/>
                </a:lnTo>
                <a:lnTo>
                  <a:pt x="2442" y="76774"/>
                </a:lnTo>
                <a:lnTo>
                  <a:pt x="2857" y="76368"/>
                </a:lnTo>
                <a:lnTo>
                  <a:pt x="3289" y="75996"/>
                </a:lnTo>
                <a:lnTo>
                  <a:pt x="3737" y="75660"/>
                </a:lnTo>
                <a:lnTo>
                  <a:pt x="4201" y="75360"/>
                </a:lnTo>
                <a:lnTo>
                  <a:pt x="4682" y="75094"/>
                </a:lnTo>
                <a:lnTo>
                  <a:pt x="5180" y="74865"/>
                </a:lnTo>
                <a:lnTo>
                  <a:pt x="5694" y="74670"/>
                </a:lnTo>
                <a:lnTo>
                  <a:pt x="6224" y="74511"/>
                </a:lnTo>
                <a:lnTo>
                  <a:pt x="6771" y="74387"/>
                </a:lnTo>
                <a:lnTo>
                  <a:pt x="7335" y="74299"/>
                </a:lnTo>
                <a:lnTo>
                  <a:pt x="7915" y="74246"/>
                </a:lnTo>
                <a:lnTo>
                  <a:pt x="8511" y="74228"/>
                </a:lnTo>
                <a:lnTo>
                  <a:pt x="9107" y="74246"/>
                </a:lnTo>
                <a:lnTo>
                  <a:pt x="9687" y="74299"/>
                </a:lnTo>
                <a:lnTo>
                  <a:pt x="10251" y="74387"/>
                </a:lnTo>
                <a:lnTo>
                  <a:pt x="10798" y="74511"/>
                </a:lnTo>
                <a:lnTo>
                  <a:pt x="11328" y="74670"/>
                </a:lnTo>
                <a:lnTo>
                  <a:pt x="11842" y="74865"/>
                </a:lnTo>
                <a:lnTo>
                  <a:pt x="12340" y="75094"/>
                </a:lnTo>
                <a:lnTo>
                  <a:pt x="12821" y="75360"/>
                </a:lnTo>
                <a:lnTo>
                  <a:pt x="13286" y="75660"/>
                </a:lnTo>
                <a:lnTo>
                  <a:pt x="13734" y="75996"/>
                </a:lnTo>
                <a:lnTo>
                  <a:pt x="14165" y="76368"/>
                </a:lnTo>
                <a:lnTo>
                  <a:pt x="14581" y="76774"/>
                </a:lnTo>
                <a:lnTo>
                  <a:pt x="14971" y="77208"/>
                </a:lnTo>
                <a:lnTo>
                  <a:pt x="15327" y="77661"/>
                </a:lnTo>
                <a:lnTo>
                  <a:pt x="15649" y="78133"/>
                </a:lnTo>
                <a:lnTo>
                  <a:pt x="15937" y="78623"/>
                </a:lnTo>
                <a:lnTo>
                  <a:pt x="16191" y="79133"/>
                </a:lnTo>
                <a:lnTo>
                  <a:pt x="16412" y="79661"/>
                </a:lnTo>
                <a:lnTo>
                  <a:pt x="16598" y="80208"/>
                </a:lnTo>
                <a:lnTo>
                  <a:pt x="16751" y="80774"/>
                </a:lnTo>
                <a:lnTo>
                  <a:pt x="16870" y="81359"/>
                </a:lnTo>
                <a:lnTo>
                  <a:pt x="16954" y="81963"/>
                </a:lnTo>
                <a:lnTo>
                  <a:pt x="17005" y="82586"/>
                </a:lnTo>
                <a:lnTo>
                  <a:pt x="17022" y="83227"/>
                </a:lnTo>
                <a:lnTo>
                  <a:pt x="17005" y="83869"/>
                </a:lnTo>
                <a:lnTo>
                  <a:pt x="16954" y="84492"/>
                </a:lnTo>
                <a:lnTo>
                  <a:pt x="16870" y="85096"/>
                </a:lnTo>
                <a:lnTo>
                  <a:pt x="16751" y="85681"/>
                </a:lnTo>
                <a:lnTo>
                  <a:pt x="16598" y="86247"/>
                </a:lnTo>
                <a:lnTo>
                  <a:pt x="16412" y="86794"/>
                </a:lnTo>
                <a:lnTo>
                  <a:pt x="16191" y="87322"/>
                </a:lnTo>
                <a:lnTo>
                  <a:pt x="15937" y="87832"/>
                </a:lnTo>
                <a:lnTo>
                  <a:pt x="15649" y="88322"/>
                </a:lnTo>
                <a:lnTo>
                  <a:pt x="15327" y="88794"/>
                </a:lnTo>
                <a:lnTo>
                  <a:pt x="14971" y="89247"/>
                </a:lnTo>
                <a:lnTo>
                  <a:pt x="14581" y="89681"/>
                </a:lnTo>
                <a:lnTo>
                  <a:pt x="14165" y="90087"/>
                </a:lnTo>
                <a:lnTo>
                  <a:pt x="13734" y="90459"/>
                </a:lnTo>
                <a:lnTo>
                  <a:pt x="13286" y="90795"/>
                </a:lnTo>
                <a:lnTo>
                  <a:pt x="12821" y="91095"/>
                </a:lnTo>
                <a:lnTo>
                  <a:pt x="12340" y="91360"/>
                </a:lnTo>
                <a:lnTo>
                  <a:pt x="11842" y="91590"/>
                </a:lnTo>
                <a:lnTo>
                  <a:pt x="11328" y="91785"/>
                </a:lnTo>
                <a:lnTo>
                  <a:pt x="10798" y="91944"/>
                </a:lnTo>
                <a:lnTo>
                  <a:pt x="10251" y="92068"/>
                </a:lnTo>
                <a:lnTo>
                  <a:pt x="9687" y="92156"/>
                </a:lnTo>
                <a:lnTo>
                  <a:pt x="9107" y="92209"/>
                </a:lnTo>
                <a:lnTo>
                  <a:pt x="8511" y="92227"/>
                </a:lnTo>
                <a:close/>
              </a:path>
            </a:pathLst>
          </a:custGeom>
          <a:solidFill xmlns:a="http://schemas.openxmlformats.org/drawingml/2006/main">
            <a:srgbClr val="252A32"/>
          </a:solidFill>
          <a:ln xmlns:a="http://schemas.openxmlformats.org/drawingml/2006/main" w="0">
            <a:noFill/>
          </a:ln>
        </p:spPr>
      </p:sp>
      <p:sp>
        <p:nvSpPr>
          <p:cNvPr id="142" name="F3-0142-text">
            <a:extLst xmlns:a="http://schemas.openxmlformats.org/drawingml/2006/main">
              <a:ext uri="{FF2B5EF4-FFF2-40B4-BE49-F238E27FC236}">
                <a16:creationId xmlns:a16="http://schemas.microsoft.com/office/drawing/2014/main" id="{67C11A74-AC2E-4E8D-85BB-73D9CD24B1F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8721725" y="1899047"/>
            <a:ext cx="2540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143" name="F3-0143-text"/>
          <p:cNvSpPr txBox="1"/>
          <p:nvPr/>
        </p:nvSpPr>
        <p:spPr>
          <ns0:xfrm xmlns:ns0="http://schemas.openxmlformats.org/drawingml/2006/main">
            <ns0:off x="9010650" y="2032397"/>
            <ns0:ext cx="2619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</ns0:t>
            </ns0:r>
          </ns0:p>
        </p:txBody>
      </p:sp>
      <p:sp>
        <p:nvSpPr>
          <p:cNvPr id="144" name="F3-0144-text"/>
          <p:cNvSpPr txBox="1"/>
          <p:nvPr/>
        </p:nvSpPr>
        <p:spPr>
          <ns0:xfrm xmlns:ns0="http://schemas.openxmlformats.org/drawingml/2006/main">
            <ns0:off x="9272588" y="2032397"/>
            <ns0:ext cx="2619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2</ns0:t>
            </ns0:r>
          </ns0:p>
        </p:txBody>
      </p:sp>
      <p:sp>
        <p:nvSpPr>
          <p:cNvPr id="145" name="F3-0145-text"/>
          <p:cNvSpPr txBox="1"/>
          <p:nvPr/>
        </p:nvSpPr>
        <p:spPr>
          <ns0:xfrm xmlns:ns0="http://schemas.openxmlformats.org/drawingml/2006/main">
            <ns0:off x="9534525" y="2032397"/>
            <ns0:ext cx="2619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…</ns0:t>
            </ns0:r>
          </ns0:p>
        </p:txBody>
      </p:sp>
      <p:sp>
        <p:nvSpPr>
          <p:cNvPr id="146" name="F3-0146-text"/>
          <p:cNvSpPr txBox="1"/>
          <p:nvPr/>
        </p:nvSpPr>
        <p:spPr>
          <ns0:xfrm xmlns:ns0="http://schemas.openxmlformats.org/drawingml/2006/main">
            <ns0:off x="9796463" y="2032397"/>
            <ns0:ext cx="2619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12</ns0:t>
            </ns0:r>
          </ns0:p>
        </p:txBody>
      </p:sp>
      <p:sp>
        <p:nvSpPr>
          <p:cNvPr id="147" name="F3-0147-text"/>
          <p:cNvSpPr txBox="1"/>
          <p:nvPr/>
        </p:nvSpPr>
        <p:spPr>
          <ns0:xfrm xmlns:ns0="http://schemas.openxmlformats.org/drawingml/2006/main">
            <ns0:off x="10058400" y="2032397"/>
            <ns0:ext cx="2619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13</ns0:t>
            </ns0:r>
          </ns0:p>
        </p:txBody>
      </p:sp>
      <p:sp>
        <p:nvSpPr>
          <p:cNvPr id="148" name="F3-0148-text"/>
          <p:cNvSpPr txBox="1"/>
          <p:nvPr/>
        </p:nvSpPr>
        <p:spPr>
          <ns0:xfrm xmlns:ns0="http://schemas.openxmlformats.org/drawingml/2006/main">
            <ns0:off x="10320338" y="2032397"/>
            <ns0:ext cx="2619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14</ns0:t>
            </ns0:r>
          </ns0:p>
        </p:txBody>
      </p:sp>
      <p:sp>
        <p:nvSpPr>
          <p:cNvPr id="536" name="F3-math-957-252"/>
          <p:cNvSpPr txBox="1"/>
          <p:nvPr/>
        </p:nvSpPr>
        <p:spPr>
          <ns0:xfrm xmlns:ns0="http://schemas.openxmlformats.org/drawingml/2006/main">
            <ns0:off x="8782050" y="2400300"/>
            <ns0:ext cx="1543050" cy="2857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∈ R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18/21</ns0:t>
            </ns0:r>
          </ns0:p>
        </p:txBody>
      </p:sp>
      <p:sp>
        <p:nvSpPr>
          <p:cNvPr id="156" name="F3-0156-roundRect">
            <a:extLst xmlns:a="http://schemas.openxmlformats.org/drawingml/2006/main">
              <a:ext uri="{FF2B5EF4-FFF2-40B4-BE49-F238E27FC236}">
                <a16:creationId xmlns:a16="http://schemas.microsoft.com/office/drawing/2014/main" id="{017D2DE6-4643-4146-B5E4-52F1C29D22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267950" y="2343150"/>
            <a:ext cx="152400" cy="504825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0478">
            <a:solidFill>
              <a:srgbClr val="C47156"/>
            </a:solidFill>
            <a:prstDash val="solid"/>
          </a:ln>
        </p:spPr>
      </p:sp>
      <p:sp>
        <p:nvSpPr>
          <p:cNvPr id="157" name="F3-0157-line">
            <a:extLst xmlns:a="http://schemas.openxmlformats.org/drawingml/2006/main">
              <a:ext uri="{FF2B5EF4-FFF2-40B4-BE49-F238E27FC236}">
                <a16:creationId xmlns:a16="http://schemas.microsoft.com/office/drawing/2014/main" id="{EEDE46C1-AFF5-419F-8D7E-9EFCA438EDB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267950" y="2427288"/>
            <a:ext cx="152400" cy="9525"/>
          </a:xfrm>
          <a:custGeom xmlns:a="http://schemas.openxmlformats.org/drawingml/2006/main"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158" name="F3-0158-line">
            <a:extLst xmlns:a="http://schemas.openxmlformats.org/drawingml/2006/main">
              <a:ext uri="{FF2B5EF4-FFF2-40B4-BE49-F238E27FC236}">
                <a16:creationId xmlns:a16="http://schemas.microsoft.com/office/drawing/2014/main" id="{BEAD0A4F-2080-4DA5-9AEA-9F9C7E88C6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267950" y="2511425"/>
            <a:ext cx="152400" cy="9525"/>
          </a:xfrm>
          <a:custGeom xmlns:a="http://schemas.openxmlformats.org/drawingml/2006/main"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159" name="F3-0159-line">
            <a:extLst xmlns:a="http://schemas.openxmlformats.org/drawingml/2006/main">
              <a:ext uri="{FF2B5EF4-FFF2-40B4-BE49-F238E27FC236}">
                <a16:creationId xmlns:a16="http://schemas.microsoft.com/office/drawing/2014/main" id="{7E2F98EB-3808-4B09-8132-705E48C4BD3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267950" y="2595563"/>
            <a:ext cx="152400" cy="9525"/>
          </a:xfrm>
          <a:custGeom xmlns:a="http://schemas.openxmlformats.org/drawingml/2006/main"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160" name="F3-0160-line">
            <a:extLst xmlns:a="http://schemas.openxmlformats.org/drawingml/2006/main">
              <a:ext uri="{FF2B5EF4-FFF2-40B4-BE49-F238E27FC236}">
                <a16:creationId xmlns:a16="http://schemas.microsoft.com/office/drawing/2014/main" id="{A2B16F40-A3C9-4A08-83F1-37FD9CFE91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267950" y="2679700"/>
            <a:ext cx="152400" cy="9525"/>
          </a:xfrm>
          <a:custGeom xmlns:a="http://schemas.openxmlformats.org/drawingml/2006/main"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161" name="F3-0161-line">
            <a:extLst xmlns:a="http://schemas.openxmlformats.org/drawingml/2006/main">
              <a:ext uri="{FF2B5EF4-FFF2-40B4-BE49-F238E27FC236}">
                <a16:creationId xmlns:a16="http://schemas.microsoft.com/office/drawing/2014/main" id="{73A5CE78-C466-4FCD-A31D-9BCCCD5F549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267950" y="2763838"/>
            <a:ext cx="152400" cy="9525"/>
          </a:xfrm>
          <a:custGeom xmlns:a="http://schemas.openxmlformats.org/drawingml/2006/main"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162" name="F3-0162-text"/>
          <p:cNvSpPr txBox="1"/>
          <p:nvPr/>
        </p:nvSpPr>
        <p:spPr>
          <ns0:xfrm xmlns:ns0="http://schemas.openxmlformats.org/drawingml/2006/main">
            <ns0:off x="10985500" y="977900"/>
            <ns0:ext cx="2222500" cy="2381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1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Fitting contract</ns0:t>
            </ns0:r>
          </ns0:p>
        </p:txBody>
      </p:sp>
      <p:sp>
        <p:nvSpPr>
          <p:cNvPr id="163" name="F3-0163-text"/>
          <p:cNvSpPr txBox="1"/>
          <p:nvPr/>
        </p:nvSpPr>
        <p:spPr>
          <ns0:xfrm xmlns:ns0="http://schemas.openxmlformats.org/drawingml/2006/main">
            <ns0:off x="11049000" y="1239679"/>
            <ns0:ext cx="2133600" cy="21621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1. Robot state: 14-D</ns0:t>
            </ns0:r>
          </ns0:p>
        </p:txBody>
      </p:sp>
      <p:sp>
        <p:nvSpPr>
          <p:cNvPr id="164" name="F3-0164-text"/>
          <p:cNvSpPr txBox="1"/>
          <p:nvPr/>
        </p:nvSpPr>
        <p:spPr>
          <ns0:xfrm xmlns:ns0="http://schemas.openxmlformats.org/drawingml/2006/main">
            <ns0:off x="11049000" y="1439704"/>
            <ns0:ext cx="2133600" cy="21621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2. Object pos.: 3/6-D</ns0:t>
            </ns0:r>
          </ns0:p>
        </p:txBody>
      </p:sp>
      <p:sp>
        <p:nvSpPr>
          <p:cNvPr id="165" name="F3-0165-text"/>
          <p:cNvSpPr txBox="1"/>
          <p:nvPr/>
        </p:nvSpPr>
        <p:spPr>
          <ns0:xfrm xmlns:ns0="http://schemas.openxmlformats.org/drawingml/2006/main">
            <ns0:off x="11049000" y="1639729"/>
            <ns0:ext cx="2133600" cy="21621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3. Time t/T: 1-D</ns0:t>
            </ns0:r>
          </ns0:p>
        </p:txBody>
      </p:sp>
      <p:sp>
        <p:nvSpPr>
          <p:cNvPr id="166" name="F3-0166-text"/>
          <p:cNvSpPr txBox="1"/>
          <p:nvPr/>
        </p:nvSpPr>
        <p:spPr>
          <ns0:xfrm xmlns:ns0="http://schemas.openxmlformats.org/drawingml/2006/main">
            <ns0:off x="11049000" y="1839754"/>
            <ns0:ext cx="2133600" cy="21621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4. Input: 18/21-D</ns0:t>
            </ns0:r>
          </ns0:p>
        </p:txBody>
      </p:sp>
      <p:sp>
        <p:nvSpPr>
          <p:cNvPr id="167" name="F3-0167-text"/>
          <p:cNvSpPr txBox="1"/>
          <p:nvPr/>
        </p:nvSpPr>
        <p:spPr>
          <ns0:xfrm xmlns:ns0="http://schemas.openxmlformats.org/drawingml/2006/main">
            <ns0:off x="11049000" y="2039779"/>
            <ns0:ext cx="2133600" cy="21621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5. Target: 16 × 14</ns0:t>
            </ns0:r>
          </ns0:p>
        </p:txBody>
      </p:sp>
      <p:sp>
        <p:nvSpPr>
          <p:cNvPr id="168" name="F3-0168-text"/>
          <p:cNvSpPr txBox="1"/>
          <p:nvPr/>
        </p:nvSpPr>
        <p:spPr>
          <ns0:xfrm xmlns:ns0="http://schemas.openxmlformats.org/drawingml/2006/main">
            <ns0:off x="11049000" y="2240215"/>
            <ns0:ext cx="2133600" cy="21539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6. Fit: 32 episodes</ns0:t>
            </ns0:r>
          </ns0:p>
        </p:txBody>
      </p:sp>
      <p:sp>
        <p:nvSpPr>
          <p:cNvPr id="169" name="F3-0169-text"/>
          <p:cNvSpPr txBox="1"/>
          <p:nvPr/>
        </p:nvSpPr>
        <p:spPr>
          <ns0:xfrm xmlns:ns0="http://schemas.openxmlformats.org/drawingml/2006/main">
            <ns0:off x="11049000" y="2439829"/>
            <ns0:ext cx="2238375" cy="21621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7. Exclude: 8 episodes</ns0:t>
            </ns0:r>
          </ns0:p>
        </p:txBody>
      </p:sp>
      <p:sp>
        <p:nvSpPr>
          <p:cNvPr id="170" name="F3-0170-text"/>
          <p:cNvSpPr txBox="1"/>
          <p:nvPr/>
        </p:nvSpPr>
        <p:spPr>
          <ns0:xfrm xmlns:ns0="http://schemas.openxmlformats.org/drawingml/2006/main">
            <ns0:off x="11049000" y="2639854"/>
            <ns0:ext cx="2133600" cy="21621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8. Repeat five folds</ns0:t>
            </ns0:r>
          </ns0:p>
        </p:txBody>
      </p:sp>
      <p:sp>
        <p:nvSpPr>
          <p:cNvPr id="171" name="F3-0171-rect">
            <a:extLst xmlns:a="http://schemas.openxmlformats.org/drawingml/2006/main">
              <a:ext uri="{FF2B5EF4-FFF2-40B4-BE49-F238E27FC236}">
                <a16:creationId xmlns:a16="http://schemas.microsoft.com/office/drawing/2014/main" id="{CB225A34-E2BB-4332-8B7B-5529FEEDBDD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905750" y="1162050"/>
            <a:ext cx="6381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2" name="F3-0172-text"/>
          <p:cNvSpPr txBox="1"/>
          <p:nvPr/>
        </p:nvSpPr>
        <p:spPr>
          <ns0:xfrm xmlns:ns0="http://schemas.openxmlformats.org/drawingml/2006/main">
            <ns0:off x="7915275" y="1162050"/>
            <ns0:ext cx="619125" cy="2381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Fit</ns0:t>
            </ns0:r>
          </ns0:p>
        </p:txBody>
      </p:sp>
      <p:sp>
        <p:nvSpPr>
          <p:cNvPr id="173" name="F3-0173-text"/>
          <p:cNvSpPr txBox="1"/>
          <p:nvPr/>
        </p:nvSpPr>
        <p:spPr>
          <ns0:xfrm xmlns:ns0="http://schemas.openxmlformats.org/drawingml/2006/main">
            <ns0:off x="7915275" y="1381125"/>
            <ns0:ext cx="619125" cy="2381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folds</ns0:t>
            </ns0:r>
          </ns0:p>
        </p:txBody>
      </p:sp>
      <p:grpSp>
        <p:nvGrpSpPr>
          <p:cNvPr id="537" name="F3-route-174"/>
          <p:cNvGrpSpPr/>
          <p:nvPr/>
        </p:nvGrpSpPr>
        <p:grpSpPr>
          <ns1:xfrm xmlns:ns1="http://schemas.openxmlformats.org/drawingml/2006/main">
            <ns1:off x="7858125" y="1627365"/>
            <ns1:ext cx="695325" cy="98069"/>
            <ns1:chOff x="7858125" y="1627365"/>
            <ns1:chExt cx="695325" cy="98069"/>
          </ns1:xfrm>
        </p:grpSpPr>
        <p:sp>
          <p:nvSpPr>
            <p:cNvPr id="174" name="F3-route-174-0174-arrow-route">
              <a:extLst xmlns:a="http://schemas.openxmlformats.org/drawingml/2006/main">
                <a:ext uri="{FF2B5EF4-FFF2-40B4-BE49-F238E27FC236}">
                  <a16:creationId xmlns:a16="http://schemas.microsoft.com/office/drawing/2014/main" id="{38C0246E-497F-4108-B01E-0295FC2335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858125" y="1676400"/>
              <a:ext cx="695325" cy="9525"/>
            </a:xfrm>
            <a:custGeom xmlns:a="http://schemas.openxmlformats.org/drawingml/2006/main">
              <a:pathLst>
                <a:path w="695325" h="9525">
                  <a:moveTo>
                    <a:pt x="0" y="0"/>
                  </a:moveTo>
                  <a:lnTo>
                    <a:pt x="6953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3C5488"/>
              </a:solidFill>
              <a:prstDash val="solid"/>
            </a:ln>
          </p:spPr>
        </p:sp>
        <p:sp>
          <p:nvSpPr>
            <p:cNvPr id="175" name="F3-route-174-0175-custom">
              <a:extLst xmlns:a="http://schemas.openxmlformats.org/drawingml/2006/main">
                <a:ext uri="{FF2B5EF4-FFF2-40B4-BE49-F238E27FC236}">
                  <a16:creationId xmlns:a16="http://schemas.microsoft.com/office/drawing/2014/main" id="{030927BE-EBFB-491A-9303-B8FBEC63F9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64296" y="1627365"/>
              <a:ext cx="89154" cy="98069"/>
            </a:xfrm>
            <a:custGeom xmlns:a="http://schemas.openxmlformats.org/drawingml/2006/main">
              <a:pathLst>
                <a:path w="89154" h="98069">
                  <a:moveTo>
                    <a:pt x="89154" y="49035"/>
                  </a:moveTo>
                  <a:lnTo>
                    <a:pt x="0" y="98069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3C5488"/>
            </a:solidFill>
            <a:ln xmlns:a="http://schemas.openxmlformats.org/drawingml/2006/main" w="953">
              <a:solidFill>
                <a:srgbClr val="3C5488"/>
              </a:solidFill>
            </a:ln>
          </p:spPr>
        </p:sp>
      </p:grpSp>
      <p:sp>
        <p:nvSpPr>
          <p:cNvPr id="538" name="F3-math-1420-2"/>
          <p:cNvSpPr txBox="1"/>
          <p:nvPr/>
        </p:nvSpPr>
        <p:spPr>
          <ns0:xfrm xmlns:ns0="http://schemas.openxmlformats.org/drawingml/2006/main">
            <ns0:off x="13896975" y="38100"/>
            <ns0:ext cx="2724150" cy="3238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9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9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= Â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−fold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9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− 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182" name="F3-0182-roundRect">
            <a:extLst xmlns:a="http://schemas.openxmlformats.org/drawingml/2006/main">
              <a:ext uri="{FF2B5EF4-FFF2-40B4-BE49-F238E27FC236}">
                <a16:creationId xmlns:a16="http://schemas.microsoft.com/office/drawing/2014/main" id="{7E50BE3A-4CF8-4A0A-A392-2E1CB2293C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63600" y="476250"/>
            <a:ext cx="1362075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1906">
            <a:solidFill>
              <a:srgbClr val="9BA9C3"/>
            </a:solidFill>
            <a:prstDash val="solid"/>
          </a:ln>
        </p:spPr>
      </p:sp>
      <p:sp>
        <p:nvSpPr>
          <p:cNvPr id="539" name="F3-math-1428-54"/>
          <p:cNvSpPr txBox="1"/>
          <p:nvPr/>
        </p:nvSpPr>
        <p:spPr>
          <ns0:xfrm xmlns:ns0="http://schemas.openxmlformats.org/drawingml/2006/main">
            <ns0:off x="13639800" y="495300"/>
            <ns0:ext cx="1228725" cy="3143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Â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−fold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186" name="F3-0186-roundRect">
            <a:extLst xmlns:a="http://schemas.openxmlformats.org/drawingml/2006/main">
              <a:ext uri="{FF2B5EF4-FFF2-40B4-BE49-F238E27FC236}">
                <a16:creationId xmlns:a16="http://schemas.microsoft.com/office/drawing/2014/main" id="{4A0CEAE7-402B-4F05-8CF7-375DDF947B8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63600" y="1104900"/>
            <a:ext cx="12001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1906">
            <a:solidFill>
              <a:srgbClr val="DFAE9F"/>
            </a:solidFill>
            <a:prstDash val="solid"/>
          </a:ln>
        </p:spPr>
      </p:sp>
      <p:sp>
        <p:nvSpPr>
          <p:cNvPr id="540" name="F3-math-1427-120"/>
          <p:cNvSpPr txBox="1"/>
          <p:nvPr/>
        </p:nvSpPr>
        <p:spPr>
          <ns0:xfrm xmlns:ns0="http://schemas.openxmlformats.org/drawingml/2006/main">
            <ns0:off x="13716000" y="1143000"/>
            <ns0:ext cx="98107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189" name="F3-0189-roundRect">
            <a:extLst xmlns:a="http://schemas.openxmlformats.org/drawingml/2006/main">
              <a:ext uri="{FF2B5EF4-FFF2-40B4-BE49-F238E27FC236}">
                <a16:creationId xmlns:a16="http://schemas.microsoft.com/office/drawing/2014/main" id="{1548CF2E-3B73-4A8C-ACD8-E208520AAC7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11425" y="771525"/>
            <a:ext cx="428625" cy="409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5240">
            <a:solidFill>
              <a:srgbClr val="7482A5"/>
            </a:solidFill>
            <a:prstDash val="solid"/>
          </a:ln>
        </p:spPr>
      </p:sp>
      <p:sp>
        <p:nvSpPr>
          <p:cNvPr id="190" name="F3-math-1599-82-0190-text">
            <a:extLst xmlns:a="http://schemas.openxmlformats.org/drawingml/2006/main">
              <a:ext uri="{FF2B5EF4-FFF2-40B4-BE49-F238E27FC236}">
                <a16:creationId xmlns:a16="http://schemas.microsoft.com/office/drawing/2014/main" id="{28143006-7D80-4C27-AF65-E65ABE58DD9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5322915" y="776288"/>
            <a:ext cx="224695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1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1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91" name="F3-0191-text">
            <a:extLst xmlns:a="http://schemas.openxmlformats.org/drawingml/2006/main">
              <a:ext uri="{FF2B5EF4-FFF2-40B4-BE49-F238E27FC236}">
                <a16:creationId xmlns:a16="http://schemas.microsoft.com/office/drawing/2014/main" id="{708E8766-2ABD-49FC-8546-4FCBDD2621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5030450" y="430530"/>
            <a:ext cx="24765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92" name="F3-0192-text">
            <a:extLst xmlns:a="http://schemas.openxmlformats.org/drawingml/2006/main">
              <a:ext uri="{FF2B5EF4-FFF2-40B4-BE49-F238E27FC236}">
                <a16:creationId xmlns:a16="http://schemas.microsoft.com/office/drawing/2014/main" id="{9D8213EB-AFE4-48EE-B7E2-8842098261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4954250" y="1057275"/>
            <a:ext cx="228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grpSp>
        <p:nvGrpSpPr>
          <p:cNvPr id="541" name="F3-route-193"/>
          <p:cNvGrpSpPr/>
          <p:nvPr/>
        </p:nvGrpSpPr>
        <p:grpSpPr>
          <ns1:xfrm xmlns:ns1="http://schemas.openxmlformats.org/drawingml/2006/main">
            <ns1:off x="14925675" y="666750"/>
            <ns1:ext cx="542449" cy="104775"/>
            <ns1:chOff x="14925675" y="666750"/>
            <ns1:chExt cx="542449" cy="104775"/>
          </ns1:xfrm>
        </p:grpSpPr>
        <p:sp>
          <p:nvSpPr>
            <p:cNvPr id="193" name="F3-route-193-0193-arrow-route">
              <a:extLst xmlns:a="http://schemas.openxmlformats.org/drawingml/2006/main">
                <a:ext uri="{FF2B5EF4-FFF2-40B4-BE49-F238E27FC236}">
                  <a16:creationId xmlns:a16="http://schemas.microsoft.com/office/drawing/2014/main" id="{18117368-B36D-4E40-A32A-5DF60BE47B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925675" y="666750"/>
              <a:ext cx="495300" cy="104775"/>
            </a:xfrm>
            <a:custGeom xmlns:a="http://schemas.openxmlformats.org/drawingml/2006/main">
              <a:pathLst>
                <a:path w="495300" h="104775">
                  <a:moveTo>
                    <a:pt x="0" y="0"/>
                  </a:moveTo>
                  <a:lnTo>
                    <a:pt x="495300" y="0"/>
                  </a:lnTo>
                  <a:lnTo>
                    <a:pt x="495300" y="1047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1908">
              <a:solidFill>
                <a:srgbClr val="3C5488"/>
              </a:solidFill>
              <a:prstDash val="solid"/>
            </a:ln>
          </p:spPr>
        </p:sp>
        <p:sp>
          <p:nvSpPr>
            <p:cNvPr id="194" name="F3-route-193-0194-custom">
              <a:extLst xmlns:a="http://schemas.openxmlformats.org/drawingml/2006/main">
                <a:ext uri="{FF2B5EF4-FFF2-40B4-BE49-F238E27FC236}">
                  <a16:creationId xmlns:a16="http://schemas.microsoft.com/office/drawing/2014/main" id="{5695E07B-F669-4403-871E-B431D3D84D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73826" y="685800"/>
              <a:ext cx="94298" cy="85725"/>
            </a:xfrm>
            <a:custGeom xmlns:a="http://schemas.openxmlformats.org/drawingml/2006/main">
              <a:pathLst>
                <a:path w="94298" h="85725">
                  <a:moveTo>
                    <a:pt x="47149" y="85725"/>
                  </a:moveTo>
                  <a:lnTo>
                    <a:pt x="0" y="0"/>
                  </a:lnTo>
                  <a:lnTo>
                    <a:pt x="94298" y="0"/>
                  </a:lnTo>
                  <a:close/>
                </a:path>
              </a:pathLst>
            </a:custGeom>
            <a:solidFill xmlns:a="http://schemas.openxmlformats.org/drawingml/2006/main">
              <a:srgbClr val="3C5488"/>
            </a:solidFill>
            <a:ln xmlns:a="http://schemas.openxmlformats.org/drawingml/2006/main" w="953">
              <a:solidFill>
                <a:srgbClr val="3C5488"/>
              </a:solidFill>
            </a:ln>
          </p:spPr>
        </p:sp>
      </p:grpSp>
      <p:grpSp>
        <p:nvGrpSpPr>
          <p:cNvPr id="542" name="F3-route-195"/>
          <p:cNvGrpSpPr/>
          <p:nvPr/>
        </p:nvGrpSpPr>
        <p:grpSpPr>
          <ns1:xfrm xmlns:ns1="http://schemas.openxmlformats.org/drawingml/2006/main">
            <ns1:off x="14763750" y="1181100"/>
            <ns1:ext cx="704374" cy="114300"/>
            <ns1:chOff x="14763750" y="1181100"/>
            <ns1:chExt cx="704374" cy="114300"/>
          </ns1:xfrm>
        </p:grpSpPr>
        <p:sp>
          <p:nvSpPr>
            <p:cNvPr id="195" name="F3-route-195-0195-arrow-route">
              <a:extLst xmlns:a="http://schemas.openxmlformats.org/drawingml/2006/main">
                <a:ext uri="{FF2B5EF4-FFF2-40B4-BE49-F238E27FC236}">
                  <a16:creationId xmlns:a16="http://schemas.microsoft.com/office/drawing/2014/main" id="{846632F6-3CF9-4DA1-82DD-4FD9021D48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763750" y="1181100"/>
              <a:ext cx="657225" cy="114300"/>
            </a:xfrm>
            <a:custGeom xmlns:a="http://schemas.openxmlformats.org/drawingml/2006/main">
              <a:pathLst>
                <a:path w="657225" h="114300">
                  <a:moveTo>
                    <a:pt x="0" y="114300"/>
                  </a:moveTo>
                  <a:lnTo>
                    <a:pt x="657225" y="114300"/>
                  </a:lnTo>
                  <a:lnTo>
                    <a:pt x="6572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1908">
              <a:solidFill>
                <a:srgbClr val="C47156"/>
              </a:solidFill>
              <a:prstDash val="solid"/>
            </a:ln>
          </p:spPr>
        </p:sp>
        <p:sp>
          <p:nvSpPr>
            <p:cNvPr id="196" name="F3-route-195-0196-custom">
              <a:extLst xmlns:a="http://schemas.openxmlformats.org/drawingml/2006/main">
                <a:ext uri="{FF2B5EF4-FFF2-40B4-BE49-F238E27FC236}">
                  <a16:creationId xmlns:a16="http://schemas.microsoft.com/office/drawing/2014/main" id="{F6F67BF3-94CA-4780-B40C-123A8B15602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73826" y="1181100"/>
              <a:ext cx="94298" cy="85725"/>
            </a:xfrm>
            <a:custGeom xmlns:a="http://schemas.openxmlformats.org/drawingml/2006/main">
              <a:pathLst>
                <a:path w="94298" h="85725">
                  <a:moveTo>
                    <a:pt x="47149" y="0"/>
                  </a:moveTo>
                  <a:lnTo>
                    <a:pt x="94298" y="85725"/>
                  </a:lnTo>
                  <a:lnTo>
                    <a:pt x="0" y="85725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sp>
        <p:nvSpPr>
          <p:cNvPr id="543" name="F3-math-1660-53"/>
          <p:cNvSpPr txBox="1"/>
          <p:nvPr/>
        </p:nvSpPr>
        <p:spPr>
          <ns0:xfrm xmlns:ns0="http://schemas.openxmlformats.org/drawingml/2006/main">
            <ns0:off x="15878175" y="504825"/>
            <ns0:ext cx="733425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grpSp>
        <p:nvGrpSpPr>
          <p:cNvPr id="544" name="F3-route-199"/>
          <p:cNvGrpSpPr/>
          <p:nvPr/>
        </p:nvGrpSpPr>
        <p:grpSpPr>
          <ns1:xfrm xmlns:ns1="http://schemas.openxmlformats.org/drawingml/2006/main">
            <ns1:off x="15640050" y="981075"/>
            <ns1:ext cx="544334" cy="438150"/>
            <ns1:chOff x="15640050" y="981075"/>
            <ns1:chExt cx="544334" cy="438150"/>
          </ns1:xfrm>
        </p:grpSpPr>
        <p:sp>
          <p:nvSpPr>
            <p:cNvPr id="199" name="F3-route-199-0199-arrow-route">
              <a:extLst xmlns:a="http://schemas.openxmlformats.org/drawingml/2006/main">
                <a:ext uri="{FF2B5EF4-FFF2-40B4-BE49-F238E27FC236}">
                  <a16:creationId xmlns:a16="http://schemas.microsoft.com/office/drawing/2014/main" id="{D003C3E2-2F7C-4FE8-B9E1-13521E054E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640050" y="981075"/>
              <a:ext cx="495300" cy="438150"/>
            </a:xfrm>
            <a:custGeom xmlns:a="http://schemas.openxmlformats.org/drawingml/2006/main">
              <a:pathLst>
                <a:path w="495300" h="438150">
                  <a:moveTo>
                    <a:pt x="0" y="0"/>
                  </a:moveTo>
                  <a:lnTo>
                    <a:pt x="495300" y="0"/>
                  </a:lnTo>
                  <a:lnTo>
                    <a:pt x="495300" y="4381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7482A5"/>
              </a:solidFill>
              <a:prstDash val="solid"/>
            </a:ln>
          </p:spPr>
        </p:sp>
        <p:sp>
          <p:nvSpPr>
            <p:cNvPr id="200" name="F3-route-199-0200-custom">
              <a:extLst xmlns:a="http://schemas.openxmlformats.org/drawingml/2006/main">
                <a:ext uri="{FF2B5EF4-FFF2-40B4-BE49-F238E27FC236}">
                  <a16:creationId xmlns:a16="http://schemas.microsoft.com/office/drawing/2014/main" id="{FCC7B944-2A12-4FF8-B7DF-153525DA7B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086315" y="1330071"/>
              <a:ext cx="98069" cy="89154"/>
            </a:xfrm>
            <a:custGeom xmlns:a="http://schemas.openxmlformats.org/drawingml/2006/main">
              <a:pathLst>
                <a:path w="98069" h="89154">
                  <a:moveTo>
                    <a:pt x="49035" y="89154"/>
                  </a:moveTo>
                  <a:lnTo>
                    <a:pt x="0" y="0"/>
                  </a:lnTo>
                  <a:lnTo>
                    <a:pt x="98069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545" name="F3-math-1509-151"/>
          <p:cNvSpPr txBox="1"/>
          <p:nvPr/>
        </p:nvSpPr>
        <p:spPr>
          <ns0:xfrm xmlns:ns0="http://schemas.openxmlformats.org/drawingml/2006/main">
            <ns0:off x="14582775" y="1400175"/>
            <ns0:ext cx="1809750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∈ R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16×14</ns0:t>
            </ns0:r>
          </ns0:p>
        </p:txBody>
      </p:sp>
      <p:sp>
        <p:nvSpPr>
          <p:cNvPr id="208" name="F3-0208-roundRect">
            <a:extLst xmlns:a="http://schemas.openxmlformats.org/drawingml/2006/main">
              <a:ext uri="{FF2B5EF4-FFF2-40B4-BE49-F238E27FC236}">
                <a16:creationId xmlns:a16="http://schemas.microsoft.com/office/drawing/2014/main" id="{E8444381-9968-4F9D-9221-D5B6B38E4C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92300" y="1733550"/>
            <a:ext cx="1819275" cy="62865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0478">
            <a:solidFill>
              <a:srgbClr val="A3ADC4"/>
            </a:solidFill>
            <a:prstDash val="solid"/>
          </a:ln>
        </p:spPr>
      </p:sp>
      <p:sp>
        <p:nvSpPr>
          <p:cNvPr id="209" name="F3-0209-line">
            <a:extLst xmlns:a="http://schemas.openxmlformats.org/drawingml/2006/main">
              <a:ext uri="{FF2B5EF4-FFF2-40B4-BE49-F238E27FC236}">
                <a16:creationId xmlns:a16="http://schemas.microsoft.com/office/drawing/2014/main" id="{79CE925D-2712-44F9-93F0-36024B81F74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92300" y="1890713"/>
            <a:ext cx="1819275" cy="9525"/>
          </a:xfrm>
          <a:custGeom xmlns:a="http://schemas.openxmlformats.org/drawingml/2006/main">
            <a:pathLst>
              <a:path w="1819275" h="9525">
                <a:moveTo>
                  <a:pt x="0" y="0"/>
                </a:moveTo>
                <a:lnTo>
                  <a:pt x="1819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210" name="F3-0210-line">
            <a:extLst xmlns:a="http://schemas.openxmlformats.org/drawingml/2006/main">
              <a:ext uri="{FF2B5EF4-FFF2-40B4-BE49-F238E27FC236}">
                <a16:creationId xmlns:a16="http://schemas.microsoft.com/office/drawing/2014/main" id="{288606AA-87ED-4238-BAE6-4C46DCCB00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92300" y="2047875"/>
            <a:ext cx="1819275" cy="9525"/>
          </a:xfrm>
          <a:custGeom xmlns:a="http://schemas.openxmlformats.org/drawingml/2006/main">
            <a:pathLst>
              <a:path w="1819275" h="9525">
                <a:moveTo>
                  <a:pt x="0" y="0"/>
                </a:moveTo>
                <a:lnTo>
                  <a:pt x="1819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211" name="F3-0211-line">
            <a:extLst xmlns:a="http://schemas.openxmlformats.org/drawingml/2006/main">
              <a:ext uri="{FF2B5EF4-FFF2-40B4-BE49-F238E27FC236}">
                <a16:creationId xmlns:a16="http://schemas.microsoft.com/office/drawing/2014/main" id="{FB0CC1C8-2F25-44CC-AD82-8C001C98B37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592300" y="2205038"/>
            <a:ext cx="1819275" cy="9525"/>
          </a:xfrm>
          <a:custGeom xmlns:a="http://schemas.openxmlformats.org/drawingml/2006/main">
            <a:pathLst>
              <a:path w="1819275" h="9525">
                <a:moveTo>
                  <a:pt x="0" y="0"/>
                </a:moveTo>
                <a:lnTo>
                  <a:pt x="1819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212" name="F3-0212-line">
            <a:extLst xmlns:a="http://schemas.openxmlformats.org/drawingml/2006/main">
              <a:ext uri="{FF2B5EF4-FFF2-40B4-BE49-F238E27FC236}">
                <a16:creationId xmlns:a16="http://schemas.microsoft.com/office/drawing/2014/main" id="{A2853AB8-472A-476D-A576-F1346D90882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895513" y="1733550"/>
            <a:ext cx="9525" cy="628650"/>
          </a:xfrm>
          <a:custGeom xmlns:a="http://schemas.openxmlformats.org/drawingml/2006/main">
            <a:pathLst>
              <a:path w="952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213" name="F3-0213-line">
            <a:extLst xmlns:a="http://schemas.openxmlformats.org/drawingml/2006/main">
              <a:ext uri="{FF2B5EF4-FFF2-40B4-BE49-F238E27FC236}">
                <a16:creationId xmlns:a16="http://schemas.microsoft.com/office/drawing/2014/main" id="{89025757-E277-4F8A-997D-98511FB8E4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98725" y="1733550"/>
            <a:ext cx="9525" cy="628650"/>
          </a:xfrm>
          <a:custGeom xmlns:a="http://schemas.openxmlformats.org/drawingml/2006/main">
            <a:pathLst>
              <a:path w="952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214" name="F3-0214-line">
            <a:extLst xmlns:a="http://schemas.openxmlformats.org/drawingml/2006/main">
              <a:ext uri="{FF2B5EF4-FFF2-40B4-BE49-F238E27FC236}">
                <a16:creationId xmlns:a16="http://schemas.microsoft.com/office/drawing/2014/main" id="{1A374697-F01D-4286-A9A5-395D6EBBB55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501938" y="1733550"/>
            <a:ext cx="9525" cy="628650"/>
          </a:xfrm>
          <a:custGeom xmlns:a="http://schemas.openxmlformats.org/drawingml/2006/main">
            <a:pathLst>
              <a:path w="952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215" name="F3-0215-line">
            <a:extLst xmlns:a="http://schemas.openxmlformats.org/drawingml/2006/main">
              <a:ext uri="{FF2B5EF4-FFF2-40B4-BE49-F238E27FC236}">
                <a16:creationId xmlns:a16="http://schemas.microsoft.com/office/drawing/2014/main" id="{9C7FB209-34ED-4EF3-9CDC-AE8FF30817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805150" y="1733550"/>
            <a:ext cx="9525" cy="628650"/>
          </a:xfrm>
          <a:custGeom xmlns:a="http://schemas.openxmlformats.org/drawingml/2006/main">
            <a:pathLst>
              <a:path w="952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216" name="F3-0216-line">
            <a:extLst xmlns:a="http://schemas.openxmlformats.org/drawingml/2006/main">
              <a:ext uri="{FF2B5EF4-FFF2-40B4-BE49-F238E27FC236}">
                <a16:creationId xmlns:a16="http://schemas.microsoft.com/office/drawing/2014/main" id="{9B88EC50-D7DA-47E1-94BB-014C00023D5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108363" y="1733550"/>
            <a:ext cx="9525" cy="628650"/>
          </a:xfrm>
          <a:custGeom xmlns:a="http://schemas.openxmlformats.org/drawingml/2006/main">
            <a:pathLst>
              <a:path w="952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217" name="F3-0217-text">
            <a:extLst xmlns:a="http://schemas.openxmlformats.org/drawingml/2006/main">
              <a:ext uri="{FF2B5EF4-FFF2-40B4-BE49-F238E27FC236}">
                <a16:creationId xmlns:a16="http://schemas.microsoft.com/office/drawing/2014/main" id="{D92ED802-B116-4FD6-9897-E74812701D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4316075" y="1699022"/>
            <a:ext cx="2286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18" name="F3-0218-text">
            <a:extLst xmlns:a="http://schemas.openxmlformats.org/drawingml/2006/main">
              <a:ext uri="{FF2B5EF4-FFF2-40B4-BE49-F238E27FC236}">
                <a16:creationId xmlns:a16="http://schemas.microsoft.com/office/drawing/2014/main" id="{F588FDF9-F678-43B5-B4C2-660F3EACA70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4316075" y="1908572"/>
            <a:ext cx="2286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19" name="F3-0219-symbol-22ee">
            <a:extLst xmlns:a="http://schemas.openxmlformats.org/drawingml/2006/main">
              <a:ext uri="{FF2B5EF4-FFF2-40B4-BE49-F238E27FC236}">
                <a16:creationId xmlns:a16="http://schemas.microsoft.com/office/drawing/2014/main" id="{B0AC0DD9-D304-43ED-BAEF-7F567ABEC47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21864" y="2154170"/>
            <a:ext cx="17022" cy="92227"/>
          </a:xfrm>
          <a:custGeom xmlns:a="http://schemas.openxmlformats.org/drawingml/2006/main">
            <a:pathLst>
              <a:path w="17022" h="92227">
                <a:moveTo>
                  <a:pt x="8511" y="17999"/>
                </a:moveTo>
                <a:lnTo>
                  <a:pt x="7915" y="17981"/>
                </a:lnTo>
                <a:lnTo>
                  <a:pt x="7335" y="17928"/>
                </a:lnTo>
                <a:lnTo>
                  <a:pt x="6771" y="17840"/>
                </a:lnTo>
                <a:lnTo>
                  <a:pt x="6224" y="17716"/>
                </a:lnTo>
                <a:lnTo>
                  <a:pt x="5694" y="17557"/>
                </a:lnTo>
                <a:lnTo>
                  <a:pt x="5180" y="17362"/>
                </a:lnTo>
                <a:lnTo>
                  <a:pt x="4682" y="17132"/>
                </a:lnTo>
                <a:lnTo>
                  <a:pt x="4201" y="16867"/>
                </a:lnTo>
                <a:lnTo>
                  <a:pt x="3737" y="16567"/>
                </a:lnTo>
                <a:lnTo>
                  <a:pt x="3289" y="16231"/>
                </a:lnTo>
                <a:lnTo>
                  <a:pt x="2857" y="15859"/>
                </a:lnTo>
                <a:lnTo>
                  <a:pt x="2442" y="15453"/>
                </a:lnTo>
                <a:lnTo>
                  <a:pt x="2052" y="15019"/>
                </a:lnTo>
                <a:lnTo>
                  <a:pt x="1696" y="14566"/>
                </a:lnTo>
                <a:lnTo>
                  <a:pt x="1373" y="14094"/>
                </a:lnTo>
                <a:lnTo>
                  <a:pt x="1085" y="13604"/>
                </a:lnTo>
                <a:lnTo>
                  <a:pt x="831" y="13094"/>
                </a:lnTo>
                <a:lnTo>
                  <a:pt x="610" y="12566"/>
                </a:lnTo>
                <a:lnTo>
                  <a:pt x="424" y="12019"/>
                </a:lnTo>
                <a:lnTo>
                  <a:pt x="271" y="11453"/>
                </a:lnTo>
                <a:lnTo>
                  <a:pt x="153" y="10868"/>
                </a:lnTo>
                <a:lnTo>
                  <a:pt x="68" y="10264"/>
                </a:lnTo>
                <a:lnTo>
                  <a:pt x="17" y="9641"/>
                </a:lnTo>
                <a:lnTo>
                  <a:pt x="0" y="8999"/>
                </a:lnTo>
                <a:lnTo>
                  <a:pt x="17" y="8358"/>
                </a:lnTo>
                <a:lnTo>
                  <a:pt x="68" y="7735"/>
                </a:lnTo>
                <a:lnTo>
                  <a:pt x="153" y="7131"/>
                </a:lnTo>
                <a:lnTo>
                  <a:pt x="271" y="6546"/>
                </a:lnTo>
                <a:lnTo>
                  <a:pt x="424" y="5980"/>
                </a:lnTo>
                <a:lnTo>
                  <a:pt x="610" y="5433"/>
                </a:lnTo>
                <a:lnTo>
                  <a:pt x="831" y="4904"/>
                </a:lnTo>
                <a:lnTo>
                  <a:pt x="1085" y="4395"/>
                </a:lnTo>
                <a:lnTo>
                  <a:pt x="1373" y="3905"/>
                </a:lnTo>
                <a:lnTo>
                  <a:pt x="1696" y="3433"/>
                </a:lnTo>
                <a:lnTo>
                  <a:pt x="2052" y="2980"/>
                </a:lnTo>
                <a:lnTo>
                  <a:pt x="2442" y="2546"/>
                </a:lnTo>
                <a:lnTo>
                  <a:pt x="2857" y="2140"/>
                </a:lnTo>
                <a:lnTo>
                  <a:pt x="3289" y="1768"/>
                </a:lnTo>
                <a:lnTo>
                  <a:pt x="3737" y="1432"/>
                </a:lnTo>
                <a:lnTo>
                  <a:pt x="4201" y="1132"/>
                </a:lnTo>
                <a:lnTo>
                  <a:pt x="4682" y="866"/>
                </a:lnTo>
                <a:lnTo>
                  <a:pt x="5180" y="637"/>
                </a:lnTo>
                <a:lnTo>
                  <a:pt x="5694" y="442"/>
                </a:lnTo>
                <a:lnTo>
                  <a:pt x="6224" y="283"/>
                </a:lnTo>
                <a:lnTo>
                  <a:pt x="6771" y="159"/>
                </a:lnTo>
                <a:lnTo>
                  <a:pt x="7335" y="71"/>
                </a:lnTo>
                <a:lnTo>
                  <a:pt x="7915" y="18"/>
                </a:lnTo>
                <a:lnTo>
                  <a:pt x="8511" y="0"/>
                </a:lnTo>
                <a:lnTo>
                  <a:pt x="9107" y="18"/>
                </a:lnTo>
                <a:lnTo>
                  <a:pt x="9687" y="71"/>
                </a:lnTo>
                <a:lnTo>
                  <a:pt x="10251" y="159"/>
                </a:lnTo>
                <a:lnTo>
                  <a:pt x="10798" y="283"/>
                </a:lnTo>
                <a:lnTo>
                  <a:pt x="11328" y="442"/>
                </a:lnTo>
                <a:lnTo>
                  <a:pt x="11842" y="637"/>
                </a:lnTo>
                <a:lnTo>
                  <a:pt x="12340" y="866"/>
                </a:lnTo>
                <a:lnTo>
                  <a:pt x="12821" y="1132"/>
                </a:lnTo>
                <a:lnTo>
                  <a:pt x="13286" y="1432"/>
                </a:lnTo>
                <a:lnTo>
                  <a:pt x="13734" y="1768"/>
                </a:lnTo>
                <a:lnTo>
                  <a:pt x="14165" y="2140"/>
                </a:lnTo>
                <a:lnTo>
                  <a:pt x="14581" y="2546"/>
                </a:lnTo>
                <a:lnTo>
                  <a:pt x="14971" y="2980"/>
                </a:lnTo>
                <a:lnTo>
                  <a:pt x="15327" y="3433"/>
                </a:lnTo>
                <a:lnTo>
                  <a:pt x="15649" y="3905"/>
                </a:lnTo>
                <a:lnTo>
                  <a:pt x="15937" y="4395"/>
                </a:lnTo>
                <a:lnTo>
                  <a:pt x="16191" y="4904"/>
                </a:lnTo>
                <a:lnTo>
                  <a:pt x="16412" y="5433"/>
                </a:lnTo>
                <a:lnTo>
                  <a:pt x="16598" y="5980"/>
                </a:lnTo>
                <a:lnTo>
                  <a:pt x="16751" y="6546"/>
                </a:lnTo>
                <a:lnTo>
                  <a:pt x="16870" y="7131"/>
                </a:lnTo>
                <a:lnTo>
                  <a:pt x="16954" y="7735"/>
                </a:lnTo>
                <a:lnTo>
                  <a:pt x="17005" y="8358"/>
                </a:lnTo>
                <a:lnTo>
                  <a:pt x="17022" y="8999"/>
                </a:lnTo>
                <a:lnTo>
                  <a:pt x="17005" y="9641"/>
                </a:lnTo>
                <a:lnTo>
                  <a:pt x="16954" y="10264"/>
                </a:lnTo>
                <a:lnTo>
                  <a:pt x="16870" y="10868"/>
                </a:lnTo>
                <a:lnTo>
                  <a:pt x="16751" y="11453"/>
                </a:lnTo>
                <a:lnTo>
                  <a:pt x="16598" y="12019"/>
                </a:lnTo>
                <a:lnTo>
                  <a:pt x="16412" y="12566"/>
                </a:lnTo>
                <a:lnTo>
                  <a:pt x="16191" y="13094"/>
                </a:lnTo>
                <a:lnTo>
                  <a:pt x="15937" y="13604"/>
                </a:lnTo>
                <a:lnTo>
                  <a:pt x="15649" y="14094"/>
                </a:lnTo>
                <a:lnTo>
                  <a:pt x="15327" y="14566"/>
                </a:lnTo>
                <a:lnTo>
                  <a:pt x="14971" y="15019"/>
                </a:lnTo>
                <a:lnTo>
                  <a:pt x="14581" y="15453"/>
                </a:lnTo>
                <a:lnTo>
                  <a:pt x="14165" y="15859"/>
                </a:lnTo>
                <a:lnTo>
                  <a:pt x="13734" y="16231"/>
                </a:lnTo>
                <a:lnTo>
                  <a:pt x="13286" y="16567"/>
                </a:lnTo>
                <a:lnTo>
                  <a:pt x="12821" y="16867"/>
                </a:lnTo>
                <a:lnTo>
                  <a:pt x="12340" y="17132"/>
                </a:lnTo>
                <a:lnTo>
                  <a:pt x="11842" y="17362"/>
                </a:lnTo>
                <a:lnTo>
                  <a:pt x="11328" y="17557"/>
                </a:lnTo>
                <a:lnTo>
                  <a:pt x="10798" y="17716"/>
                </a:lnTo>
                <a:lnTo>
                  <a:pt x="10251" y="17840"/>
                </a:lnTo>
                <a:lnTo>
                  <a:pt x="9687" y="17928"/>
                </a:lnTo>
                <a:lnTo>
                  <a:pt x="9107" y="17981"/>
                </a:lnTo>
                <a:lnTo>
                  <a:pt x="8511" y="17999"/>
                </a:lnTo>
                <a:close/>
                <a:moveTo>
                  <a:pt x="8511" y="55113"/>
                </a:moveTo>
                <a:lnTo>
                  <a:pt x="7915" y="55095"/>
                </a:lnTo>
                <a:lnTo>
                  <a:pt x="7335" y="55042"/>
                </a:lnTo>
                <a:lnTo>
                  <a:pt x="6771" y="54954"/>
                </a:lnTo>
                <a:lnTo>
                  <a:pt x="6224" y="54830"/>
                </a:lnTo>
                <a:lnTo>
                  <a:pt x="5694" y="54671"/>
                </a:lnTo>
                <a:lnTo>
                  <a:pt x="5180" y="54476"/>
                </a:lnTo>
                <a:lnTo>
                  <a:pt x="4682" y="54246"/>
                </a:lnTo>
                <a:lnTo>
                  <a:pt x="4201" y="53981"/>
                </a:lnTo>
                <a:lnTo>
                  <a:pt x="3737" y="53681"/>
                </a:lnTo>
                <a:lnTo>
                  <a:pt x="3289" y="53345"/>
                </a:lnTo>
                <a:lnTo>
                  <a:pt x="2857" y="52973"/>
                </a:lnTo>
                <a:lnTo>
                  <a:pt x="2442" y="52567"/>
                </a:lnTo>
                <a:lnTo>
                  <a:pt x="2052" y="52133"/>
                </a:lnTo>
                <a:lnTo>
                  <a:pt x="1696" y="51680"/>
                </a:lnTo>
                <a:lnTo>
                  <a:pt x="1373" y="51208"/>
                </a:lnTo>
                <a:lnTo>
                  <a:pt x="1085" y="50718"/>
                </a:lnTo>
                <a:lnTo>
                  <a:pt x="831" y="50208"/>
                </a:lnTo>
                <a:lnTo>
                  <a:pt x="610" y="49680"/>
                </a:lnTo>
                <a:lnTo>
                  <a:pt x="424" y="49133"/>
                </a:lnTo>
                <a:lnTo>
                  <a:pt x="271" y="48567"/>
                </a:lnTo>
                <a:lnTo>
                  <a:pt x="153" y="47982"/>
                </a:lnTo>
                <a:lnTo>
                  <a:pt x="68" y="47378"/>
                </a:lnTo>
                <a:lnTo>
                  <a:pt x="17" y="46755"/>
                </a:lnTo>
                <a:lnTo>
                  <a:pt x="0" y="46113"/>
                </a:lnTo>
                <a:lnTo>
                  <a:pt x="17" y="45472"/>
                </a:lnTo>
                <a:lnTo>
                  <a:pt x="68" y="44849"/>
                </a:lnTo>
                <a:lnTo>
                  <a:pt x="153" y="44245"/>
                </a:lnTo>
                <a:lnTo>
                  <a:pt x="271" y="43660"/>
                </a:lnTo>
                <a:lnTo>
                  <a:pt x="424" y="43094"/>
                </a:lnTo>
                <a:lnTo>
                  <a:pt x="610" y="42547"/>
                </a:lnTo>
                <a:lnTo>
                  <a:pt x="831" y="42019"/>
                </a:lnTo>
                <a:lnTo>
                  <a:pt x="1085" y="41509"/>
                </a:lnTo>
                <a:lnTo>
                  <a:pt x="1373" y="41019"/>
                </a:lnTo>
                <a:lnTo>
                  <a:pt x="1696" y="40547"/>
                </a:lnTo>
                <a:lnTo>
                  <a:pt x="2052" y="40094"/>
                </a:lnTo>
                <a:lnTo>
                  <a:pt x="2442" y="39660"/>
                </a:lnTo>
                <a:lnTo>
                  <a:pt x="2857" y="39254"/>
                </a:lnTo>
                <a:lnTo>
                  <a:pt x="3289" y="38882"/>
                </a:lnTo>
                <a:lnTo>
                  <a:pt x="3737" y="38546"/>
                </a:lnTo>
                <a:lnTo>
                  <a:pt x="4201" y="38246"/>
                </a:lnTo>
                <a:lnTo>
                  <a:pt x="4682" y="37980"/>
                </a:lnTo>
                <a:lnTo>
                  <a:pt x="5180" y="37751"/>
                </a:lnTo>
                <a:lnTo>
                  <a:pt x="5694" y="37556"/>
                </a:lnTo>
                <a:lnTo>
                  <a:pt x="6224" y="37397"/>
                </a:lnTo>
                <a:lnTo>
                  <a:pt x="6771" y="37273"/>
                </a:lnTo>
                <a:lnTo>
                  <a:pt x="7335" y="37185"/>
                </a:lnTo>
                <a:lnTo>
                  <a:pt x="7915" y="37132"/>
                </a:lnTo>
                <a:lnTo>
                  <a:pt x="8511" y="37114"/>
                </a:lnTo>
                <a:lnTo>
                  <a:pt x="9107" y="37132"/>
                </a:lnTo>
                <a:lnTo>
                  <a:pt x="9687" y="37185"/>
                </a:lnTo>
                <a:lnTo>
                  <a:pt x="10251" y="37273"/>
                </a:lnTo>
                <a:lnTo>
                  <a:pt x="10798" y="37397"/>
                </a:lnTo>
                <a:lnTo>
                  <a:pt x="11328" y="37556"/>
                </a:lnTo>
                <a:lnTo>
                  <a:pt x="11842" y="37751"/>
                </a:lnTo>
                <a:lnTo>
                  <a:pt x="12340" y="37980"/>
                </a:lnTo>
                <a:lnTo>
                  <a:pt x="12821" y="38246"/>
                </a:lnTo>
                <a:lnTo>
                  <a:pt x="13286" y="38546"/>
                </a:lnTo>
                <a:lnTo>
                  <a:pt x="13734" y="38882"/>
                </a:lnTo>
                <a:lnTo>
                  <a:pt x="14165" y="39254"/>
                </a:lnTo>
                <a:lnTo>
                  <a:pt x="14581" y="39660"/>
                </a:lnTo>
                <a:lnTo>
                  <a:pt x="14971" y="40094"/>
                </a:lnTo>
                <a:lnTo>
                  <a:pt x="15327" y="40547"/>
                </a:lnTo>
                <a:lnTo>
                  <a:pt x="15649" y="41019"/>
                </a:lnTo>
                <a:lnTo>
                  <a:pt x="15937" y="41509"/>
                </a:lnTo>
                <a:lnTo>
                  <a:pt x="16191" y="42019"/>
                </a:lnTo>
                <a:lnTo>
                  <a:pt x="16412" y="42547"/>
                </a:lnTo>
                <a:lnTo>
                  <a:pt x="16598" y="43094"/>
                </a:lnTo>
                <a:lnTo>
                  <a:pt x="16751" y="43660"/>
                </a:lnTo>
                <a:lnTo>
                  <a:pt x="16870" y="44245"/>
                </a:lnTo>
                <a:lnTo>
                  <a:pt x="16954" y="44849"/>
                </a:lnTo>
                <a:lnTo>
                  <a:pt x="17005" y="45472"/>
                </a:lnTo>
                <a:lnTo>
                  <a:pt x="17022" y="46113"/>
                </a:lnTo>
                <a:lnTo>
                  <a:pt x="17005" y="46755"/>
                </a:lnTo>
                <a:lnTo>
                  <a:pt x="16954" y="47378"/>
                </a:lnTo>
                <a:lnTo>
                  <a:pt x="16870" y="47982"/>
                </a:lnTo>
                <a:lnTo>
                  <a:pt x="16751" y="48567"/>
                </a:lnTo>
                <a:lnTo>
                  <a:pt x="16598" y="49133"/>
                </a:lnTo>
                <a:lnTo>
                  <a:pt x="16412" y="49680"/>
                </a:lnTo>
                <a:lnTo>
                  <a:pt x="16191" y="50208"/>
                </a:lnTo>
                <a:lnTo>
                  <a:pt x="15937" y="50718"/>
                </a:lnTo>
                <a:lnTo>
                  <a:pt x="15649" y="51208"/>
                </a:lnTo>
                <a:lnTo>
                  <a:pt x="15327" y="51680"/>
                </a:lnTo>
                <a:lnTo>
                  <a:pt x="14971" y="52133"/>
                </a:lnTo>
                <a:lnTo>
                  <a:pt x="14581" y="52567"/>
                </a:lnTo>
                <a:lnTo>
                  <a:pt x="14165" y="52973"/>
                </a:lnTo>
                <a:lnTo>
                  <a:pt x="13734" y="53345"/>
                </a:lnTo>
                <a:lnTo>
                  <a:pt x="13286" y="53681"/>
                </a:lnTo>
                <a:lnTo>
                  <a:pt x="12821" y="53981"/>
                </a:lnTo>
                <a:lnTo>
                  <a:pt x="12340" y="54246"/>
                </a:lnTo>
                <a:lnTo>
                  <a:pt x="11842" y="54476"/>
                </a:lnTo>
                <a:lnTo>
                  <a:pt x="11328" y="54671"/>
                </a:lnTo>
                <a:lnTo>
                  <a:pt x="10798" y="54830"/>
                </a:lnTo>
                <a:lnTo>
                  <a:pt x="10251" y="54954"/>
                </a:lnTo>
                <a:lnTo>
                  <a:pt x="9687" y="55042"/>
                </a:lnTo>
                <a:lnTo>
                  <a:pt x="9107" y="55095"/>
                </a:lnTo>
                <a:lnTo>
                  <a:pt x="8511" y="55113"/>
                </a:lnTo>
                <a:close/>
                <a:moveTo>
                  <a:pt x="8511" y="92227"/>
                </a:moveTo>
                <a:lnTo>
                  <a:pt x="7915" y="92209"/>
                </a:lnTo>
                <a:lnTo>
                  <a:pt x="7335" y="92156"/>
                </a:lnTo>
                <a:lnTo>
                  <a:pt x="6771" y="92068"/>
                </a:lnTo>
                <a:lnTo>
                  <a:pt x="6224" y="91944"/>
                </a:lnTo>
                <a:lnTo>
                  <a:pt x="5694" y="91785"/>
                </a:lnTo>
                <a:lnTo>
                  <a:pt x="5180" y="91590"/>
                </a:lnTo>
                <a:lnTo>
                  <a:pt x="4682" y="91360"/>
                </a:lnTo>
                <a:lnTo>
                  <a:pt x="4201" y="91095"/>
                </a:lnTo>
                <a:lnTo>
                  <a:pt x="3737" y="90795"/>
                </a:lnTo>
                <a:lnTo>
                  <a:pt x="3289" y="90459"/>
                </a:lnTo>
                <a:lnTo>
                  <a:pt x="2857" y="90087"/>
                </a:lnTo>
                <a:lnTo>
                  <a:pt x="2442" y="89681"/>
                </a:lnTo>
                <a:lnTo>
                  <a:pt x="2052" y="89247"/>
                </a:lnTo>
                <a:lnTo>
                  <a:pt x="1696" y="88794"/>
                </a:lnTo>
                <a:lnTo>
                  <a:pt x="1373" y="88322"/>
                </a:lnTo>
                <a:lnTo>
                  <a:pt x="1085" y="87832"/>
                </a:lnTo>
                <a:lnTo>
                  <a:pt x="831" y="87322"/>
                </a:lnTo>
                <a:lnTo>
                  <a:pt x="610" y="86794"/>
                </a:lnTo>
                <a:lnTo>
                  <a:pt x="424" y="86247"/>
                </a:lnTo>
                <a:lnTo>
                  <a:pt x="271" y="85681"/>
                </a:lnTo>
                <a:lnTo>
                  <a:pt x="153" y="85096"/>
                </a:lnTo>
                <a:lnTo>
                  <a:pt x="68" y="84492"/>
                </a:lnTo>
                <a:lnTo>
                  <a:pt x="17" y="83869"/>
                </a:lnTo>
                <a:lnTo>
                  <a:pt x="0" y="83227"/>
                </a:lnTo>
                <a:lnTo>
                  <a:pt x="17" y="82586"/>
                </a:lnTo>
                <a:lnTo>
                  <a:pt x="68" y="81963"/>
                </a:lnTo>
                <a:lnTo>
                  <a:pt x="153" y="81359"/>
                </a:lnTo>
                <a:lnTo>
                  <a:pt x="271" y="80774"/>
                </a:lnTo>
                <a:lnTo>
                  <a:pt x="424" y="80208"/>
                </a:lnTo>
                <a:lnTo>
                  <a:pt x="610" y="79661"/>
                </a:lnTo>
                <a:lnTo>
                  <a:pt x="831" y="79133"/>
                </a:lnTo>
                <a:lnTo>
                  <a:pt x="1085" y="78623"/>
                </a:lnTo>
                <a:lnTo>
                  <a:pt x="1373" y="78133"/>
                </a:lnTo>
                <a:lnTo>
                  <a:pt x="1696" y="77661"/>
                </a:lnTo>
                <a:lnTo>
                  <a:pt x="2052" y="77208"/>
                </a:lnTo>
                <a:lnTo>
                  <a:pt x="2442" y="76774"/>
                </a:lnTo>
                <a:lnTo>
                  <a:pt x="2857" y="76368"/>
                </a:lnTo>
                <a:lnTo>
                  <a:pt x="3289" y="75996"/>
                </a:lnTo>
                <a:lnTo>
                  <a:pt x="3737" y="75660"/>
                </a:lnTo>
                <a:lnTo>
                  <a:pt x="4201" y="75360"/>
                </a:lnTo>
                <a:lnTo>
                  <a:pt x="4682" y="75094"/>
                </a:lnTo>
                <a:lnTo>
                  <a:pt x="5180" y="74865"/>
                </a:lnTo>
                <a:lnTo>
                  <a:pt x="5694" y="74670"/>
                </a:lnTo>
                <a:lnTo>
                  <a:pt x="6224" y="74511"/>
                </a:lnTo>
                <a:lnTo>
                  <a:pt x="6771" y="74387"/>
                </a:lnTo>
                <a:lnTo>
                  <a:pt x="7335" y="74299"/>
                </a:lnTo>
                <a:lnTo>
                  <a:pt x="7915" y="74246"/>
                </a:lnTo>
                <a:lnTo>
                  <a:pt x="8511" y="74228"/>
                </a:lnTo>
                <a:lnTo>
                  <a:pt x="9107" y="74246"/>
                </a:lnTo>
                <a:lnTo>
                  <a:pt x="9687" y="74299"/>
                </a:lnTo>
                <a:lnTo>
                  <a:pt x="10251" y="74387"/>
                </a:lnTo>
                <a:lnTo>
                  <a:pt x="10798" y="74511"/>
                </a:lnTo>
                <a:lnTo>
                  <a:pt x="11328" y="74670"/>
                </a:lnTo>
                <a:lnTo>
                  <a:pt x="11842" y="74865"/>
                </a:lnTo>
                <a:lnTo>
                  <a:pt x="12340" y="75094"/>
                </a:lnTo>
                <a:lnTo>
                  <a:pt x="12821" y="75360"/>
                </a:lnTo>
                <a:lnTo>
                  <a:pt x="13286" y="75660"/>
                </a:lnTo>
                <a:lnTo>
                  <a:pt x="13734" y="75996"/>
                </a:lnTo>
                <a:lnTo>
                  <a:pt x="14165" y="76368"/>
                </a:lnTo>
                <a:lnTo>
                  <a:pt x="14581" y="76774"/>
                </a:lnTo>
                <a:lnTo>
                  <a:pt x="14971" y="77208"/>
                </a:lnTo>
                <a:lnTo>
                  <a:pt x="15327" y="77661"/>
                </a:lnTo>
                <a:lnTo>
                  <a:pt x="15649" y="78133"/>
                </a:lnTo>
                <a:lnTo>
                  <a:pt x="15937" y="78623"/>
                </a:lnTo>
                <a:lnTo>
                  <a:pt x="16191" y="79133"/>
                </a:lnTo>
                <a:lnTo>
                  <a:pt x="16412" y="79661"/>
                </a:lnTo>
                <a:lnTo>
                  <a:pt x="16598" y="80208"/>
                </a:lnTo>
                <a:lnTo>
                  <a:pt x="16751" y="80774"/>
                </a:lnTo>
                <a:lnTo>
                  <a:pt x="16870" y="81359"/>
                </a:lnTo>
                <a:lnTo>
                  <a:pt x="16954" y="81963"/>
                </a:lnTo>
                <a:lnTo>
                  <a:pt x="17005" y="82586"/>
                </a:lnTo>
                <a:lnTo>
                  <a:pt x="17022" y="83227"/>
                </a:lnTo>
                <a:lnTo>
                  <a:pt x="17005" y="83869"/>
                </a:lnTo>
                <a:lnTo>
                  <a:pt x="16954" y="84492"/>
                </a:lnTo>
                <a:lnTo>
                  <a:pt x="16870" y="85096"/>
                </a:lnTo>
                <a:lnTo>
                  <a:pt x="16751" y="85681"/>
                </a:lnTo>
                <a:lnTo>
                  <a:pt x="16598" y="86247"/>
                </a:lnTo>
                <a:lnTo>
                  <a:pt x="16412" y="86794"/>
                </a:lnTo>
                <a:lnTo>
                  <a:pt x="16191" y="87322"/>
                </a:lnTo>
                <a:lnTo>
                  <a:pt x="15937" y="87832"/>
                </a:lnTo>
                <a:lnTo>
                  <a:pt x="15649" y="88322"/>
                </a:lnTo>
                <a:lnTo>
                  <a:pt x="15327" y="88794"/>
                </a:lnTo>
                <a:lnTo>
                  <a:pt x="14971" y="89247"/>
                </a:lnTo>
                <a:lnTo>
                  <a:pt x="14581" y="89681"/>
                </a:lnTo>
                <a:lnTo>
                  <a:pt x="14165" y="90087"/>
                </a:lnTo>
                <a:lnTo>
                  <a:pt x="13734" y="90459"/>
                </a:lnTo>
                <a:lnTo>
                  <a:pt x="13286" y="90795"/>
                </a:lnTo>
                <a:lnTo>
                  <a:pt x="12821" y="91095"/>
                </a:lnTo>
                <a:lnTo>
                  <a:pt x="12340" y="91360"/>
                </a:lnTo>
                <a:lnTo>
                  <a:pt x="11842" y="91590"/>
                </a:lnTo>
                <a:lnTo>
                  <a:pt x="11328" y="91785"/>
                </a:lnTo>
                <a:lnTo>
                  <a:pt x="10798" y="91944"/>
                </a:lnTo>
                <a:lnTo>
                  <a:pt x="10251" y="92068"/>
                </a:lnTo>
                <a:lnTo>
                  <a:pt x="9687" y="92156"/>
                </a:lnTo>
                <a:lnTo>
                  <a:pt x="9107" y="92209"/>
                </a:lnTo>
                <a:lnTo>
                  <a:pt x="8511" y="92227"/>
                </a:lnTo>
                <a:close/>
              </a:path>
            </a:pathLst>
          </a:custGeom>
          <a:solidFill xmlns:a="http://schemas.openxmlformats.org/drawingml/2006/main">
            <a:srgbClr val="252A32"/>
          </a:solidFill>
          <a:ln xmlns:a="http://schemas.openxmlformats.org/drawingml/2006/main" w="0">
            <a:noFill/>
          </a:ln>
        </p:spPr>
      </p:sp>
      <p:sp>
        <p:nvSpPr>
          <p:cNvPr id="220" name="F3-0220-text">
            <a:extLst xmlns:a="http://schemas.openxmlformats.org/drawingml/2006/main">
              <a:ext uri="{FF2B5EF4-FFF2-40B4-BE49-F238E27FC236}">
                <a16:creationId xmlns:a16="http://schemas.microsoft.com/office/drawing/2014/main" id="{EB140C5E-452D-4122-840E-3571941B0C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4303375" y="2251472"/>
            <a:ext cx="2540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221" name="F3-0221-text"/>
          <p:cNvSpPr txBox="1"/>
          <p:nvPr/>
        </p:nvSpPr>
        <p:spPr>
          <ns0:xfrm xmlns:ns0="http://schemas.openxmlformats.org/drawingml/2006/main">
            <ns0:off x="14592300" y="2384822"/>
            <ns0:ext cx="303213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</ns0:t>
            </ns0:r>
          </ns0:p>
        </p:txBody>
      </p:sp>
      <p:sp>
        <p:nvSpPr>
          <p:cNvPr id="222" name="F3-0222-text"/>
          <p:cNvSpPr txBox="1"/>
          <p:nvPr/>
        </p:nvSpPr>
        <p:spPr>
          <ns0:xfrm xmlns:ns0="http://schemas.openxmlformats.org/drawingml/2006/main">
            <ns0:off x="14895513" y="2384822"/>
            <ns0:ext cx="303213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2</ns0:t>
            </ns0:r>
          </ns0:p>
        </p:txBody>
      </p:sp>
      <p:sp>
        <p:nvSpPr>
          <p:cNvPr id="223" name="F3-0223-text"/>
          <p:cNvSpPr txBox="1"/>
          <p:nvPr/>
        </p:nvSpPr>
        <p:spPr>
          <ns0:xfrm xmlns:ns0="http://schemas.openxmlformats.org/drawingml/2006/main">
            <ns0:off x="15198725" y="2384822"/>
            <ns0:ext cx="303213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…</ns0:t>
            </ns0:r>
          </ns0:p>
        </p:txBody>
      </p:sp>
      <p:sp>
        <p:nvSpPr>
          <p:cNvPr id="224" name="F3-0224-text"/>
          <p:cNvSpPr txBox="1"/>
          <p:nvPr/>
        </p:nvSpPr>
        <p:spPr>
          <ns0:xfrm xmlns:ns0="http://schemas.openxmlformats.org/drawingml/2006/main">
            <ns0:off x="15501938" y="2384822"/>
            <ns0:ext cx="303213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12</ns0:t>
            </ns0:r>
          </ns0:p>
        </p:txBody>
      </p:sp>
      <p:sp>
        <p:nvSpPr>
          <p:cNvPr id="225" name="F3-0225-text"/>
          <p:cNvSpPr txBox="1"/>
          <p:nvPr/>
        </p:nvSpPr>
        <p:spPr>
          <ns0:xfrm xmlns:ns0="http://schemas.openxmlformats.org/drawingml/2006/main">
            <ns0:off x="15805150" y="2384822"/>
            <ns0:ext cx="303213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13</ns0:t>
            </ns0:r>
          </ns0:p>
        </p:txBody>
      </p:sp>
      <p:sp>
        <p:nvSpPr>
          <p:cNvPr id="226" name="F3-0226-text"/>
          <p:cNvSpPr txBox="1"/>
          <p:nvPr/>
        </p:nvSpPr>
        <p:spPr>
          <ns0:xfrm xmlns:ns0="http://schemas.openxmlformats.org/drawingml/2006/main">
            <ns0:off x="16108363" y="2384822"/>
            <ns0:ext cx="303213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14</ns0:t>
            </ns0:r>
          </ns0:p>
        </p:txBody>
      </p:sp>
      <p:grpSp>
        <p:nvGrpSpPr>
          <p:cNvPr id="546" name="F3-route-227"/>
          <p:cNvGrpSpPr/>
          <p:nvPr/>
        </p:nvGrpSpPr>
        <p:grpSpPr>
          <ns1:xfrm xmlns:ns1="http://schemas.openxmlformats.org/drawingml/2006/main">
            <ns1:off x="15335726" y="2552700"/>
            <ns1:ext cx="94298" cy="85725"/>
            <ns1:chOff x="15335726" y="2552700"/>
            <ns1:chExt cx="94298" cy="85725"/>
          </ns1:xfrm>
        </p:grpSpPr>
        <p:sp>
          <p:nvSpPr>
            <p:cNvPr id="227" name="F3-route-227-0227-arrow-route">
              <a:extLst xmlns:a="http://schemas.openxmlformats.org/drawingml/2006/main">
                <a:ext uri="{FF2B5EF4-FFF2-40B4-BE49-F238E27FC236}">
                  <a16:creationId xmlns:a16="http://schemas.microsoft.com/office/drawing/2014/main" id="{D1AA9F32-DA84-402C-BA5A-815ABE4DA9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82875" y="2571750"/>
              <a:ext cx="9525" cy="66675"/>
            </a:xfrm>
            <a:custGeom xmlns:a="http://schemas.openxmlformats.org/drawingml/2006/main">
              <a:pathLst>
                <a:path w="9525" h="66675">
                  <a:moveTo>
                    <a:pt x="0" y="0"/>
                  </a:moveTo>
                  <a:lnTo>
                    <a:pt x="0" y="666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1908">
              <a:solidFill>
                <a:srgbClr val="7482A5"/>
              </a:solidFill>
              <a:prstDash val="solid"/>
            </a:ln>
          </p:spPr>
        </p:sp>
        <p:sp>
          <p:nvSpPr>
            <p:cNvPr id="228" name="F3-route-227-0228-custom">
              <a:extLst xmlns:a="http://schemas.openxmlformats.org/drawingml/2006/main">
                <a:ext uri="{FF2B5EF4-FFF2-40B4-BE49-F238E27FC236}">
                  <a16:creationId xmlns:a16="http://schemas.microsoft.com/office/drawing/2014/main" id="{029F60DE-C5F3-464D-BFBB-B48DE6F51D1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35726" y="2552700"/>
              <a:ext cx="94298" cy="85725"/>
            </a:xfrm>
            <a:custGeom xmlns:a="http://schemas.openxmlformats.org/drawingml/2006/main">
              <a:pathLst>
                <a:path w="94298" h="85725">
                  <a:moveTo>
                    <a:pt x="47149" y="85725"/>
                  </a:moveTo>
                  <a:lnTo>
                    <a:pt x="0" y="0"/>
                  </a:lnTo>
                  <a:lnTo>
                    <a:pt x="94298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229" name="F3-0229-roundRect">
            <a:extLst xmlns:a="http://schemas.openxmlformats.org/drawingml/2006/main">
              <a:ext uri="{FF2B5EF4-FFF2-40B4-BE49-F238E27FC236}">
                <a16:creationId xmlns:a16="http://schemas.microsoft.com/office/drawing/2014/main" id="{8FE20B84-55C3-485C-8C1F-C7729F83636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335125" y="2638425"/>
            <a:ext cx="2076450" cy="504825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1430">
            <a:solidFill>
              <a:srgbClr val="BBC2CD"/>
            </a:solidFill>
            <a:prstDash val="solid"/>
          </a:ln>
        </p:spPr>
      </p:sp>
      <p:sp>
        <p:nvSpPr>
          <p:cNvPr id="230" name="F3-0230-text"/>
          <p:cNvSpPr txBox="1"/>
          <p:nvPr/>
        </p:nvSpPr>
        <p:spPr>
          <ns0:xfrm xmlns:ns0="http://schemas.openxmlformats.org/drawingml/2006/main">
            <ns0:off x="14392275" y="2656046"/>
            <ns0:ext cx="1952625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Raw error bank</ns0:t>
            </ns0:r>
          </ns0:p>
        </p:txBody>
      </p:sp>
      <p:sp>
        <p:nvSpPr>
          <p:cNvPr id="231" name="F3-0231-text"/>
          <p:cNvSpPr txBox="1"/>
          <p:nvPr/>
        </p:nvSpPr>
        <p:spPr>
          <ns0:xfrm xmlns:ns0="http://schemas.openxmlformats.org/drawingml/2006/main">
            <ns0:off x="14392275" y="2886075"/>
            <ns0:ext cx="1952625" cy="2286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Raw action units</ns0:t>
            </ns0:r>
          </ns0:p>
        </p:txBody>
      </p:sp>
      <p:sp>
        <p:nvSpPr>
          <p:cNvPr id="232" name="F3-0232-roundRect">
            <a:extLst xmlns:a="http://schemas.openxmlformats.org/drawingml/2006/main">
              <a:ext uri="{FF2B5EF4-FFF2-40B4-BE49-F238E27FC236}">
                <a16:creationId xmlns:a16="http://schemas.microsoft.com/office/drawing/2014/main" id="{B0969DCC-719A-4BA6-9A41-8B7B8DEEB5A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6250" y="3724275"/>
            <a:ext cx="1876425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0478">
            <a:solidFill>
              <a:srgbClr val="DFAE9F"/>
            </a:solidFill>
            <a:prstDash val="solid"/>
          </a:ln>
        </p:spPr>
      </p:sp>
      <p:sp>
        <p:nvSpPr>
          <p:cNvPr id="547" name="F3-math-53-399"/>
          <p:cNvSpPr txBox="1"/>
          <p:nvPr/>
        </p:nvSpPr>
        <p:spPr>
          <ns0:xfrm xmlns:ns0="http://schemas.openxmlformats.org/drawingml/2006/main">
            <ns0:off x="714375" y="3790950"/>
            <ns0:ext cx="138112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q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∈ R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14</ns0:t>
            </ns0:r>
          </ns0:p>
        </p:txBody>
      </p:sp>
      <p:sp>
        <p:nvSpPr>
          <p:cNvPr id="259" name="F3-0259-roundRect">
            <a:extLst xmlns:a="http://schemas.openxmlformats.org/drawingml/2006/main">
              <a:ext uri="{FF2B5EF4-FFF2-40B4-BE49-F238E27FC236}">
                <a16:creationId xmlns:a16="http://schemas.microsoft.com/office/drawing/2014/main" id="{CEA3B9AE-1C35-49F4-AE1F-D2161ADCD9E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28875" y="3724275"/>
            <a:ext cx="809625" cy="12573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0478">
            <a:solidFill>
              <a:srgbClr val="DFAE9F"/>
            </a:solidFill>
            <a:prstDash val="solid"/>
          </a:ln>
        </p:spPr>
      </p:sp>
      <p:sp>
        <p:nvSpPr>
          <p:cNvPr id="548" name="F3-math-259-399"/>
          <p:cNvSpPr txBox="1"/>
          <p:nvPr/>
        </p:nvSpPr>
        <p:spPr>
          <ns0:xfrm xmlns:ns0="http://schemas.openxmlformats.org/drawingml/2006/main">
            <ns0:off x="2590800" y="3790950"/>
            <ns0:ext cx="50482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p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267" name="F3-0267-roundRect">
            <a:extLst xmlns:a="http://schemas.openxmlformats.org/drawingml/2006/main">
              <a:ext uri="{FF2B5EF4-FFF2-40B4-BE49-F238E27FC236}">
                <a16:creationId xmlns:a16="http://schemas.microsoft.com/office/drawing/2014/main" id="{0F7F7CF3-6EC6-494F-9A6B-5DDC10B40A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33675" y="4124325"/>
            <a:ext cx="19050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0478">
            <a:solidFill>
              <a:srgbClr val="C47156"/>
            </a:solidFill>
            <a:prstDash val="solid"/>
          </a:ln>
        </p:spPr>
      </p:sp>
      <p:sp>
        <p:nvSpPr>
          <p:cNvPr id="268" name="F3-0268-line">
            <a:extLst xmlns:a="http://schemas.openxmlformats.org/drawingml/2006/main">
              <a:ext uri="{FF2B5EF4-FFF2-40B4-BE49-F238E27FC236}">
                <a16:creationId xmlns:a16="http://schemas.microsoft.com/office/drawing/2014/main" id="{545E654B-9A0F-488D-9963-ED0AF21481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33675" y="4251325"/>
            <a:ext cx="190500" cy="9525"/>
          </a:xfrm>
          <a:custGeom xmlns:a="http://schemas.openxmlformats.org/drawingml/2006/main"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269" name="F3-0269-line">
            <a:extLst xmlns:a="http://schemas.openxmlformats.org/drawingml/2006/main">
              <a:ext uri="{FF2B5EF4-FFF2-40B4-BE49-F238E27FC236}">
                <a16:creationId xmlns:a16="http://schemas.microsoft.com/office/drawing/2014/main" id="{B4385A30-D395-4671-848E-A23C73297E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33675" y="4378325"/>
            <a:ext cx="190500" cy="9525"/>
          </a:xfrm>
          <a:custGeom xmlns:a="http://schemas.openxmlformats.org/drawingml/2006/main"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270" name="F3-0270-line">
            <a:extLst xmlns:a="http://schemas.openxmlformats.org/drawingml/2006/main">
              <a:ext uri="{FF2B5EF4-FFF2-40B4-BE49-F238E27FC236}">
                <a16:creationId xmlns:a16="http://schemas.microsoft.com/office/drawing/2014/main" id="{E343F268-3295-45FF-903E-24D7EE5F452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33675" y="4505325"/>
            <a:ext cx="190500" cy="9525"/>
          </a:xfrm>
          <a:custGeom xmlns:a="http://schemas.openxmlformats.org/drawingml/2006/main"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271" name="F3-0271-line">
            <a:extLst xmlns:a="http://schemas.openxmlformats.org/drawingml/2006/main">
              <a:ext uri="{FF2B5EF4-FFF2-40B4-BE49-F238E27FC236}">
                <a16:creationId xmlns:a16="http://schemas.microsoft.com/office/drawing/2014/main" id="{DEBE25D7-7D05-48AA-AC89-5A6CB339BC6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33675" y="4632325"/>
            <a:ext cx="190500" cy="9525"/>
          </a:xfrm>
          <a:custGeom xmlns:a="http://schemas.openxmlformats.org/drawingml/2006/main"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272" name="F3-0272-line">
            <a:extLst xmlns:a="http://schemas.openxmlformats.org/drawingml/2006/main">
              <a:ext uri="{FF2B5EF4-FFF2-40B4-BE49-F238E27FC236}">
                <a16:creationId xmlns:a16="http://schemas.microsoft.com/office/drawing/2014/main" id="{7F26BFF0-002B-47C6-8E99-03D7424CDC4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33675" y="4759325"/>
            <a:ext cx="190500" cy="9525"/>
          </a:xfrm>
          <a:custGeom xmlns:a="http://schemas.openxmlformats.org/drawingml/2006/main"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273" name="F3-0273-roundRect">
            <a:extLst xmlns:a="http://schemas.openxmlformats.org/drawingml/2006/main">
              <a:ext uri="{FF2B5EF4-FFF2-40B4-BE49-F238E27FC236}">
                <a16:creationId xmlns:a16="http://schemas.microsoft.com/office/drawing/2014/main" id="{FFE095C1-7C11-4610-8ECA-B46E249BAA6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52800" y="3724275"/>
            <a:ext cx="1114425" cy="12573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0478">
            <a:solidFill>
              <a:srgbClr val="A3ADC4"/>
            </a:solidFill>
            <a:prstDash val="solid"/>
          </a:ln>
        </p:spPr>
      </p:sp>
      <p:sp>
        <p:nvSpPr>
          <p:cNvPr id="549" name="F3-math-355-400"/>
          <p:cNvSpPr txBox="1"/>
          <p:nvPr/>
        </p:nvSpPr>
        <p:spPr>
          <ns0:xfrm xmlns:ns0="http://schemas.openxmlformats.org/drawingml/2006/main">
            <ns0:off x="3562350" y="3800475"/>
            <ns0:ext cx="77152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t/T</ns0:t>
            </ns0:r>
          </ns0:p>
        </p:txBody>
      </p:sp>
      <p:sp>
        <p:nvSpPr>
          <p:cNvPr id="287" name="F3-0287-roundRect">
            <a:extLst xmlns:a="http://schemas.openxmlformats.org/drawingml/2006/main">
              <a:ext uri="{FF2B5EF4-FFF2-40B4-BE49-F238E27FC236}">
                <a16:creationId xmlns:a16="http://schemas.microsoft.com/office/drawing/2014/main" id="{E980D47B-C3D3-4750-81DE-267DE61794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00100" y="5181600"/>
            <a:ext cx="1095375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1906">
            <a:solidFill>
              <a:srgbClr val="BBC2CD"/>
            </a:solidFill>
            <a:prstDash val="solid"/>
          </a:ln>
        </p:spPr>
      </p:sp>
      <p:sp>
        <p:nvSpPr>
          <p:cNvPr id="288" name="F3-0288-text"/>
          <p:cNvSpPr txBox="1"/>
          <p:nvPr/>
        </p:nvSpPr>
        <p:spPr>
          <ns0:xfrm xmlns:ns0="http://schemas.openxmlformats.org/drawingml/2006/main">
            <ns0:off x="857250" y="5198745"/>
            <ns0:ext cx="981075" cy="21621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Current</ns0:t>
            </ns0:r>
          </ns0:p>
        </p:txBody>
      </p:sp>
      <p:sp>
        <p:nvSpPr>
          <p:cNvPr id="289" name="F3-0289-text"/>
          <p:cNvSpPr txBox="1"/>
          <p:nvPr/>
        </p:nvSpPr>
        <p:spPr>
          <ns0:xfrm xmlns:ns0="http://schemas.openxmlformats.org/drawingml/2006/main">
            <ns0:off x="857250" y="5395913"/>
            <ns0:ext cx="981075" cy="21621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robot state</ns0:t>
            </ns0:r>
          </ns0:p>
        </p:txBody>
      </p:sp>
      <p:sp>
        <p:nvSpPr>
          <p:cNvPr id="290" name="F3-0290-roundRect">
            <a:extLst xmlns:a="http://schemas.openxmlformats.org/drawingml/2006/main">
              <a:ext uri="{FF2B5EF4-FFF2-40B4-BE49-F238E27FC236}">
                <a16:creationId xmlns:a16="http://schemas.microsoft.com/office/drawing/2014/main" id="{22004D84-3AC5-4E46-87E5-2FDB336E64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95525" y="5181600"/>
            <a:ext cx="1095375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1906">
            <a:solidFill>
              <a:srgbClr val="BBC2CD"/>
            </a:solidFill>
            <a:prstDash val="solid"/>
          </a:ln>
        </p:spPr>
      </p:sp>
      <p:sp>
        <p:nvSpPr>
          <p:cNvPr id="291" name="F3-0291-text"/>
          <p:cNvSpPr txBox="1"/>
          <p:nvPr/>
        </p:nvSpPr>
        <p:spPr>
          <ns0:xfrm xmlns:ns0="http://schemas.openxmlformats.org/drawingml/2006/main">
            <ns0:off x="2352675" y="5198745"/>
            <ns0:ext cx="981075" cy="21621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Current</ns0:t>
            </ns0:r>
          </ns0:p>
        </p:txBody>
      </p:sp>
      <p:sp>
        <p:nvSpPr>
          <p:cNvPr id="292" name="F3-0292-text"/>
          <p:cNvSpPr txBox="1"/>
          <p:nvPr/>
        </p:nvSpPr>
        <p:spPr>
          <ns0:xfrm xmlns:ns0="http://schemas.openxmlformats.org/drawingml/2006/main">
            <ns0:off x="2171700" y="5397500"/>
            <ns0:ext cx="1435100" cy="21621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object position</ns0:t>
            </ns0:r>
          </ns0:p>
        </p:txBody>
      </p:sp>
      <p:sp>
        <p:nvSpPr>
          <p:cNvPr id="293" name="F3-0293-roundRect">
            <a:extLst xmlns:a="http://schemas.openxmlformats.org/drawingml/2006/main">
              <a:ext uri="{FF2B5EF4-FFF2-40B4-BE49-F238E27FC236}">
                <a16:creationId xmlns:a16="http://schemas.microsoft.com/office/drawing/2014/main" id="{BD177976-476A-4AFE-9F04-55731F25586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047875" y="5848350"/>
            <a:ext cx="14954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1906">
            <a:solidFill>
              <a:srgbClr val="BBC2CD"/>
            </a:solidFill>
            <a:prstDash val="solid"/>
          </a:ln>
        </p:spPr>
      </p:sp>
      <p:sp>
        <p:nvSpPr>
          <p:cNvPr id="294" name="F3-0294-text"/>
          <p:cNvSpPr txBox="1"/>
          <p:nvPr/>
        </p:nvSpPr>
        <p:spPr>
          <ns0:xfrm xmlns:ns0="http://schemas.openxmlformats.org/drawingml/2006/main">
            <ns0:off x="2124075" y="5913596"/>
            <ns0:ext cx="1343025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(o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)</ns0:t>
            </ns0:r>
          </ns0:p>
        </p:txBody>
      </p:sp>
      <p:sp>
        <p:nvSpPr>
          <p:cNvPr id="295" name="F3-0295-roundRect">
            <a:extLst xmlns:a="http://schemas.openxmlformats.org/drawingml/2006/main">
              <a:ext uri="{FF2B5EF4-FFF2-40B4-BE49-F238E27FC236}">
                <a16:creationId xmlns:a16="http://schemas.microsoft.com/office/drawing/2014/main" id="{683F72F7-89BA-462F-9C3B-D7244C82D2D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95825" y="3724275"/>
            <a:ext cx="6896100" cy="1543050"/>
          </a:xfrm>
          <a:prstGeom xmlns:a="http://schemas.openxmlformats.org/drawingml/2006/main" prst="roundRect">
            <a:avLst>
              <a:gd name="adj" fmla="val 30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BC2CD"/>
            </a:solidFill>
            <a:prstDash val="solid"/>
          </a:ln>
        </p:spPr>
      </p:sp>
      <p:sp>
        <p:nvSpPr>
          <p:cNvPr id="296" name="F3-0296-text"/>
          <p:cNvSpPr txBox="1"/>
          <p:nvPr/>
        </p:nvSpPr>
        <p:spPr>
          <ns0:xfrm xmlns:ns0="http://schemas.openxmlformats.org/drawingml/2006/main">
            <ns0:off x="4791075" y="3752612"/>
            <ns0:ext cx="3657600" cy="31480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Auxiliary MLP</ns0:t>
            </ns0:r>
          </ns0:p>
        </p:txBody>
      </p:sp>
      <p:sp>
        <p:nvSpPr>
          <p:cNvPr id="297" name="F3-0297-roundRect">
            <a:extLst xmlns:a="http://schemas.openxmlformats.org/drawingml/2006/main">
              <a:ext uri="{FF2B5EF4-FFF2-40B4-BE49-F238E27FC236}">
                <a16:creationId xmlns:a16="http://schemas.microsoft.com/office/drawing/2014/main" id="{CB7BE95F-1D3A-4F3F-AE2F-1FC3018C60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19650" y="4105275"/>
            <a:ext cx="1581150" cy="108585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9525">
            <a:solidFill>
              <a:srgbClr val="8491B4"/>
            </a:solidFill>
            <a:prstDash val="solid"/>
          </a:ln>
        </p:spPr>
      </p:sp>
      <p:sp>
        <p:nvSpPr>
          <p:cNvPr id="298" name="F3-0298-text"/>
          <p:cNvSpPr txBox="1"/>
          <p:nvPr/>
        </p:nvSpPr>
        <p:spPr>
          <ns0:xfrm xmlns:ns0="http://schemas.openxmlformats.org/drawingml/2006/main">
            <ns0:off x="4867275" y="4163139"/>
            <ns0:ext cx="1485900" cy="22717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Linear(d, 256)</ns0:t>
            </ns0:r>
          </ns0:p>
        </p:txBody>
      </p:sp>
      <p:sp>
        <p:nvSpPr>
          <p:cNvPr id="299" name="F3-0299-text">
            <a:extLst xmlns:a="http://schemas.openxmlformats.org/drawingml/2006/main">
              <a:ext uri="{FF2B5EF4-FFF2-40B4-BE49-F238E27FC236}">
                <a16:creationId xmlns:a16="http://schemas.microsoft.com/office/drawing/2014/main" id="{D883EC55-C3CF-4E01-9EC2-E79A2A64BC4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895850" y="4406027"/>
            <a:ext cx="1428750" cy="227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LN – SiLU</a:t>
            </a:r>
          </a:p>
        </p:txBody>
      </p:sp>
      <p:sp>
        <p:nvSpPr>
          <p:cNvPr id="300" name="F3-0300-roundRect">
            <a:extLst xmlns:a="http://schemas.openxmlformats.org/drawingml/2006/main">
              <a:ext uri="{FF2B5EF4-FFF2-40B4-BE49-F238E27FC236}">
                <a16:creationId xmlns:a16="http://schemas.microsoft.com/office/drawing/2014/main" id="{6DE659C2-20A4-4885-8BDE-A43781F5078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72050" y="4629150"/>
            <a:ext cx="1276350" cy="2667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0478">
            <a:solidFill>
              <a:srgbClr val="9BA9C3"/>
            </a:solidFill>
            <a:prstDash val="solid"/>
          </a:ln>
        </p:spPr>
      </p:sp>
      <p:sp>
        <p:nvSpPr>
          <p:cNvPr id="301" name="F3-0301-line">
            <a:extLst xmlns:a="http://schemas.openxmlformats.org/drawingml/2006/main">
              <a:ext uri="{FF2B5EF4-FFF2-40B4-BE49-F238E27FC236}">
                <a16:creationId xmlns:a16="http://schemas.microsoft.com/office/drawing/2014/main" id="{32208453-D7D6-4A6B-AB2B-E3AE006EB9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72050" y="4762500"/>
            <a:ext cx="1276350" cy="9525"/>
          </a:xfrm>
          <a:custGeom xmlns:a="http://schemas.openxmlformats.org/drawingml/2006/main">
            <a:pathLst>
              <a:path w="1276350" h="9525">
                <a:moveTo>
                  <a:pt x="0" y="0"/>
                </a:moveTo>
                <a:lnTo>
                  <a:pt x="1276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02" name="F3-0302-line">
            <a:extLst xmlns:a="http://schemas.openxmlformats.org/drawingml/2006/main">
              <a:ext uri="{FF2B5EF4-FFF2-40B4-BE49-F238E27FC236}">
                <a16:creationId xmlns:a16="http://schemas.microsoft.com/office/drawing/2014/main" id="{23B84E72-C6CC-4816-9954-E5CBC04B9DA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84775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03" name="F3-0303-line">
            <a:extLst xmlns:a="http://schemas.openxmlformats.org/drawingml/2006/main">
              <a:ext uri="{FF2B5EF4-FFF2-40B4-BE49-F238E27FC236}">
                <a16:creationId xmlns:a16="http://schemas.microsoft.com/office/drawing/2014/main" id="{BE123BCD-A086-4B1E-8DA2-B913BF55308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97500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04" name="F3-0304-line">
            <a:extLst xmlns:a="http://schemas.openxmlformats.org/drawingml/2006/main">
              <a:ext uri="{FF2B5EF4-FFF2-40B4-BE49-F238E27FC236}">
                <a16:creationId xmlns:a16="http://schemas.microsoft.com/office/drawing/2014/main" id="{6E2D509B-3100-4E6E-BA42-1A1C6D4EDA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10225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05" name="F3-0305-line">
            <a:extLst xmlns:a="http://schemas.openxmlformats.org/drawingml/2006/main">
              <a:ext uri="{FF2B5EF4-FFF2-40B4-BE49-F238E27FC236}">
                <a16:creationId xmlns:a16="http://schemas.microsoft.com/office/drawing/2014/main" id="{614F379A-148F-415E-90B9-39D1592588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22950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06" name="F3-0306-line">
            <a:extLst xmlns:a="http://schemas.openxmlformats.org/drawingml/2006/main">
              <a:ext uri="{FF2B5EF4-FFF2-40B4-BE49-F238E27FC236}">
                <a16:creationId xmlns:a16="http://schemas.microsoft.com/office/drawing/2014/main" id="{87EE6501-1C99-4CF4-BC7D-EBBC704D939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35675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07" name="F3-0307-text"/>
          <p:cNvSpPr txBox="1"/>
          <p:nvPr/>
        </p:nvSpPr>
        <p:spPr>
          <ns0:xfrm xmlns:ns0="http://schemas.openxmlformats.org/drawingml/2006/main">
            <ns0:off x="4914900" y="4933236"/>
            <ns0:ext cx="1390650" cy="249079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d = 18 or 21</ns0:t>
            </ns0:r>
          </ns0:p>
        </p:txBody>
      </p:sp>
      <p:sp>
        <p:nvSpPr>
          <p:cNvPr id="308" name="F3-0308-roundRect">
            <a:extLst xmlns:a="http://schemas.openxmlformats.org/drawingml/2006/main">
              <a:ext uri="{FF2B5EF4-FFF2-40B4-BE49-F238E27FC236}">
                <a16:creationId xmlns:a16="http://schemas.microsoft.com/office/drawing/2014/main" id="{100C6F36-C504-4439-AEAB-C188A38836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10350" y="4105275"/>
            <a:ext cx="1552575" cy="108585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9525">
            <a:solidFill>
              <a:srgbClr val="8491B4"/>
            </a:solidFill>
            <a:prstDash val="solid"/>
          </a:ln>
        </p:spPr>
      </p:sp>
      <p:sp>
        <p:nvSpPr>
          <p:cNvPr id="309" name="F3-0309-text">
            <a:extLst xmlns:a="http://schemas.openxmlformats.org/drawingml/2006/main">
              <a:ext uri="{FF2B5EF4-FFF2-40B4-BE49-F238E27FC236}">
                <a16:creationId xmlns:a16="http://schemas.microsoft.com/office/drawing/2014/main" id="{271BE99D-00C6-4FFA-ADDB-8324CF94980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591300" y="4165600"/>
            <a:ext cx="1587500" cy="227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Linear(256,256)</a:t>
            </a:r>
          </a:p>
        </p:txBody>
      </p:sp>
      <p:sp>
        <p:nvSpPr>
          <p:cNvPr id="310" name="F3-0310-text">
            <a:extLst xmlns:a="http://schemas.openxmlformats.org/drawingml/2006/main">
              <a:ext uri="{FF2B5EF4-FFF2-40B4-BE49-F238E27FC236}">
                <a16:creationId xmlns:a16="http://schemas.microsoft.com/office/drawing/2014/main" id="{F8D04674-B22D-4691-BC3D-EE9A422EC2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686550" y="4406027"/>
            <a:ext cx="1400175" cy="227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LN – SiLU</a:t>
            </a:r>
          </a:p>
        </p:txBody>
      </p:sp>
      <p:sp>
        <p:nvSpPr>
          <p:cNvPr id="311" name="F3-0311-roundRect">
            <a:extLst xmlns:a="http://schemas.openxmlformats.org/drawingml/2006/main">
              <a:ext uri="{FF2B5EF4-FFF2-40B4-BE49-F238E27FC236}">
                <a16:creationId xmlns:a16="http://schemas.microsoft.com/office/drawing/2014/main" id="{1A1E6090-C447-4586-8EFD-79CCFB689C8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62750" y="4629150"/>
            <a:ext cx="1247775" cy="2667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0478">
            <a:solidFill>
              <a:srgbClr val="9BA9C3"/>
            </a:solidFill>
            <a:prstDash val="solid"/>
          </a:ln>
        </p:spPr>
      </p:sp>
      <p:sp>
        <p:nvSpPr>
          <p:cNvPr id="312" name="F3-0312-line">
            <a:extLst xmlns:a="http://schemas.openxmlformats.org/drawingml/2006/main">
              <a:ext uri="{FF2B5EF4-FFF2-40B4-BE49-F238E27FC236}">
                <a16:creationId xmlns:a16="http://schemas.microsoft.com/office/drawing/2014/main" id="{09827AA4-9958-40F0-A561-FE99808A0A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762750" y="4762500"/>
            <a:ext cx="1247775" cy="9525"/>
          </a:xfrm>
          <a:custGeom xmlns:a="http://schemas.openxmlformats.org/drawingml/2006/main">
            <a:pathLst>
              <a:path w="1247775" h="9525">
                <a:moveTo>
                  <a:pt x="0" y="0"/>
                </a:moveTo>
                <a:lnTo>
                  <a:pt x="1247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13" name="F3-0313-line">
            <a:extLst xmlns:a="http://schemas.openxmlformats.org/drawingml/2006/main">
              <a:ext uri="{FF2B5EF4-FFF2-40B4-BE49-F238E27FC236}">
                <a16:creationId xmlns:a16="http://schemas.microsoft.com/office/drawing/2014/main" id="{209BF08D-D0D9-4DAA-9B79-1B15AFFB74E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970713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14" name="F3-0314-line">
            <a:extLst xmlns:a="http://schemas.openxmlformats.org/drawingml/2006/main">
              <a:ext uri="{FF2B5EF4-FFF2-40B4-BE49-F238E27FC236}">
                <a16:creationId xmlns:a16="http://schemas.microsoft.com/office/drawing/2014/main" id="{C73085D5-C9A6-4427-83DD-170A90FFF09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178675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15" name="F3-0315-line">
            <a:extLst xmlns:a="http://schemas.openxmlformats.org/drawingml/2006/main">
              <a:ext uri="{FF2B5EF4-FFF2-40B4-BE49-F238E27FC236}">
                <a16:creationId xmlns:a16="http://schemas.microsoft.com/office/drawing/2014/main" id="{9A30A8CB-8333-48FE-8C8F-998905FE924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386638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16" name="F3-0316-line">
            <a:extLst xmlns:a="http://schemas.openxmlformats.org/drawingml/2006/main">
              <a:ext uri="{FF2B5EF4-FFF2-40B4-BE49-F238E27FC236}">
                <a16:creationId xmlns:a16="http://schemas.microsoft.com/office/drawing/2014/main" id="{0E147EBD-E66E-4808-86DB-128C13C16E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594600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17" name="F3-0317-line">
            <a:extLst xmlns:a="http://schemas.openxmlformats.org/drawingml/2006/main">
              <a:ext uri="{FF2B5EF4-FFF2-40B4-BE49-F238E27FC236}">
                <a16:creationId xmlns:a16="http://schemas.microsoft.com/office/drawing/2014/main" id="{471DF3D1-0EB6-4429-ACB3-A71B07CC53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802563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18" name="F3-0318-text">
            <a:extLst xmlns:a="http://schemas.openxmlformats.org/drawingml/2006/main">
              <a:ext uri="{FF2B5EF4-FFF2-40B4-BE49-F238E27FC236}">
                <a16:creationId xmlns:a16="http://schemas.microsoft.com/office/drawing/2014/main" id="{8037B1FA-AB8F-4FE7-9FA7-35EF6949BB0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705600" y="4933236"/>
            <a:ext cx="1362075" cy="249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256 → 256</a:t>
            </a:r>
          </a:p>
        </p:txBody>
      </p:sp>
      <p:sp>
        <p:nvSpPr>
          <p:cNvPr id="319" name="F3-0319-roundRect">
            <a:extLst xmlns:a="http://schemas.openxmlformats.org/drawingml/2006/main">
              <a:ext uri="{FF2B5EF4-FFF2-40B4-BE49-F238E27FC236}">
                <a16:creationId xmlns:a16="http://schemas.microsoft.com/office/drawing/2014/main" id="{2F6C7CDE-4776-4473-83CD-AE777BDA15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343900" y="4105275"/>
            <a:ext cx="1524000" cy="108585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9525">
            <a:solidFill>
              <a:srgbClr val="8491B4"/>
            </a:solidFill>
            <a:prstDash val="solid"/>
          </a:ln>
        </p:spPr>
      </p:sp>
      <p:sp>
        <p:nvSpPr>
          <p:cNvPr id="320" name="F3-0320-text"/>
          <p:cNvSpPr txBox="1"/>
          <p:nvPr/>
        </p:nvSpPr>
        <p:spPr>
          <ns0:xfrm xmlns:ns0="http://schemas.openxmlformats.org/drawingml/2006/main">
            <ns0:off x="8318500" y="4165600"/>
            <ns0:ext cx="1587500" cy="22717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Linear(256,224)</ns0:t>
            </ns0:r>
          </ns0:p>
        </p:txBody>
      </p:sp>
      <p:sp>
        <p:nvSpPr>
          <p:cNvPr id="321" name="F3-0321-text"/>
          <p:cNvSpPr txBox="1"/>
          <p:nvPr/>
        </p:nvSpPr>
        <p:spPr>
          <ns0:xfrm xmlns:ns0="http://schemas.openxmlformats.org/drawingml/2006/main">
            <ns0:off x="8420100" y="4406027"/>
            <ns0:ext cx="1371600" cy="22717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Output layer</ns0:t>
            </ns0:r>
          </ns0:p>
        </p:txBody>
      </p:sp>
      <p:sp>
        <p:nvSpPr>
          <p:cNvPr id="322" name="F3-0322-roundRect">
            <a:extLst xmlns:a="http://schemas.openxmlformats.org/drawingml/2006/main">
              <a:ext uri="{FF2B5EF4-FFF2-40B4-BE49-F238E27FC236}">
                <a16:creationId xmlns:a16="http://schemas.microsoft.com/office/drawing/2014/main" id="{2976BA1F-8FDB-4FC9-AD88-BFB5FDB4E4A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96300" y="4629150"/>
            <a:ext cx="1219200" cy="2667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0478">
            <a:solidFill>
              <a:srgbClr val="9BA9C3"/>
            </a:solidFill>
            <a:prstDash val="solid"/>
          </a:ln>
        </p:spPr>
      </p:sp>
      <p:sp>
        <p:nvSpPr>
          <p:cNvPr id="323" name="F3-0323-line">
            <a:extLst xmlns:a="http://schemas.openxmlformats.org/drawingml/2006/main">
              <a:ext uri="{FF2B5EF4-FFF2-40B4-BE49-F238E27FC236}">
                <a16:creationId xmlns:a16="http://schemas.microsoft.com/office/drawing/2014/main" id="{9098E644-1B91-4522-815F-841845A9E7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496300" y="4762500"/>
            <a:ext cx="1219200" cy="9525"/>
          </a:xfrm>
          <a:custGeom xmlns:a="http://schemas.openxmlformats.org/drawingml/2006/main">
            <a:pathLst>
              <a:path w="1219200" h="9525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24" name="F3-0324-line">
            <a:extLst xmlns:a="http://schemas.openxmlformats.org/drawingml/2006/main">
              <a:ext uri="{FF2B5EF4-FFF2-40B4-BE49-F238E27FC236}">
                <a16:creationId xmlns:a16="http://schemas.microsoft.com/office/drawing/2014/main" id="{4028CBC0-3579-4829-A98B-88ABCE50119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699500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25" name="F3-0325-line">
            <a:extLst xmlns:a="http://schemas.openxmlformats.org/drawingml/2006/main">
              <a:ext uri="{FF2B5EF4-FFF2-40B4-BE49-F238E27FC236}">
                <a16:creationId xmlns:a16="http://schemas.microsoft.com/office/drawing/2014/main" id="{344ABD5A-9D13-4DF6-A222-98D106235A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02700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26" name="F3-0326-line">
            <a:extLst xmlns:a="http://schemas.openxmlformats.org/drawingml/2006/main">
              <a:ext uri="{FF2B5EF4-FFF2-40B4-BE49-F238E27FC236}">
                <a16:creationId xmlns:a16="http://schemas.microsoft.com/office/drawing/2014/main" id="{440C57A4-C443-43F0-B0FE-8413A6551D2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105900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27" name="F3-0327-line">
            <a:extLst xmlns:a="http://schemas.openxmlformats.org/drawingml/2006/main">
              <a:ext uri="{FF2B5EF4-FFF2-40B4-BE49-F238E27FC236}">
                <a16:creationId xmlns:a16="http://schemas.microsoft.com/office/drawing/2014/main" id="{CF9E536F-F93B-44D5-85B8-57F46FAD54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09100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28" name="F3-0328-line">
            <a:extLst xmlns:a="http://schemas.openxmlformats.org/drawingml/2006/main">
              <a:ext uri="{FF2B5EF4-FFF2-40B4-BE49-F238E27FC236}">
                <a16:creationId xmlns:a16="http://schemas.microsoft.com/office/drawing/2014/main" id="{BB5E348D-C667-4C56-87A2-07CF526044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512300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29" name="F3-0329-text"/>
          <p:cNvSpPr txBox="1"/>
          <p:nvPr/>
        </p:nvSpPr>
        <p:spPr>
          <ns0:xfrm xmlns:ns0="http://schemas.openxmlformats.org/drawingml/2006/main">
            <ns0:off x="8439150" y="4933236"/>
            <ns0:ext cx="1333500" cy="249079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256 → 224</ns0:t>
            </ns0:r>
          </ns0:p>
        </p:txBody>
      </p:sp>
      <p:sp>
        <p:nvSpPr>
          <p:cNvPr id="330" name="F3-0330-roundRect">
            <a:extLst xmlns:a="http://schemas.openxmlformats.org/drawingml/2006/main">
              <a:ext uri="{FF2B5EF4-FFF2-40B4-BE49-F238E27FC236}">
                <a16:creationId xmlns:a16="http://schemas.microsoft.com/office/drawing/2014/main" id="{FD79093B-52A4-4951-9ACF-6C563A9AB65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20300" y="4105275"/>
            <a:ext cx="1466850" cy="108585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9525">
            <a:solidFill>
              <a:srgbClr val="8491B4"/>
            </a:solidFill>
            <a:prstDash val="solid"/>
          </a:ln>
        </p:spPr>
      </p:sp>
      <p:sp>
        <p:nvSpPr>
          <p:cNvPr id="331" name="F3-0331-text"/>
          <p:cNvSpPr txBox="1"/>
          <p:nvPr/>
        </p:nvSpPr>
        <p:spPr>
          <ns0:xfrm xmlns:ns0="http://schemas.openxmlformats.org/drawingml/2006/main">
            <ns0:off x="10067925" y="4248864"/>
            <ns0:ext cx="1371600" cy="22717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Reshape</ns0:t>
            </ns0:r>
          </ns0:p>
        </p:txBody>
      </p:sp>
      <p:sp>
        <p:nvSpPr>
          <p:cNvPr id="332" name="F3-0332-roundRect">
            <a:extLst xmlns:a="http://schemas.openxmlformats.org/drawingml/2006/main">
              <a:ext uri="{FF2B5EF4-FFF2-40B4-BE49-F238E27FC236}">
                <a16:creationId xmlns:a16="http://schemas.microsoft.com/office/drawing/2014/main" id="{635358FE-0F81-4C08-86B6-92BF131EFF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172700" y="4629150"/>
            <a:ext cx="1162050" cy="2667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0478">
            <a:solidFill>
              <a:srgbClr val="9BA9C3"/>
            </a:solidFill>
            <a:prstDash val="solid"/>
          </a:ln>
        </p:spPr>
      </p:sp>
      <p:sp>
        <p:nvSpPr>
          <p:cNvPr id="333" name="F3-0333-line">
            <a:extLst xmlns:a="http://schemas.openxmlformats.org/drawingml/2006/main">
              <a:ext uri="{FF2B5EF4-FFF2-40B4-BE49-F238E27FC236}">
                <a16:creationId xmlns:a16="http://schemas.microsoft.com/office/drawing/2014/main" id="{BD4CD0CE-99B0-4601-8D22-AA991B5459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172700" y="4762500"/>
            <a:ext cx="1162050" cy="9525"/>
          </a:xfrm>
          <a:custGeom xmlns:a="http://schemas.openxmlformats.org/drawingml/2006/main">
            <a:pathLst>
              <a:path w="1162050" h="9525">
                <a:moveTo>
                  <a:pt x="0" y="0"/>
                </a:moveTo>
                <a:lnTo>
                  <a:pt x="116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34" name="F3-0334-line">
            <a:extLst xmlns:a="http://schemas.openxmlformats.org/drawingml/2006/main">
              <a:ext uri="{FF2B5EF4-FFF2-40B4-BE49-F238E27FC236}">
                <a16:creationId xmlns:a16="http://schemas.microsoft.com/office/drawing/2014/main" id="{8C00DFE1-9B51-48AE-A7C8-1038E7FFF08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366375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35" name="F3-0335-line">
            <a:extLst xmlns:a="http://schemas.openxmlformats.org/drawingml/2006/main">
              <a:ext uri="{FF2B5EF4-FFF2-40B4-BE49-F238E27FC236}">
                <a16:creationId xmlns:a16="http://schemas.microsoft.com/office/drawing/2014/main" id="{4AE2EF69-0884-42E6-8358-6990D730F0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560050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36" name="F3-0336-line">
            <a:extLst xmlns:a="http://schemas.openxmlformats.org/drawingml/2006/main">
              <a:ext uri="{FF2B5EF4-FFF2-40B4-BE49-F238E27FC236}">
                <a16:creationId xmlns:a16="http://schemas.microsoft.com/office/drawing/2014/main" id="{A78D3C0E-0AC4-4C08-8C40-BB748BA8FB3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753725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37" name="F3-0337-line">
            <a:extLst xmlns:a="http://schemas.openxmlformats.org/drawingml/2006/main">
              <a:ext uri="{FF2B5EF4-FFF2-40B4-BE49-F238E27FC236}">
                <a16:creationId xmlns:a16="http://schemas.microsoft.com/office/drawing/2014/main" id="{310FCD49-E999-40B7-B9B5-91618574C4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947400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38" name="F3-0338-line">
            <a:extLst xmlns:a="http://schemas.openxmlformats.org/drawingml/2006/main">
              <a:ext uri="{FF2B5EF4-FFF2-40B4-BE49-F238E27FC236}">
                <a16:creationId xmlns:a16="http://schemas.microsoft.com/office/drawing/2014/main" id="{327FFF23-3E0A-4A3D-A07F-2225445891F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141075" y="462915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39" name="F3-0339-text"/>
          <p:cNvSpPr txBox="1"/>
          <p:nvPr/>
        </p:nvSpPr>
        <p:spPr>
          <ns0:xfrm xmlns:ns0="http://schemas.openxmlformats.org/drawingml/2006/main">
            <ns0:off x="10115550" y="4933236"/>
            <ns0:ext cx="1276350" cy="249079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16 × 14</ns0:t>
            </ns0:r>
          </ns0:p>
        </p:txBody>
      </p:sp>
      <p:grpSp>
        <p:nvGrpSpPr>
          <p:cNvPr id="550" name="F3-route-340"/>
          <p:cNvGrpSpPr/>
          <p:nvPr/>
        </p:nvGrpSpPr>
        <p:grpSpPr>
          <ns1:xfrm xmlns:ns1="http://schemas.openxmlformats.org/drawingml/2006/main">
            <ns1:off x="6400800" y="4715351"/>
            <ns1:ext cx="209550" cy="94297"/>
            <ns1:chOff x="6400800" y="4715351"/>
            <ns1:chExt cx="209550" cy="94297"/>
          </ns1:xfrm>
        </p:grpSpPr>
        <p:sp>
          <p:nvSpPr>
            <p:cNvPr id="340" name="F3-route-340-0340-arrow-route">
              <a:extLst xmlns:a="http://schemas.openxmlformats.org/drawingml/2006/main">
                <a:ext uri="{FF2B5EF4-FFF2-40B4-BE49-F238E27FC236}">
                  <a16:creationId xmlns:a16="http://schemas.microsoft.com/office/drawing/2014/main" id="{FE7806CF-AA3B-4C87-952C-B64E194463D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00800" y="4762500"/>
              <a:ext cx="209550" cy="9525"/>
            </a:xfrm>
            <a:custGeom xmlns:a="http://schemas.openxmlformats.org/drawingml/2006/main"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2860">
              <a:solidFill>
                <a:srgbClr val="7482A5"/>
              </a:solidFill>
              <a:prstDash val="solid"/>
            </a:ln>
          </p:spPr>
        </p:sp>
        <p:sp>
          <p:nvSpPr>
            <p:cNvPr id="341" name="F3-route-340-0341-custom">
              <a:extLst xmlns:a="http://schemas.openxmlformats.org/drawingml/2006/main">
                <a:ext uri="{FF2B5EF4-FFF2-40B4-BE49-F238E27FC236}">
                  <a16:creationId xmlns:a16="http://schemas.microsoft.com/office/drawing/2014/main" id="{58ACFBB7-5BF1-4F70-8805-98544BD8CA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24625" y="4715351"/>
              <a:ext cx="85725" cy="94297"/>
            </a:xfrm>
            <a:custGeom xmlns:a="http://schemas.openxmlformats.org/drawingml/2006/main">
              <a:pathLst>
                <a:path w="85725" h="94297">
                  <a:moveTo>
                    <a:pt x="85725" y="47149"/>
                  </a:moveTo>
                  <a:lnTo>
                    <a:pt x="0" y="94297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grpSp>
        <p:nvGrpSpPr>
          <p:cNvPr id="551" name="F3-route-342"/>
          <p:cNvGrpSpPr/>
          <p:nvPr/>
        </p:nvGrpSpPr>
        <p:grpSpPr>
          <ns1:xfrm xmlns:ns1="http://schemas.openxmlformats.org/drawingml/2006/main">
            <ns1:off x="8162925" y="4715351"/>
            <ns1:ext cx="180975" cy="94297"/>
            <ns1:chOff x="8162925" y="4715351"/>
            <ns1:chExt cx="180975" cy="94297"/>
          </ns1:xfrm>
        </p:grpSpPr>
        <p:sp>
          <p:nvSpPr>
            <p:cNvPr id="342" name="F3-route-342-0342-arrow-route">
              <a:extLst xmlns:a="http://schemas.openxmlformats.org/drawingml/2006/main">
                <a:ext uri="{FF2B5EF4-FFF2-40B4-BE49-F238E27FC236}">
                  <a16:creationId xmlns:a16="http://schemas.microsoft.com/office/drawing/2014/main" id="{93EB1353-BF2B-429D-AB59-199739CCBC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62925" y="4762500"/>
              <a:ext cx="180975" cy="9525"/>
            </a:xfrm>
            <a:custGeom xmlns:a="http://schemas.openxmlformats.org/drawingml/2006/main">
              <a:pathLst>
                <a:path w="180975" h="9525">
                  <a:moveTo>
                    <a:pt x="0" y="0"/>
                  </a:moveTo>
                  <a:lnTo>
                    <a:pt x="1809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2860">
              <a:solidFill>
                <a:srgbClr val="7482A5"/>
              </a:solidFill>
              <a:prstDash val="solid"/>
            </a:ln>
          </p:spPr>
        </p:sp>
        <p:sp>
          <p:nvSpPr>
            <p:cNvPr id="343" name="F3-route-342-0343-custom">
              <a:extLst xmlns:a="http://schemas.openxmlformats.org/drawingml/2006/main">
                <a:ext uri="{FF2B5EF4-FFF2-40B4-BE49-F238E27FC236}">
                  <a16:creationId xmlns:a16="http://schemas.microsoft.com/office/drawing/2014/main" id="{D5DBD68B-1302-4444-BF0E-A70A5ECEDC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58175" y="4715351"/>
              <a:ext cx="85725" cy="94297"/>
            </a:xfrm>
            <a:custGeom xmlns:a="http://schemas.openxmlformats.org/drawingml/2006/main">
              <a:pathLst>
                <a:path w="85725" h="94297">
                  <a:moveTo>
                    <a:pt x="85725" y="47149"/>
                  </a:moveTo>
                  <a:lnTo>
                    <a:pt x="0" y="94297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grpSp>
        <p:nvGrpSpPr>
          <p:cNvPr id="552" name="F3-route-344"/>
          <p:cNvGrpSpPr/>
          <p:nvPr/>
        </p:nvGrpSpPr>
        <p:grpSpPr>
          <ns1:xfrm xmlns:ns1="http://schemas.openxmlformats.org/drawingml/2006/main">
            <ns1:off x="9867900" y="4715351"/>
            <ns1:ext cx="152400" cy="94297"/>
            <ns1:chOff x="9867900" y="4715351"/>
            <ns1:chExt cx="152400" cy="94297"/>
          </ns1:xfrm>
        </p:grpSpPr>
        <p:sp>
          <p:nvSpPr>
            <p:cNvPr id="344" name="F3-route-344-0344-arrow-route">
              <a:extLst xmlns:a="http://schemas.openxmlformats.org/drawingml/2006/main">
                <a:ext uri="{FF2B5EF4-FFF2-40B4-BE49-F238E27FC236}">
                  <a16:creationId xmlns:a16="http://schemas.microsoft.com/office/drawing/2014/main" id="{15DBABDA-0614-4643-8D87-DD65DCAF56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67900" y="4762500"/>
              <a:ext cx="152400" cy="9525"/>
            </a:xfrm>
            <a:custGeom xmlns:a="http://schemas.openxmlformats.org/drawingml/2006/main"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2860">
              <a:solidFill>
                <a:srgbClr val="7482A5"/>
              </a:solidFill>
              <a:prstDash val="solid"/>
            </a:ln>
          </p:spPr>
        </p:sp>
        <p:sp>
          <p:nvSpPr>
            <p:cNvPr id="345" name="F3-route-344-0345-custom">
              <a:extLst xmlns:a="http://schemas.openxmlformats.org/drawingml/2006/main">
                <a:ext uri="{FF2B5EF4-FFF2-40B4-BE49-F238E27FC236}">
                  <a16:creationId xmlns:a16="http://schemas.microsoft.com/office/drawing/2014/main" id="{F11F561A-8CCE-4796-92E4-15E86D9865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34575" y="4715351"/>
              <a:ext cx="85725" cy="94297"/>
            </a:xfrm>
            <a:custGeom xmlns:a="http://schemas.openxmlformats.org/drawingml/2006/main">
              <a:pathLst>
                <a:path w="85725" h="94297">
                  <a:moveTo>
                    <a:pt x="85725" y="47149"/>
                  </a:moveTo>
                  <a:lnTo>
                    <a:pt x="0" y="94297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346" name="F3-0346-roundRect">
            <a:extLst xmlns:a="http://schemas.openxmlformats.org/drawingml/2006/main">
              <a:ext uri="{FF2B5EF4-FFF2-40B4-BE49-F238E27FC236}">
                <a16:creationId xmlns:a16="http://schemas.microsoft.com/office/drawing/2014/main" id="{D7D053F1-D2ED-4136-B1BD-8B425188B15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791950" y="3724275"/>
            <a:ext cx="2066925" cy="1552575"/>
          </a:xfrm>
          <a:prstGeom xmlns:a="http://schemas.openxmlformats.org/drawingml/2006/main" prst="roundRect">
            <a:avLst>
              <a:gd name="adj" fmla="val 30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BC2CD"/>
            </a:solidFill>
            <a:prstDash val="solid"/>
          </a:ln>
        </p:spPr>
      </p:sp>
      <p:sp>
        <p:nvSpPr>
          <p:cNvPr id="347" name="F3-0347-text"/>
          <p:cNvSpPr txBox="1"/>
          <p:nvPr/>
        </p:nvSpPr>
        <p:spPr>
          <ns0:xfrm xmlns:ns0="http://schemas.openxmlformats.org/drawingml/2006/main">
            <ns0:off x="11734800" y="3784600"/>
            <ns0:ext cx="2133600" cy="23613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Standardized output</ns0:t>
            </ns0:r>
          </ns0:p>
        </p:txBody>
      </p:sp>
      <p:sp>
        <p:nvSpPr>
          <p:cNvPr id="553" name="F3-math-1244-426"/>
          <p:cNvSpPr txBox="1"/>
          <p:nvPr/>
        </p:nvSpPr>
        <p:spPr>
          <ns0:xfrm xmlns:ns0="http://schemas.openxmlformats.org/drawingml/2006/main">
            <ns0:off x="11934825" y="4010025"/>
            <ns0:ext cx="1781175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Â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std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∈ R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16×14</ns0:t>
            </ns0:r>
          </ns0:p>
        </p:txBody>
      </p:sp>
      <p:sp>
        <p:nvSpPr>
          <p:cNvPr id="355" name="F3-0355-roundRect">
            <a:extLst xmlns:a="http://schemas.openxmlformats.org/drawingml/2006/main">
              <a:ext uri="{FF2B5EF4-FFF2-40B4-BE49-F238E27FC236}">
                <a16:creationId xmlns:a16="http://schemas.microsoft.com/office/drawing/2014/main" id="{24365D29-0248-45A6-85D7-558273A7670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30100" y="4324350"/>
            <a:ext cx="1323975" cy="70485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0478">
            <a:solidFill>
              <a:srgbClr val="A3ADC4"/>
            </a:solidFill>
            <a:prstDash val="solid"/>
          </a:ln>
        </p:spPr>
      </p:sp>
      <p:sp>
        <p:nvSpPr>
          <p:cNvPr id="356" name="F3-0356-line">
            <a:extLst xmlns:a="http://schemas.openxmlformats.org/drawingml/2006/main">
              <a:ext uri="{FF2B5EF4-FFF2-40B4-BE49-F238E27FC236}">
                <a16:creationId xmlns:a16="http://schemas.microsoft.com/office/drawing/2014/main" id="{2E44F525-FED0-46A4-AA2C-C5EE973B3B1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30100" y="4500563"/>
            <a:ext cx="1323975" cy="9525"/>
          </a:xfrm>
          <a:custGeom xmlns:a="http://schemas.openxmlformats.org/drawingml/2006/main">
            <a:pathLst>
              <a:path w="1323975" h="9525">
                <a:moveTo>
                  <a:pt x="0" y="0"/>
                </a:moveTo>
                <a:lnTo>
                  <a:pt x="132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57" name="F3-0357-line">
            <a:extLst xmlns:a="http://schemas.openxmlformats.org/drawingml/2006/main">
              <a:ext uri="{FF2B5EF4-FFF2-40B4-BE49-F238E27FC236}">
                <a16:creationId xmlns:a16="http://schemas.microsoft.com/office/drawing/2014/main" id="{446825C8-6E46-4FD1-BED6-27594432957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30100" y="4676775"/>
            <a:ext cx="1323975" cy="9525"/>
          </a:xfrm>
          <a:custGeom xmlns:a="http://schemas.openxmlformats.org/drawingml/2006/main">
            <a:pathLst>
              <a:path w="1323975" h="9525">
                <a:moveTo>
                  <a:pt x="0" y="0"/>
                </a:moveTo>
                <a:lnTo>
                  <a:pt x="132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58" name="F3-0358-line">
            <a:extLst xmlns:a="http://schemas.openxmlformats.org/drawingml/2006/main">
              <a:ext uri="{FF2B5EF4-FFF2-40B4-BE49-F238E27FC236}">
                <a16:creationId xmlns:a16="http://schemas.microsoft.com/office/drawing/2014/main" id="{720FB7F7-0CD6-449C-A172-65CFD04DE1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30100" y="4852988"/>
            <a:ext cx="1323975" cy="9525"/>
          </a:xfrm>
          <a:custGeom xmlns:a="http://schemas.openxmlformats.org/drawingml/2006/main">
            <a:pathLst>
              <a:path w="1323975" h="9525">
                <a:moveTo>
                  <a:pt x="0" y="0"/>
                </a:moveTo>
                <a:lnTo>
                  <a:pt x="1323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59" name="F3-0359-line">
            <a:extLst xmlns:a="http://schemas.openxmlformats.org/drawingml/2006/main">
              <a:ext uri="{FF2B5EF4-FFF2-40B4-BE49-F238E27FC236}">
                <a16:creationId xmlns:a16="http://schemas.microsoft.com/office/drawing/2014/main" id="{AAFE49E6-D117-4663-B441-B5E0D68F7C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50763" y="4324350"/>
            <a:ext cx="9525" cy="704850"/>
          </a:xfrm>
          <a:custGeom xmlns:a="http://schemas.openxmlformats.org/drawingml/2006/main">
            <a:pathLst>
              <a:path w="952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60" name="F3-0360-line">
            <a:extLst xmlns:a="http://schemas.openxmlformats.org/drawingml/2006/main">
              <a:ext uri="{FF2B5EF4-FFF2-40B4-BE49-F238E27FC236}">
                <a16:creationId xmlns:a16="http://schemas.microsoft.com/office/drawing/2014/main" id="{AD0242EB-1766-4E7E-B93F-7AB4B23031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71425" y="4324350"/>
            <a:ext cx="9525" cy="704850"/>
          </a:xfrm>
          <a:custGeom xmlns:a="http://schemas.openxmlformats.org/drawingml/2006/main">
            <a:pathLst>
              <a:path w="952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61" name="F3-0361-line">
            <a:extLst xmlns:a="http://schemas.openxmlformats.org/drawingml/2006/main">
              <a:ext uri="{FF2B5EF4-FFF2-40B4-BE49-F238E27FC236}">
                <a16:creationId xmlns:a16="http://schemas.microsoft.com/office/drawing/2014/main" id="{94F6C310-D460-4640-9662-40965922DC4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892088" y="4324350"/>
            <a:ext cx="9525" cy="704850"/>
          </a:xfrm>
          <a:custGeom xmlns:a="http://schemas.openxmlformats.org/drawingml/2006/main">
            <a:pathLst>
              <a:path w="952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62" name="F3-0362-line">
            <a:extLst xmlns:a="http://schemas.openxmlformats.org/drawingml/2006/main">
              <a:ext uri="{FF2B5EF4-FFF2-40B4-BE49-F238E27FC236}">
                <a16:creationId xmlns:a16="http://schemas.microsoft.com/office/drawing/2014/main" id="{42FB7BFA-FE66-4E0C-BE5F-C6CB86DEC0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112750" y="4324350"/>
            <a:ext cx="9525" cy="704850"/>
          </a:xfrm>
          <a:custGeom xmlns:a="http://schemas.openxmlformats.org/drawingml/2006/main">
            <a:pathLst>
              <a:path w="952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63" name="F3-0363-line">
            <a:extLst xmlns:a="http://schemas.openxmlformats.org/drawingml/2006/main">
              <a:ext uri="{FF2B5EF4-FFF2-40B4-BE49-F238E27FC236}">
                <a16:creationId xmlns:a16="http://schemas.microsoft.com/office/drawing/2014/main" id="{5710BEA0-83EE-47AE-95EE-102C34D2088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33413" y="4324350"/>
            <a:ext cx="9525" cy="704850"/>
          </a:xfrm>
          <a:custGeom xmlns:a="http://schemas.openxmlformats.org/drawingml/2006/main">
            <a:pathLst>
              <a:path w="952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364" name="F3-0364-text">
            <a:extLst xmlns:a="http://schemas.openxmlformats.org/drawingml/2006/main">
              <a:ext uri="{FF2B5EF4-FFF2-40B4-BE49-F238E27FC236}">
                <a16:creationId xmlns:a16="http://schemas.microsoft.com/office/drawing/2014/main" id="{CCE23763-8DDA-4E28-A0AC-E9C33287079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1953875" y="4289822"/>
            <a:ext cx="2286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65" name="F3-0365-text">
            <a:extLst xmlns:a="http://schemas.openxmlformats.org/drawingml/2006/main">
              <a:ext uri="{FF2B5EF4-FFF2-40B4-BE49-F238E27FC236}">
                <a16:creationId xmlns:a16="http://schemas.microsoft.com/office/drawing/2014/main" id="{B9060ECE-EFE6-455C-9DCC-2F1B5A7BB87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1953875" y="4524772"/>
            <a:ext cx="2286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66" name="F3-0366-symbol-22ee">
            <a:extLst xmlns:a="http://schemas.openxmlformats.org/drawingml/2006/main">
              <a:ext uri="{FF2B5EF4-FFF2-40B4-BE49-F238E27FC236}">
                <a16:creationId xmlns:a16="http://schemas.microsoft.com/office/drawing/2014/main" id="{EFAC0E6A-258B-4D5D-B24B-C610F523DB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59664" y="4795770"/>
            <a:ext cx="17022" cy="92227"/>
          </a:xfrm>
          <a:custGeom xmlns:a="http://schemas.openxmlformats.org/drawingml/2006/main">
            <a:pathLst>
              <a:path w="17022" h="92227">
                <a:moveTo>
                  <a:pt x="8511" y="17999"/>
                </a:moveTo>
                <a:lnTo>
                  <a:pt x="7915" y="17981"/>
                </a:lnTo>
                <a:lnTo>
                  <a:pt x="7335" y="17928"/>
                </a:lnTo>
                <a:lnTo>
                  <a:pt x="6771" y="17840"/>
                </a:lnTo>
                <a:lnTo>
                  <a:pt x="6224" y="17716"/>
                </a:lnTo>
                <a:lnTo>
                  <a:pt x="5694" y="17557"/>
                </a:lnTo>
                <a:lnTo>
                  <a:pt x="5180" y="17362"/>
                </a:lnTo>
                <a:lnTo>
                  <a:pt x="4682" y="17132"/>
                </a:lnTo>
                <a:lnTo>
                  <a:pt x="4201" y="16867"/>
                </a:lnTo>
                <a:lnTo>
                  <a:pt x="3737" y="16567"/>
                </a:lnTo>
                <a:lnTo>
                  <a:pt x="3289" y="16231"/>
                </a:lnTo>
                <a:lnTo>
                  <a:pt x="2857" y="15859"/>
                </a:lnTo>
                <a:lnTo>
                  <a:pt x="2442" y="15453"/>
                </a:lnTo>
                <a:lnTo>
                  <a:pt x="2052" y="15019"/>
                </a:lnTo>
                <a:lnTo>
                  <a:pt x="1696" y="14566"/>
                </a:lnTo>
                <a:lnTo>
                  <a:pt x="1373" y="14094"/>
                </a:lnTo>
                <a:lnTo>
                  <a:pt x="1085" y="13604"/>
                </a:lnTo>
                <a:lnTo>
                  <a:pt x="831" y="13094"/>
                </a:lnTo>
                <a:lnTo>
                  <a:pt x="610" y="12566"/>
                </a:lnTo>
                <a:lnTo>
                  <a:pt x="424" y="12019"/>
                </a:lnTo>
                <a:lnTo>
                  <a:pt x="271" y="11453"/>
                </a:lnTo>
                <a:lnTo>
                  <a:pt x="153" y="10868"/>
                </a:lnTo>
                <a:lnTo>
                  <a:pt x="68" y="10264"/>
                </a:lnTo>
                <a:lnTo>
                  <a:pt x="17" y="9641"/>
                </a:lnTo>
                <a:lnTo>
                  <a:pt x="0" y="8999"/>
                </a:lnTo>
                <a:lnTo>
                  <a:pt x="17" y="8358"/>
                </a:lnTo>
                <a:lnTo>
                  <a:pt x="68" y="7735"/>
                </a:lnTo>
                <a:lnTo>
                  <a:pt x="153" y="7131"/>
                </a:lnTo>
                <a:lnTo>
                  <a:pt x="271" y="6546"/>
                </a:lnTo>
                <a:lnTo>
                  <a:pt x="424" y="5980"/>
                </a:lnTo>
                <a:lnTo>
                  <a:pt x="610" y="5433"/>
                </a:lnTo>
                <a:lnTo>
                  <a:pt x="831" y="4904"/>
                </a:lnTo>
                <a:lnTo>
                  <a:pt x="1085" y="4395"/>
                </a:lnTo>
                <a:lnTo>
                  <a:pt x="1373" y="3905"/>
                </a:lnTo>
                <a:lnTo>
                  <a:pt x="1696" y="3433"/>
                </a:lnTo>
                <a:lnTo>
                  <a:pt x="2052" y="2980"/>
                </a:lnTo>
                <a:lnTo>
                  <a:pt x="2442" y="2546"/>
                </a:lnTo>
                <a:lnTo>
                  <a:pt x="2857" y="2140"/>
                </a:lnTo>
                <a:lnTo>
                  <a:pt x="3289" y="1768"/>
                </a:lnTo>
                <a:lnTo>
                  <a:pt x="3737" y="1432"/>
                </a:lnTo>
                <a:lnTo>
                  <a:pt x="4201" y="1132"/>
                </a:lnTo>
                <a:lnTo>
                  <a:pt x="4682" y="866"/>
                </a:lnTo>
                <a:lnTo>
                  <a:pt x="5180" y="637"/>
                </a:lnTo>
                <a:lnTo>
                  <a:pt x="5694" y="442"/>
                </a:lnTo>
                <a:lnTo>
                  <a:pt x="6224" y="283"/>
                </a:lnTo>
                <a:lnTo>
                  <a:pt x="6771" y="159"/>
                </a:lnTo>
                <a:lnTo>
                  <a:pt x="7335" y="71"/>
                </a:lnTo>
                <a:lnTo>
                  <a:pt x="7915" y="18"/>
                </a:lnTo>
                <a:lnTo>
                  <a:pt x="8511" y="0"/>
                </a:lnTo>
                <a:lnTo>
                  <a:pt x="9107" y="18"/>
                </a:lnTo>
                <a:lnTo>
                  <a:pt x="9687" y="71"/>
                </a:lnTo>
                <a:lnTo>
                  <a:pt x="10251" y="159"/>
                </a:lnTo>
                <a:lnTo>
                  <a:pt x="10798" y="283"/>
                </a:lnTo>
                <a:lnTo>
                  <a:pt x="11328" y="442"/>
                </a:lnTo>
                <a:lnTo>
                  <a:pt x="11842" y="637"/>
                </a:lnTo>
                <a:lnTo>
                  <a:pt x="12340" y="866"/>
                </a:lnTo>
                <a:lnTo>
                  <a:pt x="12821" y="1132"/>
                </a:lnTo>
                <a:lnTo>
                  <a:pt x="13286" y="1432"/>
                </a:lnTo>
                <a:lnTo>
                  <a:pt x="13734" y="1768"/>
                </a:lnTo>
                <a:lnTo>
                  <a:pt x="14165" y="2140"/>
                </a:lnTo>
                <a:lnTo>
                  <a:pt x="14581" y="2546"/>
                </a:lnTo>
                <a:lnTo>
                  <a:pt x="14971" y="2980"/>
                </a:lnTo>
                <a:lnTo>
                  <a:pt x="15327" y="3433"/>
                </a:lnTo>
                <a:lnTo>
                  <a:pt x="15649" y="3905"/>
                </a:lnTo>
                <a:lnTo>
                  <a:pt x="15937" y="4395"/>
                </a:lnTo>
                <a:lnTo>
                  <a:pt x="16191" y="4904"/>
                </a:lnTo>
                <a:lnTo>
                  <a:pt x="16412" y="5433"/>
                </a:lnTo>
                <a:lnTo>
                  <a:pt x="16598" y="5980"/>
                </a:lnTo>
                <a:lnTo>
                  <a:pt x="16751" y="6546"/>
                </a:lnTo>
                <a:lnTo>
                  <a:pt x="16870" y="7131"/>
                </a:lnTo>
                <a:lnTo>
                  <a:pt x="16954" y="7735"/>
                </a:lnTo>
                <a:lnTo>
                  <a:pt x="17005" y="8358"/>
                </a:lnTo>
                <a:lnTo>
                  <a:pt x="17022" y="8999"/>
                </a:lnTo>
                <a:lnTo>
                  <a:pt x="17005" y="9641"/>
                </a:lnTo>
                <a:lnTo>
                  <a:pt x="16954" y="10264"/>
                </a:lnTo>
                <a:lnTo>
                  <a:pt x="16870" y="10868"/>
                </a:lnTo>
                <a:lnTo>
                  <a:pt x="16751" y="11453"/>
                </a:lnTo>
                <a:lnTo>
                  <a:pt x="16598" y="12019"/>
                </a:lnTo>
                <a:lnTo>
                  <a:pt x="16412" y="12566"/>
                </a:lnTo>
                <a:lnTo>
                  <a:pt x="16191" y="13094"/>
                </a:lnTo>
                <a:lnTo>
                  <a:pt x="15937" y="13604"/>
                </a:lnTo>
                <a:lnTo>
                  <a:pt x="15649" y="14094"/>
                </a:lnTo>
                <a:lnTo>
                  <a:pt x="15327" y="14566"/>
                </a:lnTo>
                <a:lnTo>
                  <a:pt x="14971" y="15019"/>
                </a:lnTo>
                <a:lnTo>
                  <a:pt x="14581" y="15453"/>
                </a:lnTo>
                <a:lnTo>
                  <a:pt x="14165" y="15859"/>
                </a:lnTo>
                <a:lnTo>
                  <a:pt x="13734" y="16231"/>
                </a:lnTo>
                <a:lnTo>
                  <a:pt x="13286" y="16567"/>
                </a:lnTo>
                <a:lnTo>
                  <a:pt x="12821" y="16867"/>
                </a:lnTo>
                <a:lnTo>
                  <a:pt x="12340" y="17132"/>
                </a:lnTo>
                <a:lnTo>
                  <a:pt x="11842" y="17362"/>
                </a:lnTo>
                <a:lnTo>
                  <a:pt x="11328" y="17557"/>
                </a:lnTo>
                <a:lnTo>
                  <a:pt x="10798" y="17716"/>
                </a:lnTo>
                <a:lnTo>
                  <a:pt x="10251" y="17840"/>
                </a:lnTo>
                <a:lnTo>
                  <a:pt x="9687" y="17928"/>
                </a:lnTo>
                <a:lnTo>
                  <a:pt x="9107" y="17981"/>
                </a:lnTo>
                <a:lnTo>
                  <a:pt x="8511" y="17999"/>
                </a:lnTo>
                <a:close/>
                <a:moveTo>
                  <a:pt x="8511" y="55113"/>
                </a:moveTo>
                <a:lnTo>
                  <a:pt x="7915" y="55095"/>
                </a:lnTo>
                <a:lnTo>
                  <a:pt x="7335" y="55042"/>
                </a:lnTo>
                <a:lnTo>
                  <a:pt x="6771" y="54954"/>
                </a:lnTo>
                <a:lnTo>
                  <a:pt x="6224" y="54830"/>
                </a:lnTo>
                <a:lnTo>
                  <a:pt x="5694" y="54671"/>
                </a:lnTo>
                <a:lnTo>
                  <a:pt x="5180" y="54476"/>
                </a:lnTo>
                <a:lnTo>
                  <a:pt x="4682" y="54246"/>
                </a:lnTo>
                <a:lnTo>
                  <a:pt x="4201" y="53981"/>
                </a:lnTo>
                <a:lnTo>
                  <a:pt x="3737" y="53681"/>
                </a:lnTo>
                <a:lnTo>
                  <a:pt x="3289" y="53345"/>
                </a:lnTo>
                <a:lnTo>
                  <a:pt x="2857" y="52973"/>
                </a:lnTo>
                <a:lnTo>
                  <a:pt x="2442" y="52567"/>
                </a:lnTo>
                <a:lnTo>
                  <a:pt x="2052" y="52133"/>
                </a:lnTo>
                <a:lnTo>
                  <a:pt x="1696" y="51680"/>
                </a:lnTo>
                <a:lnTo>
                  <a:pt x="1373" y="51208"/>
                </a:lnTo>
                <a:lnTo>
                  <a:pt x="1085" y="50718"/>
                </a:lnTo>
                <a:lnTo>
                  <a:pt x="831" y="50208"/>
                </a:lnTo>
                <a:lnTo>
                  <a:pt x="610" y="49680"/>
                </a:lnTo>
                <a:lnTo>
                  <a:pt x="424" y="49133"/>
                </a:lnTo>
                <a:lnTo>
                  <a:pt x="271" y="48567"/>
                </a:lnTo>
                <a:lnTo>
                  <a:pt x="153" y="47982"/>
                </a:lnTo>
                <a:lnTo>
                  <a:pt x="68" y="47378"/>
                </a:lnTo>
                <a:lnTo>
                  <a:pt x="17" y="46755"/>
                </a:lnTo>
                <a:lnTo>
                  <a:pt x="0" y="46113"/>
                </a:lnTo>
                <a:lnTo>
                  <a:pt x="17" y="45472"/>
                </a:lnTo>
                <a:lnTo>
                  <a:pt x="68" y="44849"/>
                </a:lnTo>
                <a:lnTo>
                  <a:pt x="153" y="44245"/>
                </a:lnTo>
                <a:lnTo>
                  <a:pt x="271" y="43660"/>
                </a:lnTo>
                <a:lnTo>
                  <a:pt x="424" y="43094"/>
                </a:lnTo>
                <a:lnTo>
                  <a:pt x="610" y="42547"/>
                </a:lnTo>
                <a:lnTo>
                  <a:pt x="831" y="42019"/>
                </a:lnTo>
                <a:lnTo>
                  <a:pt x="1085" y="41509"/>
                </a:lnTo>
                <a:lnTo>
                  <a:pt x="1373" y="41019"/>
                </a:lnTo>
                <a:lnTo>
                  <a:pt x="1696" y="40547"/>
                </a:lnTo>
                <a:lnTo>
                  <a:pt x="2052" y="40094"/>
                </a:lnTo>
                <a:lnTo>
                  <a:pt x="2442" y="39660"/>
                </a:lnTo>
                <a:lnTo>
                  <a:pt x="2857" y="39254"/>
                </a:lnTo>
                <a:lnTo>
                  <a:pt x="3289" y="38882"/>
                </a:lnTo>
                <a:lnTo>
                  <a:pt x="3737" y="38546"/>
                </a:lnTo>
                <a:lnTo>
                  <a:pt x="4201" y="38246"/>
                </a:lnTo>
                <a:lnTo>
                  <a:pt x="4682" y="37980"/>
                </a:lnTo>
                <a:lnTo>
                  <a:pt x="5180" y="37751"/>
                </a:lnTo>
                <a:lnTo>
                  <a:pt x="5694" y="37556"/>
                </a:lnTo>
                <a:lnTo>
                  <a:pt x="6224" y="37397"/>
                </a:lnTo>
                <a:lnTo>
                  <a:pt x="6771" y="37273"/>
                </a:lnTo>
                <a:lnTo>
                  <a:pt x="7335" y="37185"/>
                </a:lnTo>
                <a:lnTo>
                  <a:pt x="7915" y="37132"/>
                </a:lnTo>
                <a:lnTo>
                  <a:pt x="8511" y="37114"/>
                </a:lnTo>
                <a:lnTo>
                  <a:pt x="9107" y="37132"/>
                </a:lnTo>
                <a:lnTo>
                  <a:pt x="9687" y="37185"/>
                </a:lnTo>
                <a:lnTo>
                  <a:pt x="10251" y="37273"/>
                </a:lnTo>
                <a:lnTo>
                  <a:pt x="10798" y="37397"/>
                </a:lnTo>
                <a:lnTo>
                  <a:pt x="11328" y="37556"/>
                </a:lnTo>
                <a:lnTo>
                  <a:pt x="11842" y="37751"/>
                </a:lnTo>
                <a:lnTo>
                  <a:pt x="12340" y="37980"/>
                </a:lnTo>
                <a:lnTo>
                  <a:pt x="12821" y="38246"/>
                </a:lnTo>
                <a:lnTo>
                  <a:pt x="13286" y="38546"/>
                </a:lnTo>
                <a:lnTo>
                  <a:pt x="13734" y="38882"/>
                </a:lnTo>
                <a:lnTo>
                  <a:pt x="14165" y="39254"/>
                </a:lnTo>
                <a:lnTo>
                  <a:pt x="14581" y="39660"/>
                </a:lnTo>
                <a:lnTo>
                  <a:pt x="14971" y="40094"/>
                </a:lnTo>
                <a:lnTo>
                  <a:pt x="15327" y="40547"/>
                </a:lnTo>
                <a:lnTo>
                  <a:pt x="15649" y="41019"/>
                </a:lnTo>
                <a:lnTo>
                  <a:pt x="15937" y="41509"/>
                </a:lnTo>
                <a:lnTo>
                  <a:pt x="16191" y="42019"/>
                </a:lnTo>
                <a:lnTo>
                  <a:pt x="16412" y="42547"/>
                </a:lnTo>
                <a:lnTo>
                  <a:pt x="16598" y="43094"/>
                </a:lnTo>
                <a:lnTo>
                  <a:pt x="16751" y="43660"/>
                </a:lnTo>
                <a:lnTo>
                  <a:pt x="16870" y="44245"/>
                </a:lnTo>
                <a:lnTo>
                  <a:pt x="16954" y="44849"/>
                </a:lnTo>
                <a:lnTo>
                  <a:pt x="17005" y="45472"/>
                </a:lnTo>
                <a:lnTo>
                  <a:pt x="17022" y="46113"/>
                </a:lnTo>
                <a:lnTo>
                  <a:pt x="17005" y="46755"/>
                </a:lnTo>
                <a:lnTo>
                  <a:pt x="16954" y="47378"/>
                </a:lnTo>
                <a:lnTo>
                  <a:pt x="16870" y="47982"/>
                </a:lnTo>
                <a:lnTo>
                  <a:pt x="16751" y="48567"/>
                </a:lnTo>
                <a:lnTo>
                  <a:pt x="16598" y="49133"/>
                </a:lnTo>
                <a:lnTo>
                  <a:pt x="16412" y="49680"/>
                </a:lnTo>
                <a:lnTo>
                  <a:pt x="16191" y="50208"/>
                </a:lnTo>
                <a:lnTo>
                  <a:pt x="15937" y="50718"/>
                </a:lnTo>
                <a:lnTo>
                  <a:pt x="15649" y="51208"/>
                </a:lnTo>
                <a:lnTo>
                  <a:pt x="15327" y="51680"/>
                </a:lnTo>
                <a:lnTo>
                  <a:pt x="14971" y="52133"/>
                </a:lnTo>
                <a:lnTo>
                  <a:pt x="14581" y="52567"/>
                </a:lnTo>
                <a:lnTo>
                  <a:pt x="14165" y="52973"/>
                </a:lnTo>
                <a:lnTo>
                  <a:pt x="13734" y="53345"/>
                </a:lnTo>
                <a:lnTo>
                  <a:pt x="13286" y="53681"/>
                </a:lnTo>
                <a:lnTo>
                  <a:pt x="12821" y="53981"/>
                </a:lnTo>
                <a:lnTo>
                  <a:pt x="12340" y="54246"/>
                </a:lnTo>
                <a:lnTo>
                  <a:pt x="11842" y="54476"/>
                </a:lnTo>
                <a:lnTo>
                  <a:pt x="11328" y="54671"/>
                </a:lnTo>
                <a:lnTo>
                  <a:pt x="10798" y="54830"/>
                </a:lnTo>
                <a:lnTo>
                  <a:pt x="10251" y="54954"/>
                </a:lnTo>
                <a:lnTo>
                  <a:pt x="9687" y="55042"/>
                </a:lnTo>
                <a:lnTo>
                  <a:pt x="9107" y="55095"/>
                </a:lnTo>
                <a:lnTo>
                  <a:pt x="8511" y="55113"/>
                </a:lnTo>
                <a:close/>
                <a:moveTo>
                  <a:pt x="8511" y="92227"/>
                </a:moveTo>
                <a:lnTo>
                  <a:pt x="7915" y="92209"/>
                </a:lnTo>
                <a:lnTo>
                  <a:pt x="7335" y="92156"/>
                </a:lnTo>
                <a:lnTo>
                  <a:pt x="6771" y="92068"/>
                </a:lnTo>
                <a:lnTo>
                  <a:pt x="6224" y="91944"/>
                </a:lnTo>
                <a:lnTo>
                  <a:pt x="5694" y="91785"/>
                </a:lnTo>
                <a:lnTo>
                  <a:pt x="5180" y="91590"/>
                </a:lnTo>
                <a:lnTo>
                  <a:pt x="4682" y="91360"/>
                </a:lnTo>
                <a:lnTo>
                  <a:pt x="4201" y="91095"/>
                </a:lnTo>
                <a:lnTo>
                  <a:pt x="3737" y="90795"/>
                </a:lnTo>
                <a:lnTo>
                  <a:pt x="3289" y="90459"/>
                </a:lnTo>
                <a:lnTo>
                  <a:pt x="2857" y="90087"/>
                </a:lnTo>
                <a:lnTo>
                  <a:pt x="2442" y="89681"/>
                </a:lnTo>
                <a:lnTo>
                  <a:pt x="2052" y="89247"/>
                </a:lnTo>
                <a:lnTo>
                  <a:pt x="1696" y="88794"/>
                </a:lnTo>
                <a:lnTo>
                  <a:pt x="1373" y="88322"/>
                </a:lnTo>
                <a:lnTo>
                  <a:pt x="1085" y="87832"/>
                </a:lnTo>
                <a:lnTo>
                  <a:pt x="831" y="87322"/>
                </a:lnTo>
                <a:lnTo>
                  <a:pt x="610" y="86794"/>
                </a:lnTo>
                <a:lnTo>
                  <a:pt x="424" y="86247"/>
                </a:lnTo>
                <a:lnTo>
                  <a:pt x="271" y="85681"/>
                </a:lnTo>
                <a:lnTo>
                  <a:pt x="153" y="85096"/>
                </a:lnTo>
                <a:lnTo>
                  <a:pt x="68" y="84492"/>
                </a:lnTo>
                <a:lnTo>
                  <a:pt x="17" y="83869"/>
                </a:lnTo>
                <a:lnTo>
                  <a:pt x="0" y="83227"/>
                </a:lnTo>
                <a:lnTo>
                  <a:pt x="17" y="82586"/>
                </a:lnTo>
                <a:lnTo>
                  <a:pt x="68" y="81963"/>
                </a:lnTo>
                <a:lnTo>
                  <a:pt x="153" y="81359"/>
                </a:lnTo>
                <a:lnTo>
                  <a:pt x="271" y="80774"/>
                </a:lnTo>
                <a:lnTo>
                  <a:pt x="424" y="80208"/>
                </a:lnTo>
                <a:lnTo>
                  <a:pt x="610" y="79661"/>
                </a:lnTo>
                <a:lnTo>
                  <a:pt x="831" y="79133"/>
                </a:lnTo>
                <a:lnTo>
                  <a:pt x="1085" y="78623"/>
                </a:lnTo>
                <a:lnTo>
                  <a:pt x="1373" y="78133"/>
                </a:lnTo>
                <a:lnTo>
                  <a:pt x="1696" y="77661"/>
                </a:lnTo>
                <a:lnTo>
                  <a:pt x="2052" y="77208"/>
                </a:lnTo>
                <a:lnTo>
                  <a:pt x="2442" y="76774"/>
                </a:lnTo>
                <a:lnTo>
                  <a:pt x="2857" y="76368"/>
                </a:lnTo>
                <a:lnTo>
                  <a:pt x="3289" y="75996"/>
                </a:lnTo>
                <a:lnTo>
                  <a:pt x="3737" y="75660"/>
                </a:lnTo>
                <a:lnTo>
                  <a:pt x="4201" y="75360"/>
                </a:lnTo>
                <a:lnTo>
                  <a:pt x="4682" y="75094"/>
                </a:lnTo>
                <a:lnTo>
                  <a:pt x="5180" y="74865"/>
                </a:lnTo>
                <a:lnTo>
                  <a:pt x="5694" y="74670"/>
                </a:lnTo>
                <a:lnTo>
                  <a:pt x="6224" y="74511"/>
                </a:lnTo>
                <a:lnTo>
                  <a:pt x="6771" y="74387"/>
                </a:lnTo>
                <a:lnTo>
                  <a:pt x="7335" y="74299"/>
                </a:lnTo>
                <a:lnTo>
                  <a:pt x="7915" y="74246"/>
                </a:lnTo>
                <a:lnTo>
                  <a:pt x="8511" y="74228"/>
                </a:lnTo>
                <a:lnTo>
                  <a:pt x="9107" y="74246"/>
                </a:lnTo>
                <a:lnTo>
                  <a:pt x="9687" y="74299"/>
                </a:lnTo>
                <a:lnTo>
                  <a:pt x="10251" y="74387"/>
                </a:lnTo>
                <a:lnTo>
                  <a:pt x="10798" y="74511"/>
                </a:lnTo>
                <a:lnTo>
                  <a:pt x="11328" y="74670"/>
                </a:lnTo>
                <a:lnTo>
                  <a:pt x="11842" y="74865"/>
                </a:lnTo>
                <a:lnTo>
                  <a:pt x="12340" y="75094"/>
                </a:lnTo>
                <a:lnTo>
                  <a:pt x="12821" y="75360"/>
                </a:lnTo>
                <a:lnTo>
                  <a:pt x="13286" y="75660"/>
                </a:lnTo>
                <a:lnTo>
                  <a:pt x="13734" y="75996"/>
                </a:lnTo>
                <a:lnTo>
                  <a:pt x="14165" y="76368"/>
                </a:lnTo>
                <a:lnTo>
                  <a:pt x="14581" y="76774"/>
                </a:lnTo>
                <a:lnTo>
                  <a:pt x="14971" y="77208"/>
                </a:lnTo>
                <a:lnTo>
                  <a:pt x="15327" y="77661"/>
                </a:lnTo>
                <a:lnTo>
                  <a:pt x="15649" y="78133"/>
                </a:lnTo>
                <a:lnTo>
                  <a:pt x="15937" y="78623"/>
                </a:lnTo>
                <a:lnTo>
                  <a:pt x="16191" y="79133"/>
                </a:lnTo>
                <a:lnTo>
                  <a:pt x="16412" y="79661"/>
                </a:lnTo>
                <a:lnTo>
                  <a:pt x="16598" y="80208"/>
                </a:lnTo>
                <a:lnTo>
                  <a:pt x="16751" y="80774"/>
                </a:lnTo>
                <a:lnTo>
                  <a:pt x="16870" y="81359"/>
                </a:lnTo>
                <a:lnTo>
                  <a:pt x="16954" y="81963"/>
                </a:lnTo>
                <a:lnTo>
                  <a:pt x="17005" y="82586"/>
                </a:lnTo>
                <a:lnTo>
                  <a:pt x="17022" y="83227"/>
                </a:lnTo>
                <a:lnTo>
                  <a:pt x="17005" y="83869"/>
                </a:lnTo>
                <a:lnTo>
                  <a:pt x="16954" y="84492"/>
                </a:lnTo>
                <a:lnTo>
                  <a:pt x="16870" y="85096"/>
                </a:lnTo>
                <a:lnTo>
                  <a:pt x="16751" y="85681"/>
                </a:lnTo>
                <a:lnTo>
                  <a:pt x="16598" y="86247"/>
                </a:lnTo>
                <a:lnTo>
                  <a:pt x="16412" y="86794"/>
                </a:lnTo>
                <a:lnTo>
                  <a:pt x="16191" y="87322"/>
                </a:lnTo>
                <a:lnTo>
                  <a:pt x="15937" y="87832"/>
                </a:lnTo>
                <a:lnTo>
                  <a:pt x="15649" y="88322"/>
                </a:lnTo>
                <a:lnTo>
                  <a:pt x="15327" y="88794"/>
                </a:lnTo>
                <a:lnTo>
                  <a:pt x="14971" y="89247"/>
                </a:lnTo>
                <a:lnTo>
                  <a:pt x="14581" y="89681"/>
                </a:lnTo>
                <a:lnTo>
                  <a:pt x="14165" y="90087"/>
                </a:lnTo>
                <a:lnTo>
                  <a:pt x="13734" y="90459"/>
                </a:lnTo>
                <a:lnTo>
                  <a:pt x="13286" y="90795"/>
                </a:lnTo>
                <a:lnTo>
                  <a:pt x="12821" y="91095"/>
                </a:lnTo>
                <a:lnTo>
                  <a:pt x="12340" y="91360"/>
                </a:lnTo>
                <a:lnTo>
                  <a:pt x="11842" y="91590"/>
                </a:lnTo>
                <a:lnTo>
                  <a:pt x="11328" y="91785"/>
                </a:lnTo>
                <a:lnTo>
                  <a:pt x="10798" y="91944"/>
                </a:lnTo>
                <a:lnTo>
                  <a:pt x="10251" y="92068"/>
                </a:lnTo>
                <a:lnTo>
                  <a:pt x="9687" y="92156"/>
                </a:lnTo>
                <a:lnTo>
                  <a:pt x="9107" y="92209"/>
                </a:lnTo>
                <a:lnTo>
                  <a:pt x="8511" y="92227"/>
                </a:lnTo>
                <a:close/>
              </a:path>
            </a:pathLst>
          </a:custGeom>
          <a:solidFill xmlns:a="http://schemas.openxmlformats.org/drawingml/2006/main">
            <a:srgbClr val="252A32"/>
          </a:solidFill>
          <a:ln xmlns:a="http://schemas.openxmlformats.org/drawingml/2006/main" w="0">
            <a:noFill/>
          </a:ln>
        </p:spPr>
      </p:sp>
      <p:sp>
        <p:nvSpPr>
          <p:cNvPr id="367" name="F3-0367-text">
            <a:extLst xmlns:a="http://schemas.openxmlformats.org/drawingml/2006/main">
              <a:ext uri="{FF2B5EF4-FFF2-40B4-BE49-F238E27FC236}">
                <a16:creationId xmlns:a16="http://schemas.microsoft.com/office/drawing/2014/main" id="{2F699143-31AC-4201-AD66-2324074EE5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1941175" y="4918472"/>
            <a:ext cx="2540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368" name="F3-0368-text"/>
          <p:cNvSpPr txBox="1"/>
          <p:nvPr/>
        </p:nvSpPr>
        <p:spPr>
          <ns0:xfrm xmlns:ns0="http://schemas.openxmlformats.org/drawingml/2006/main">
            <ns0:off x="12230100" y="5051822"/>
            <ns0:ext cx="220663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</ns0:t>
            </ns0:r>
          </ns0:p>
        </p:txBody>
      </p:sp>
      <p:sp>
        <p:nvSpPr>
          <p:cNvPr id="369" name="F3-0369-text"/>
          <p:cNvSpPr txBox="1"/>
          <p:nvPr/>
        </p:nvSpPr>
        <p:spPr>
          <ns0:xfrm xmlns:ns0="http://schemas.openxmlformats.org/drawingml/2006/main">
            <ns0:off x="12450763" y="5051822"/>
            <ns0:ext cx="220663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2</ns0:t>
            </ns0:r>
          </ns0:p>
        </p:txBody>
      </p:sp>
      <p:sp>
        <p:nvSpPr>
          <p:cNvPr id="370" name="F3-0370-text"/>
          <p:cNvSpPr txBox="1"/>
          <p:nvPr/>
        </p:nvSpPr>
        <p:spPr>
          <ns0:xfrm xmlns:ns0="http://schemas.openxmlformats.org/drawingml/2006/main">
            <ns0:off x="12827000" y="5051822"/>
            <ns0:ext cx="279400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…</ns0:t>
            </ns0:r>
          </ns0:p>
        </p:txBody>
      </p:sp>
      <p:sp>
        <p:nvSpPr>
          <p:cNvPr id="371" name="F3-0371-text"/>
          <p:cNvSpPr txBox="1"/>
          <p:nvPr/>
        </p:nvSpPr>
        <p:spPr>
          <ns0:xfrm xmlns:ns0="http://schemas.openxmlformats.org/drawingml/2006/main">
            <ns0:off x="12892088" y="5051822"/>
            <ns0:ext cx="220663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/>
            </ns0:r>
          </ns0:p>
        </p:txBody>
      </p:sp>
      <p:sp>
        <p:nvSpPr>
          <p:cNvPr id="372" name="F3-0372-text"/>
          <p:cNvSpPr txBox="1"/>
          <p:nvPr/>
        </p:nvSpPr>
        <p:spPr>
          <ns0:xfrm xmlns:ns0="http://schemas.openxmlformats.org/drawingml/2006/main">
            <ns0:off x="13112750" y="5051822"/>
            <ns0:ext cx="220663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/>
            </ns0:r>
          </ns0:p>
        </p:txBody>
      </p:sp>
      <p:sp>
        <p:nvSpPr>
          <p:cNvPr id="373" name="F3-0373-text"/>
          <p:cNvSpPr txBox="1"/>
          <p:nvPr/>
        </p:nvSpPr>
        <p:spPr>
          <ns0:xfrm xmlns:ns0="http://schemas.openxmlformats.org/drawingml/2006/main">
            <ns0:off x="13316744" y="5051822"/>
            <ns0:ext cx="254000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14</ns0:t>
            </ns0:r>
          </ns0:p>
        </p:txBody>
      </p:sp>
      <p:grpSp>
        <p:nvGrpSpPr>
          <p:cNvPr id="554" name="F3-route-374"/>
          <p:cNvGrpSpPr/>
          <p:nvPr/>
        </p:nvGrpSpPr>
        <p:grpSpPr>
          <ns1:xfrm xmlns:ns1="http://schemas.openxmlformats.org/drawingml/2006/main">
            <ns1:off x="11487150" y="4713465"/>
            <ns1:ext cx="304800" cy="98069"/>
            <ns1:chOff x="11487150" y="4713465"/>
            <ns1:chExt cx="304800" cy="98069"/>
          </ns1:xfrm>
        </p:grpSpPr>
        <p:sp>
          <p:nvSpPr>
            <p:cNvPr id="374" name="F3-route-374-0374-arrow-route">
              <a:extLst xmlns:a="http://schemas.openxmlformats.org/drawingml/2006/main">
                <a:ext uri="{FF2B5EF4-FFF2-40B4-BE49-F238E27FC236}">
                  <a16:creationId xmlns:a16="http://schemas.microsoft.com/office/drawing/2014/main" id="{BB52E9D5-D49B-4697-B7D6-97193FC042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87150" y="4762500"/>
              <a:ext cx="304800" cy="9525"/>
            </a:xfrm>
            <a:custGeom xmlns:a="http://schemas.openxmlformats.org/drawingml/2006/main"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7482A5"/>
              </a:solidFill>
              <a:prstDash val="solid"/>
            </a:ln>
          </p:spPr>
        </p:sp>
        <p:sp>
          <p:nvSpPr>
            <p:cNvPr id="375" name="F3-route-374-0375-custom">
              <a:extLst xmlns:a="http://schemas.openxmlformats.org/drawingml/2006/main">
                <a:ext uri="{FF2B5EF4-FFF2-40B4-BE49-F238E27FC236}">
                  <a16:creationId xmlns:a16="http://schemas.microsoft.com/office/drawing/2014/main" id="{01461A4C-5D02-414A-9096-15B60E7EB0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702796" y="4713465"/>
              <a:ext cx="89154" cy="98069"/>
            </a:xfrm>
            <a:custGeom xmlns:a="http://schemas.openxmlformats.org/drawingml/2006/main">
              <a:pathLst>
                <a:path w="89154" h="98069">
                  <a:moveTo>
                    <a:pt x="89154" y="49035"/>
                  </a:moveTo>
                  <a:lnTo>
                    <a:pt x="0" y="98069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grpSp>
        <p:nvGrpSpPr>
          <p:cNvPr id="555" name="F3-route-376"/>
          <p:cNvGrpSpPr/>
          <p:nvPr/>
        </p:nvGrpSpPr>
        <p:grpSpPr>
          <ns1:xfrm xmlns:ns1="http://schemas.openxmlformats.org/drawingml/2006/main">
            <ns1:off x="1295876" y="4981575"/>
            <ns1:ext cx="94297" cy="200025"/>
            <ns1:chOff x="1295876" y="4981575"/>
            <ns1:chExt cx="94297" cy="200025"/>
          </ns1:xfrm>
        </p:grpSpPr>
        <p:sp>
          <p:nvSpPr>
            <p:cNvPr id="376" name="F3-route-376-0376-arrow-route">
              <a:extLst xmlns:a="http://schemas.openxmlformats.org/drawingml/2006/main">
                <a:ext uri="{FF2B5EF4-FFF2-40B4-BE49-F238E27FC236}">
                  <a16:creationId xmlns:a16="http://schemas.microsoft.com/office/drawing/2014/main" id="{4335B996-7A72-41D9-AAB6-D55B5A1673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3025" y="4981575"/>
              <a:ext cx="9525" cy="200025"/>
            </a:xfrm>
            <a:custGeom xmlns:a="http://schemas.openxmlformats.org/drawingml/2006/main"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2860">
              <a:solidFill>
                <a:srgbClr val="68717D"/>
              </a:solidFill>
              <a:prstDash val="solid"/>
            </a:ln>
          </p:spPr>
        </p:sp>
        <p:sp>
          <p:nvSpPr>
            <p:cNvPr id="377" name="F3-route-376-0377-custom">
              <a:extLst xmlns:a="http://schemas.openxmlformats.org/drawingml/2006/main">
                <a:ext uri="{FF2B5EF4-FFF2-40B4-BE49-F238E27FC236}">
                  <a16:creationId xmlns:a16="http://schemas.microsoft.com/office/drawing/2014/main" id="{E3AC6BC7-A2C0-4A50-B77B-3CA6687E0F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95876" y="5095875"/>
              <a:ext cx="94297" cy="85725"/>
            </a:xfrm>
            <a:custGeom xmlns:a="http://schemas.openxmlformats.org/drawingml/2006/main">
              <a:pathLst>
                <a:path w="94297" h="85725">
                  <a:moveTo>
                    <a:pt x="47149" y="85725"/>
                  </a:moveTo>
                  <a:lnTo>
                    <a:pt x="0" y="0"/>
                  </a:lnTo>
                  <a:lnTo>
                    <a:pt x="94297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grpSp>
        <p:nvGrpSpPr>
          <p:cNvPr id="556" name="F3-route-378"/>
          <p:cNvGrpSpPr/>
          <p:nvPr/>
        </p:nvGrpSpPr>
        <p:grpSpPr>
          <ns1:xfrm xmlns:ns1="http://schemas.openxmlformats.org/drawingml/2006/main">
            <ns1:off x="2791301" y="4981575"/>
            <ns1:ext cx="94297" cy="200025"/>
            <ns1:chOff x="2791301" y="4981575"/>
            <ns1:chExt cx="94297" cy="200025"/>
          </ns1:xfrm>
        </p:grpSpPr>
        <p:sp>
          <p:nvSpPr>
            <p:cNvPr id="378" name="F3-route-378-0378-arrow-route">
              <a:extLst xmlns:a="http://schemas.openxmlformats.org/drawingml/2006/main">
                <a:ext uri="{FF2B5EF4-FFF2-40B4-BE49-F238E27FC236}">
                  <a16:creationId xmlns:a16="http://schemas.microsoft.com/office/drawing/2014/main" id="{54555FC3-7E46-482A-BF38-304D53F267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38450" y="4981575"/>
              <a:ext cx="9525" cy="200025"/>
            </a:xfrm>
            <a:custGeom xmlns:a="http://schemas.openxmlformats.org/drawingml/2006/main">
              <a:pathLst>
                <a:path w="9525" h="200025">
                  <a:moveTo>
                    <a:pt x="0" y="0"/>
                  </a:moveTo>
                  <a:lnTo>
                    <a:pt x="0" y="2000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2860">
              <a:solidFill>
                <a:srgbClr val="68717D"/>
              </a:solidFill>
              <a:prstDash val="solid"/>
            </a:ln>
          </p:spPr>
        </p:sp>
        <p:sp>
          <p:nvSpPr>
            <p:cNvPr id="379" name="F3-route-378-0379-custom">
              <a:extLst xmlns:a="http://schemas.openxmlformats.org/drawingml/2006/main">
                <a:ext uri="{FF2B5EF4-FFF2-40B4-BE49-F238E27FC236}">
                  <a16:creationId xmlns:a16="http://schemas.microsoft.com/office/drawing/2014/main" id="{8EF42C15-BD86-4B13-B94B-9A04F5CF68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91301" y="5095875"/>
              <a:ext cx="94297" cy="85725"/>
            </a:xfrm>
            <a:custGeom xmlns:a="http://schemas.openxmlformats.org/drawingml/2006/main">
              <a:pathLst>
                <a:path w="94297" h="85725">
                  <a:moveTo>
                    <a:pt x="47149" y="85725"/>
                  </a:moveTo>
                  <a:lnTo>
                    <a:pt x="0" y="0"/>
                  </a:lnTo>
                  <a:lnTo>
                    <a:pt x="94297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grpSp>
        <p:nvGrpSpPr>
          <p:cNvPr id="557" name="F3-route-380"/>
          <p:cNvGrpSpPr/>
          <p:nvPr/>
        </p:nvGrpSpPr>
        <p:grpSpPr>
          <ns1:xfrm xmlns:ns1="http://schemas.openxmlformats.org/drawingml/2006/main">
            <ns1:off x="1343025" y="5610225"/>
            <ns1:ext cx="704850" cy="458609"/>
            <ns1:chOff x="1343025" y="5610225"/>
            <ns1:chExt cx="704850" cy="458609"/>
          </ns1:xfrm>
        </p:grpSpPr>
        <p:sp>
          <p:nvSpPr>
            <p:cNvPr id="380" name="F3-route-380-0380-arrow-route">
              <a:extLst xmlns:a="http://schemas.openxmlformats.org/drawingml/2006/main">
                <a:ext uri="{FF2B5EF4-FFF2-40B4-BE49-F238E27FC236}">
                  <a16:creationId xmlns:a16="http://schemas.microsoft.com/office/drawing/2014/main" id="{D4A57D68-E2AB-437C-AFA9-054C4EB28A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3025" y="5610225"/>
              <a:ext cx="704850" cy="409575"/>
            </a:xfrm>
            <a:custGeom xmlns:a="http://schemas.openxmlformats.org/drawingml/2006/main">
              <a:pathLst>
                <a:path w="704850" h="409575">
                  <a:moveTo>
                    <a:pt x="0" y="0"/>
                  </a:moveTo>
                  <a:lnTo>
                    <a:pt x="0" y="409575"/>
                  </a:lnTo>
                  <a:lnTo>
                    <a:pt x="704850" y="4095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C47156"/>
              </a:solidFill>
              <a:prstDash val="solid"/>
            </a:ln>
          </p:spPr>
        </p:sp>
        <p:sp>
          <p:nvSpPr>
            <p:cNvPr id="381" name="F3-route-380-0381-custom">
              <a:extLst xmlns:a="http://schemas.openxmlformats.org/drawingml/2006/main">
                <a:ext uri="{FF2B5EF4-FFF2-40B4-BE49-F238E27FC236}">
                  <a16:creationId xmlns:a16="http://schemas.microsoft.com/office/drawing/2014/main" id="{3CC274AA-ECA1-45F3-8F8A-3168522DD1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58721" y="5970765"/>
              <a:ext cx="89154" cy="98069"/>
            </a:xfrm>
            <a:custGeom xmlns:a="http://schemas.openxmlformats.org/drawingml/2006/main">
              <a:pathLst>
                <a:path w="89154" h="98069">
                  <a:moveTo>
                    <a:pt x="89154" y="49035"/>
                  </a:moveTo>
                  <a:lnTo>
                    <a:pt x="0" y="98069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grpSp>
        <p:nvGrpSpPr>
          <p:cNvPr id="558" name="F3-route-382"/>
          <p:cNvGrpSpPr/>
          <p:nvPr/>
        </p:nvGrpSpPr>
        <p:grpSpPr>
          <ns1:xfrm xmlns:ns1="http://schemas.openxmlformats.org/drawingml/2006/main">
            <ns1:off x="2789415" y="5610225"/>
            <ns1:ext cx="98069" cy="238125"/>
            <ns1:chOff x="2789415" y="5610225"/>
            <ns1:chExt cx="98069" cy="238125"/>
          </ns1:xfrm>
        </p:grpSpPr>
        <p:sp>
          <p:nvSpPr>
            <p:cNvPr id="382" name="F3-route-382-0382-arrow-route">
              <a:extLst xmlns:a="http://schemas.openxmlformats.org/drawingml/2006/main">
                <a:ext uri="{FF2B5EF4-FFF2-40B4-BE49-F238E27FC236}">
                  <a16:creationId xmlns:a16="http://schemas.microsoft.com/office/drawing/2014/main" id="{498403D6-CEB2-4995-BF36-00DB713833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38450" y="5610225"/>
              <a:ext cx="9525" cy="238125"/>
            </a:xfrm>
            <a:custGeom xmlns:a="http://schemas.openxmlformats.org/drawingml/2006/main"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C47156"/>
              </a:solidFill>
              <a:prstDash val="solid"/>
            </a:ln>
          </p:spPr>
        </p:sp>
        <p:sp>
          <p:nvSpPr>
            <p:cNvPr id="383" name="F3-route-382-0383-custom">
              <a:extLst xmlns:a="http://schemas.openxmlformats.org/drawingml/2006/main">
                <a:ext uri="{FF2B5EF4-FFF2-40B4-BE49-F238E27FC236}">
                  <a16:creationId xmlns:a16="http://schemas.microsoft.com/office/drawing/2014/main" id="{745C8869-4E4C-480D-AC4D-D5E7B2DC3C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89415" y="5759196"/>
              <a:ext cx="98069" cy="89154"/>
            </a:xfrm>
            <a:custGeom xmlns:a="http://schemas.openxmlformats.org/drawingml/2006/main">
              <a:pathLst>
                <a:path w="98069" h="89154">
                  <a:moveTo>
                    <a:pt x="49035" y="89154"/>
                  </a:moveTo>
                  <a:lnTo>
                    <a:pt x="0" y="0"/>
                  </a:lnTo>
                  <a:lnTo>
                    <a:pt x="98069" y="0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grpSp>
        <p:nvGrpSpPr>
          <p:cNvPr id="559" name="F3-route-384"/>
          <p:cNvGrpSpPr/>
          <p:nvPr/>
        </p:nvGrpSpPr>
        <p:grpSpPr>
          <ns1:xfrm xmlns:ns1="http://schemas.openxmlformats.org/drawingml/2006/main">
            <ns1:off x="3486150" y="4981575"/>
            <ns1:ext cx="409575" cy="870762"/>
            <ns1:chOff x="3486150" y="4981575"/>
            <ns1:chExt cx="409575" cy="870762"/>
          </ns1:xfrm>
        </p:grpSpPr>
        <p:sp>
          <p:nvSpPr>
            <p:cNvPr id="384" name="F3-route-384-0384-arrow-route">
              <a:extLst xmlns:a="http://schemas.openxmlformats.org/drawingml/2006/main">
                <a:ext uri="{FF2B5EF4-FFF2-40B4-BE49-F238E27FC236}">
                  <a16:creationId xmlns:a16="http://schemas.microsoft.com/office/drawing/2014/main" id="{B7234E0B-5D7F-4C02-B240-6E283DD607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86150" y="4981575"/>
              <a:ext cx="409575" cy="866775"/>
            </a:xfrm>
            <a:custGeom xmlns:a="http://schemas.openxmlformats.org/drawingml/2006/main">
              <a:pathLst>
                <a:path w="409575" h="866775">
                  <a:moveTo>
                    <a:pt x="409575" y="0"/>
                  </a:moveTo>
                  <a:lnTo>
                    <a:pt x="409575" y="752475"/>
                  </a:lnTo>
                  <a:lnTo>
                    <a:pt x="228600" y="752475"/>
                  </a:lnTo>
                  <a:lnTo>
                    <a:pt x="0" y="8667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7482A5"/>
              </a:solidFill>
              <a:prstDash val="solid"/>
            </a:ln>
          </p:spPr>
        </p:sp>
        <p:sp>
          <p:nvSpPr>
            <p:cNvPr id="385" name="F3-route-384-0385-custom">
              <a:extLst xmlns:a="http://schemas.openxmlformats.org/drawingml/2006/main">
                <a:ext uri="{FF2B5EF4-FFF2-40B4-BE49-F238E27FC236}">
                  <a16:creationId xmlns:a16="http://schemas.microsoft.com/office/drawing/2014/main" id="{63F874C1-D3AD-4847-A592-1A973B58EED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86150" y="5764621"/>
              <a:ext cx="101671" cy="87716"/>
            </a:xfrm>
            <a:custGeom xmlns:a="http://schemas.openxmlformats.org/drawingml/2006/main">
              <a:pathLst>
                <a:path w="101671" h="87716">
                  <a:moveTo>
                    <a:pt x="0" y="83729"/>
                  </a:moveTo>
                  <a:lnTo>
                    <a:pt x="57813" y="0"/>
                  </a:lnTo>
                  <a:lnTo>
                    <a:pt x="101671" y="87716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grpSp>
        <p:nvGrpSpPr>
          <p:cNvPr id="560" name="F3-route-386"/>
          <p:cNvGrpSpPr/>
          <p:nvPr/>
        </p:nvGrpSpPr>
        <p:grpSpPr>
          <ns1:xfrm xmlns:ns1="http://schemas.openxmlformats.org/drawingml/2006/main">
            <ns1:off x="3543300" y="4999215"/>
            <ns1:ext cx="1276350" cy="1068210"/>
            <ns1:chOff x="3543300" y="4999215"/>
            <ns1:chExt cx="1276350" cy="1068210"/>
          </ns1:xfrm>
        </p:grpSpPr>
        <p:sp>
          <p:nvSpPr>
            <p:cNvPr id="386" name="F3-route-386-0386-arrow-route">
              <a:extLst xmlns:a="http://schemas.openxmlformats.org/drawingml/2006/main">
                <a:ext uri="{FF2B5EF4-FFF2-40B4-BE49-F238E27FC236}">
                  <a16:creationId xmlns:a16="http://schemas.microsoft.com/office/drawing/2014/main" id="{075E6685-23C6-4BFE-9322-98E6C4F7F8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43300" y="5048250"/>
              <a:ext cx="1276350" cy="1019175"/>
            </a:xfrm>
            <a:custGeom xmlns:a="http://schemas.openxmlformats.org/drawingml/2006/main">
              <a:pathLst>
                <a:path w="1276350" h="1019175">
                  <a:moveTo>
                    <a:pt x="0" y="1019175"/>
                  </a:moveTo>
                  <a:lnTo>
                    <a:pt x="1057275" y="1019175"/>
                  </a:lnTo>
                  <a:lnTo>
                    <a:pt x="1057275" y="0"/>
                  </a:lnTo>
                  <a:lnTo>
                    <a:pt x="12763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68717D"/>
              </a:solidFill>
              <a:prstDash val="solid"/>
            </a:ln>
          </p:spPr>
        </p:sp>
        <p:sp>
          <p:nvSpPr>
            <p:cNvPr id="387" name="F3-route-386-0387-custom">
              <a:extLst xmlns:a="http://schemas.openxmlformats.org/drawingml/2006/main">
                <a:ext uri="{FF2B5EF4-FFF2-40B4-BE49-F238E27FC236}">
                  <a16:creationId xmlns:a16="http://schemas.microsoft.com/office/drawing/2014/main" id="{F1315CE3-DACD-4CE2-905D-7BA3D110D05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30496" y="4999215"/>
              <a:ext cx="89154" cy="98069"/>
            </a:xfrm>
            <a:custGeom xmlns:a="http://schemas.openxmlformats.org/drawingml/2006/main">
              <a:pathLst>
                <a:path w="89154" h="98069">
                  <a:moveTo>
                    <a:pt x="89154" y="49035"/>
                  </a:moveTo>
                  <a:lnTo>
                    <a:pt x="0" y="98069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388" name="F3-0388-roundRect">
            <a:extLst xmlns:a="http://schemas.openxmlformats.org/drawingml/2006/main">
              <a:ext uri="{FF2B5EF4-FFF2-40B4-BE49-F238E27FC236}">
                <a16:creationId xmlns:a16="http://schemas.microsoft.com/office/drawing/2014/main" id="{C12AF3DB-504C-491C-BE81-B05A905332E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229475" y="5419725"/>
            <a:ext cx="6686550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1906">
            <a:solidFill>
              <a:srgbClr val="8491B4"/>
            </a:solidFill>
            <a:prstDash val="solid"/>
          </a:ln>
        </p:spPr>
      </p:sp>
      <p:sp>
        <p:nvSpPr>
          <p:cNvPr id="389" name="F3-0389-text"/>
          <p:cNvSpPr txBox="1"/>
          <p:nvPr/>
        </p:nvSpPr>
        <p:spPr>
          <ns0:xfrm xmlns:ns0="http://schemas.openxmlformats.org/drawingml/2006/main">
            <ns0:off x="8239125" y="5474018"/>
            <ns0:ext cx="2076450" cy="2819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Fitting objective</ns0:t>
            </ns0:r>
          </ns0:p>
        </p:txBody>
      </p:sp>
      <p:sp>
        <p:nvSpPr>
          <p:cNvPr id="390" name="F3-0390-text"/>
          <p:cNvSpPr txBox="1"/>
          <p:nvPr/>
        </p:nvSpPr>
        <p:spPr>
          <ns0:xfrm xmlns:ns0="http://schemas.openxmlformats.org/drawingml/2006/main">
            <ns0:off x="10334625" y="5474018"/>
            <ns0:ext cx="3457575" cy="2819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(32 episodes, standardized actions)</ns0:t>
            </ns0:r>
          </ns0:p>
        </p:txBody>
      </p:sp>
      <p:sp>
        <p:nvSpPr>
          <p:cNvPr id="561" name="F3-math-789-605"/>
          <p:cNvSpPr txBox="1"/>
          <p:nvPr/>
        </p:nvSpPr>
        <p:spPr>
          <ns0:xfrm xmlns:ns0="http://schemas.openxmlformats.org/drawingml/2006/main">
            <ns0:off x="7620000" y="5734050"/>
            <ns0:ext cx="6000750" cy="3238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L = MSE(f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−fold</ns0:t>
            </ns0:r>
            <ns0:r>
              <ns0:rPr sz="21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(S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</ns0:t>
            </ns0:r>
            <ns0:r>
              <ns0:rPr sz="21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(o)), S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</ns0:t>
            </ns0:r>
            <ns0:r>
              <ns0:rPr sz="21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(Y))</ns0:t>
            </ns0:r>
          </ns0:p>
        </p:txBody>
      </p:sp>
      <p:sp>
        <p:nvSpPr>
          <p:cNvPr id="395" name="F3-0395-text"/>
          <p:cNvSpPr txBox="1"/>
          <p:nvPr/>
        </p:nvSpPr>
        <p:spPr>
          <ns0:xfrm xmlns:ns0="http://schemas.openxmlformats.org/drawingml/2006/main">
            <ns0:off x="8639175" y="6067425"/>
            <ns0:ext cx="4067175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AdamW: 1200 steps; fit-only scalers</ns0:t>
            </ns0:r>
          </ns0:p>
        </p:txBody>
      </p:sp>
      <p:grpSp>
        <p:nvGrpSpPr>
          <p:cNvPr id="562" name="F3-route-396"/>
          <p:cNvGrpSpPr/>
          <p:nvPr/>
        </p:nvGrpSpPr>
        <p:grpSpPr>
          <ns1:xfrm xmlns:ns1="http://schemas.openxmlformats.org/drawingml/2006/main">
            <ns1:off x="13858875" y="4657725"/>
            <ns1:ext cx="381000" cy="1058684"/>
            <ns1:chOff x="13858875" y="4657725"/>
            <ns1:chExt cx="381000" cy="1058684"/>
          </ns1:xfrm>
        </p:grpSpPr>
        <p:sp>
          <p:nvSpPr>
            <p:cNvPr id="396" name="F3-route-396-0396-arrow-route">
              <a:extLst xmlns:a="http://schemas.openxmlformats.org/drawingml/2006/main">
                <a:ext uri="{FF2B5EF4-FFF2-40B4-BE49-F238E27FC236}">
                  <a16:creationId xmlns:a16="http://schemas.microsoft.com/office/drawing/2014/main" id="{AA367672-14F4-4E7F-8810-6EF62CCB06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58875" y="4657725"/>
              <a:ext cx="381000" cy="1009650"/>
            </a:xfrm>
            <a:custGeom xmlns:a="http://schemas.openxmlformats.org/drawingml/2006/main">
              <a:pathLst>
                <a:path w="381000" h="1009650">
                  <a:moveTo>
                    <a:pt x="0" y="0"/>
                  </a:moveTo>
                  <a:lnTo>
                    <a:pt x="381000" y="0"/>
                  </a:lnTo>
                  <a:lnTo>
                    <a:pt x="381000" y="1009650"/>
                  </a:lnTo>
                  <a:lnTo>
                    <a:pt x="57150" y="10096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7482A5"/>
              </a:solidFill>
              <a:prstDash val="solid"/>
            </a:ln>
          </p:spPr>
        </p:sp>
        <p:sp>
          <p:nvSpPr>
            <p:cNvPr id="397" name="F3-route-396-0397-custom">
              <a:extLst xmlns:a="http://schemas.openxmlformats.org/drawingml/2006/main">
                <a:ext uri="{FF2B5EF4-FFF2-40B4-BE49-F238E27FC236}">
                  <a16:creationId xmlns:a16="http://schemas.microsoft.com/office/drawing/2014/main" id="{0BA792D4-618F-491A-AC48-D0BDE0C4755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16025" y="5618340"/>
              <a:ext cx="89154" cy="98069"/>
            </a:xfrm>
            <a:custGeom xmlns:a="http://schemas.openxmlformats.org/drawingml/2006/main">
              <a:pathLst>
                <a:path w="89154" h="98069">
                  <a:moveTo>
                    <a:pt x="0" y="49035"/>
                  </a:moveTo>
                  <a:lnTo>
                    <a:pt x="89154" y="0"/>
                  </a:lnTo>
                  <a:lnTo>
                    <a:pt x="89154" y="98069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398" name="F3-0398-text"/>
          <p:cNvSpPr txBox="1"/>
          <p:nvPr/>
        </p:nvSpPr>
        <p:spPr>
          <ns0:xfrm xmlns:ns0="http://schemas.openxmlformats.org/drawingml/2006/main">
            <ns0:off x="14316075" y="4918948"/>
            <ns0:ext cx="1041340" cy="249079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Prediction</ns0:t>
            </ns0:r>
          </ns0:p>
        </p:txBody>
      </p:sp>
      <p:sp>
        <p:nvSpPr>
          <p:cNvPr id="564" name="F3-math-1618-338"/>
          <p:cNvSpPr txBox="1"/>
          <p:nvPr/>
        </p:nvSpPr>
        <p:spPr>
          <ns0:xfrm xmlns:ns0="http://schemas.openxmlformats.org/drawingml/2006/main">
            <ns0:off x="15544800" y="3238500"/>
            <ns0:ext cx="1104900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</ns0:p>
        </p:txBody>
      </p:sp>
      <p:sp>
        <p:nvSpPr>
          <p:cNvPr id="403" name="F3-0403-text"/>
          <p:cNvSpPr txBox="1"/>
          <p:nvPr/>
        </p:nvSpPr>
        <p:spPr>
          <ns0:xfrm xmlns:ns0="http://schemas.openxmlformats.org/drawingml/2006/main">
            <ns0:off x="14693900" y="5397500"/>
            <ns0:ext cx="1841500" cy="2571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</ns0:t>
            </ns0:r>
            <ns0:r>
              <ns0:rPr sz="2400" b="1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</ns0:t>
            </ns0:r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(Y), fitting folds</ns0:t>
            </ns0:r>
          </ns0:p>
        </p:txBody>
      </p:sp>
      <p:sp>
        <p:nvSpPr>
          <p:cNvPr id="404" name="F3-0404-roundRect">
            <a:extLst xmlns:a="http://schemas.openxmlformats.org/drawingml/2006/main">
              <a:ext uri="{FF2B5EF4-FFF2-40B4-BE49-F238E27FC236}">
                <a16:creationId xmlns:a16="http://schemas.microsoft.com/office/drawing/2014/main" id="{0286D143-E4B7-41F6-A58B-5268F72C7CD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6250" y="6819900"/>
            <a:ext cx="1914525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0478">
            <a:solidFill>
              <a:srgbClr val="DFAE9F"/>
            </a:solidFill>
            <a:prstDash val="solid"/>
          </a:ln>
        </p:spPr>
      </p:sp>
      <p:sp>
        <p:nvSpPr>
          <p:cNvPr id="565" name="F3-math-58-719"/>
          <p:cNvSpPr txBox="1"/>
          <p:nvPr/>
        </p:nvSpPr>
        <p:spPr>
          <ns0:xfrm xmlns:ns0="http://schemas.openxmlformats.org/drawingml/2006/main">
            <ns0:off x="695325" y="6819900"/>
            <ns0:ext cx="1590675" cy="2762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 ∈ R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16×14</ns0:t>
            </ns0:r>
          </ns0:p>
        </p:txBody>
      </p:sp>
      <p:sp>
        <p:nvSpPr>
          <p:cNvPr id="412" name="F3-0412-roundRect">
            <a:extLst xmlns:a="http://schemas.openxmlformats.org/drawingml/2006/main">
              <a:ext uri="{FF2B5EF4-FFF2-40B4-BE49-F238E27FC236}">
                <a16:creationId xmlns:a16="http://schemas.microsoft.com/office/drawing/2014/main" id="{515870D9-7AE2-4298-AC14-A3AF6EE7C61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3450" y="7153275"/>
            <a:ext cx="1266825" cy="428625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0478">
            <a:solidFill>
              <a:srgbClr val="DFAE9F"/>
            </a:solidFill>
            <a:prstDash val="solid"/>
          </a:ln>
        </p:spPr>
      </p:sp>
      <p:sp>
        <p:nvSpPr>
          <p:cNvPr id="413" name="F3-0413-line">
            <a:extLst xmlns:a="http://schemas.openxmlformats.org/drawingml/2006/main">
              <a:ext uri="{FF2B5EF4-FFF2-40B4-BE49-F238E27FC236}">
                <a16:creationId xmlns:a16="http://schemas.microsoft.com/office/drawing/2014/main" id="{AAF77527-096A-4B5A-8077-909A86D647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3450" y="7260431"/>
            <a:ext cx="1266825" cy="9525"/>
          </a:xfrm>
          <a:custGeom xmlns:a="http://schemas.openxmlformats.org/drawingml/2006/main">
            <a:pathLst>
              <a:path w="1266825" h="9525">
                <a:moveTo>
                  <a:pt x="0" y="0"/>
                </a:moveTo>
                <a:lnTo>
                  <a:pt x="1266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414" name="F3-0414-line">
            <a:extLst xmlns:a="http://schemas.openxmlformats.org/drawingml/2006/main">
              <a:ext uri="{FF2B5EF4-FFF2-40B4-BE49-F238E27FC236}">
                <a16:creationId xmlns:a16="http://schemas.microsoft.com/office/drawing/2014/main" id="{1475F3CF-4EAF-4977-AE6D-D6C202BC7C7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3450" y="7367588"/>
            <a:ext cx="1266825" cy="9525"/>
          </a:xfrm>
          <a:custGeom xmlns:a="http://schemas.openxmlformats.org/drawingml/2006/main">
            <a:pathLst>
              <a:path w="1266825" h="9525">
                <a:moveTo>
                  <a:pt x="0" y="0"/>
                </a:moveTo>
                <a:lnTo>
                  <a:pt x="1266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415" name="F3-0415-line">
            <a:extLst xmlns:a="http://schemas.openxmlformats.org/drawingml/2006/main">
              <a:ext uri="{FF2B5EF4-FFF2-40B4-BE49-F238E27FC236}">
                <a16:creationId xmlns:a16="http://schemas.microsoft.com/office/drawing/2014/main" id="{AADFDDCA-5B0C-43D8-9B9E-D8856BE7973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33450" y="7474744"/>
            <a:ext cx="1266825" cy="9525"/>
          </a:xfrm>
          <a:custGeom xmlns:a="http://schemas.openxmlformats.org/drawingml/2006/main">
            <a:pathLst>
              <a:path w="1266825" h="9525">
                <a:moveTo>
                  <a:pt x="0" y="0"/>
                </a:moveTo>
                <a:lnTo>
                  <a:pt x="1266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416" name="F3-0416-line">
            <a:extLst xmlns:a="http://schemas.openxmlformats.org/drawingml/2006/main">
              <a:ext uri="{FF2B5EF4-FFF2-40B4-BE49-F238E27FC236}">
                <a16:creationId xmlns:a16="http://schemas.microsoft.com/office/drawing/2014/main" id="{DF7FA999-BBF7-463C-BB26-09ACEC585DA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44588" y="71532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417" name="F3-0417-line">
            <a:extLst xmlns:a="http://schemas.openxmlformats.org/drawingml/2006/main">
              <a:ext uri="{FF2B5EF4-FFF2-40B4-BE49-F238E27FC236}">
                <a16:creationId xmlns:a16="http://schemas.microsoft.com/office/drawing/2014/main" id="{5E85C217-EA4F-4629-BC94-ED15D318583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55725" y="71532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418" name="F3-0418-line">
            <a:extLst xmlns:a="http://schemas.openxmlformats.org/drawingml/2006/main">
              <a:ext uri="{FF2B5EF4-FFF2-40B4-BE49-F238E27FC236}">
                <a16:creationId xmlns:a16="http://schemas.microsoft.com/office/drawing/2014/main" id="{179A9FFB-FFA8-45D7-A8FF-BE2C13ABFC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66863" y="71532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419" name="F3-0419-line">
            <a:extLst xmlns:a="http://schemas.openxmlformats.org/drawingml/2006/main">
              <a:ext uri="{FF2B5EF4-FFF2-40B4-BE49-F238E27FC236}">
                <a16:creationId xmlns:a16="http://schemas.microsoft.com/office/drawing/2014/main" id="{32E0FB67-C00F-4ACC-8BE8-E99B5476904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78000" y="71532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420" name="F3-0420-line">
            <a:extLst xmlns:a="http://schemas.openxmlformats.org/drawingml/2006/main">
              <a:ext uri="{FF2B5EF4-FFF2-40B4-BE49-F238E27FC236}">
                <a16:creationId xmlns:a16="http://schemas.microsoft.com/office/drawing/2014/main" id="{E6D82E6A-6540-4C15-A531-25A4FE02036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89137" y="71532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421" name="F3-0421-text">
            <a:extLst xmlns:a="http://schemas.openxmlformats.org/drawingml/2006/main">
              <a:ext uri="{FF2B5EF4-FFF2-40B4-BE49-F238E27FC236}">
                <a16:creationId xmlns:a16="http://schemas.microsoft.com/office/drawing/2014/main" id="{AA07580C-2FCF-4378-BDB7-9BC7B86A0E4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596900" y="7112000"/>
            <a:ext cx="2794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22" name="F3-0422-text">
            <a:extLst xmlns:a="http://schemas.openxmlformats.org/drawingml/2006/main">
              <a:ext uri="{FF2B5EF4-FFF2-40B4-BE49-F238E27FC236}">
                <a16:creationId xmlns:a16="http://schemas.microsoft.com/office/drawing/2014/main" id="{571F08A7-76D5-4031-AFA7-EF8812B2C8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596900" y="7327900"/>
            <a:ext cx="2794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23" name="F3-0423-symbol-22ee">
            <a:extLst xmlns:a="http://schemas.openxmlformats.org/drawingml/2006/main">
              <a:ext uri="{FF2B5EF4-FFF2-40B4-BE49-F238E27FC236}">
                <a16:creationId xmlns:a16="http://schemas.microsoft.com/office/drawing/2014/main" id="{7264D932-92D9-49B1-B7A0-CF905161C97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3014" y="7440545"/>
            <a:ext cx="17022" cy="92227"/>
          </a:xfrm>
          <a:custGeom xmlns:a="http://schemas.openxmlformats.org/drawingml/2006/main">
            <a:pathLst>
              <a:path w="17022" h="92227">
                <a:moveTo>
                  <a:pt x="8511" y="17999"/>
                </a:moveTo>
                <a:lnTo>
                  <a:pt x="7915" y="17981"/>
                </a:lnTo>
                <a:lnTo>
                  <a:pt x="7335" y="17928"/>
                </a:lnTo>
                <a:lnTo>
                  <a:pt x="6771" y="17840"/>
                </a:lnTo>
                <a:lnTo>
                  <a:pt x="6224" y="17716"/>
                </a:lnTo>
                <a:lnTo>
                  <a:pt x="5694" y="17557"/>
                </a:lnTo>
                <a:lnTo>
                  <a:pt x="5180" y="17362"/>
                </a:lnTo>
                <a:lnTo>
                  <a:pt x="4682" y="17132"/>
                </a:lnTo>
                <a:lnTo>
                  <a:pt x="4201" y="16867"/>
                </a:lnTo>
                <a:lnTo>
                  <a:pt x="3737" y="16567"/>
                </a:lnTo>
                <a:lnTo>
                  <a:pt x="3289" y="16231"/>
                </a:lnTo>
                <a:lnTo>
                  <a:pt x="2857" y="15859"/>
                </a:lnTo>
                <a:lnTo>
                  <a:pt x="2442" y="15453"/>
                </a:lnTo>
                <a:lnTo>
                  <a:pt x="2052" y="15019"/>
                </a:lnTo>
                <a:lnTo>
                  <a:pt x="1696" y="14566"/>
                </a:lnTo>
                <a:lnTo>
                  <a:pt x="1373" y="14094"/>
                </a:lnTo>
                <a:lnTo>
                  <a:pt x="1085" y="13604"/>
                </a:lnTo>
                <a:lnTo>
                  <a:pt x="831" y="13094"/>
                </a:lnTo>
                <a:lnTo>
                  <a:pt x="610" y="12566"/>
                </a:lnTo>
                <a:lnTo>
                  <a:pt x="424" y="12019"/>
                </a:lnTo>
                <a:lnTo>
                  <a:pt x="271" y="11453"/>
                </a:lnTo>
                <a:lnTo>
                  <a:pt x="153" y="10868"/>
                </a:lnTo>
                <a:lnTo>
                  <a:pt x="68" y="10264"/>
                </a:lnTo>
                <a:lnTo>
                  <a:pt x="17" y="9641"/>
                </a:lnTo>
                <a:lnTo>
                  <a:pt x="0" y="8999"/>
                </a:lnTo>
                <a:lnTo>
                  <a:pt x="17" y="8358"/>
                </a:lnTo>
                <a:lnTo>
                  <a:pt x="68" y="7735"/>
                </a:lnTo>
                <a:lnTo>
                  <a:pt x="153" y="7131"/>
                </a:lnTo>
                <a:lnTo>
                  <a:pt x="271" y="6546"/>
                </a:lnTo>
                <a:lnTo>
                  <a:pt x="424" y="5980"/>
                </a:lnTo>
                <a:lnTo>
                  <a:pt x="610" y="5433"/>
                </a:lnTo>
                <a:lnTo>
                  <a:pt x="831" y="4904"/>
                </a:lnTo>
                <a:lnTo>
                  <a:pt x="1085" y="4395"/>
                </a:lnTo>
                <a:lnTo>
                  <a:pt x="1373" y="3905"/>
                </a:lnTo>
                <a:lnTo>
                  <a:pt x="1696" y="3433"/>
                </a:lnTo>
                <a:lnTo>
                  <a:pt x="2052" y="2980"/>
                </a:lnTo>
                <a:lnTo>
                  <a:pt x="2442" y="2546"/>
                </a:lnTo>
                <a:lnTo>
                  <a:pt x="2857" y="2140"/>
                </a:lnTo>
                <a:lnTo>
                  <a:pt x="3289" y="1768"/>
                </a:lnTo>
                <a:lnTo>
                  <a:pt x="3737" y="1432"/>
                </a:lnTo>
                <a:lnTo>
                  <a:pt x="4201" y="1132"/>
                </a:lnTo>
                <a:lnTo>
                  <a:pt x="4682" y="866"/>
                </a:lnTo>
                <a:lnTo>
                  <a:pt x="5180" y="637"/>
                </a:lnTo>
                <a:lnTo>
                  <a:pt x="5694" y="442"/>
                </a:lnTo>
                <a:lnTo>
                  <a:pt x="6224" y="283"/>
                </a:lnTo>
                <a:lnTo>
                  <a:pt x="6771" y="159"/>
                </a:lnTo>
                <a:lnTo>
                  <a:pt x="7335" y="71"/>
                </a:lnTo>
                <a:lnTo>
                  <a:pt x="7915" y="18"/>
                </a:lnTo>
                <a:lnTo>
                  <a:pt x="8511" y="0"/>
                </a:lnTo>
                <a:lnTo>
                  <a:pt x="9107" y="18"/>
                </a:lnTo>
                <a:lnTo>
                  <a:pt x="9687" y="71"/>
                </a:lnTo>
                <a:lnTo>
                  <a:pt x="10251" y="159"/>
                </a:lnTo>
                <a:lnTo>
                  <a:pt x="10798" y="283"/>
                </a:lnTo>
                <a:lnTo>
                  <a:pt x="11328" y="442"/>
                </a:lnTo>
                <a:lnTo>
                  <a:pt x="11842" y="637"/>
                </a:lnTo>
                <a:lnTo>
                  <a:pt x="12340" y="866"/>
                </a:lnTo>
                <a:lnTo>
                  <a:pt x="12821" y="1132"/>
                </a:lnTo>
                <a:lnTo>
                  <a:pt x="13286" y="1432"/>
                </a:lnTo>
                <a:lnTo>
                  <a:pt x="13734" y="1768"/>
                </a:lnTo>
                <a:lnTo>
                  <a:pt x="14165" y="2140"/>
                </a:lnTo>
                <a:lnTo>
                  <a:pt x="14581" y="2546"/>
                </a:lnTo>
                <a:lnTo>
                  <a:pt x="14971" y="2980"/>
                </a:lnTo>
                <a:lnTo>
                  <a:pt x="15327" y="3433"/>
                </a:lnTo>
                <a:lnTo>
                  <a:pt x="15649" y="3905"/>
                </a:lnTo>
                <a:lnTo>
                  <a:pt x="15937" y="4395"/>
                </a:lnTo>
                <a:lnTo>
                  <a:pt x="16191" y="4904"/>
                </a:lnTo>
                <a:lnTo>
                  <a:pt x="16412" y="5433"/>
                </a:lnTo>
                <a:lnTo>
                  <a:pt x="16598" y="5980"/>
                </a:lnTo>
                <a:lnTo>
                  <a:pt x="16751" y="6546"/>
                </a:lnTo>
                <a:lnTo>
                  <a:pt x="16870" y="7131"/>
                </a:lnTo>
                <a:lnTo>
                  <a:pt x="16954" y="7735"/>
                </a:lnTo>
                <a:lnTo>
                  <a:pt x="17005" y="8358"/>
                </a:lnTo>
                <a:lnTo>
                  <a:pt x="17022" y="8999"/>
                </a:lnTo>
                <a:lnTo>
                  <a:pt x="17005" y="9641"/>
                </a:lnTo>
                <a:lnTo>
                  <a:pt x="16954" y="10264"/>
                </a:lnTo>
                <a:lnTo>
                  <a:pt x="16870" y="10868"/>
                </a:lnTo>
                <a:lnTo>
                  <a:pt x="16751" y="11453"/>
                </a:lnTo>
                <a:lnTo>
                  <a:pt x="16598" y="12019"/>
                </a:lnTo>
                <a:lnTo>
                  <a:pt x="16412" y="12566"/>
                </a:lnTo>
                <a:lnTo>
                  <a:pt x="16191" y="13094"/>
                </a:lnTo>
                <a:lnTo>
                  <a:pt x="15937" y="13604"/>
                </a:lnTo>
                <a:lnTo>
                  <a:pt x="15649" y="14094"/>
                </a:lnTo>
                <a:lnTo>
                  <a:pt x="15327" y="14566"/>
                </a:lnTo>
                <a:lnTo>
                  <a:pt x="14971" y="15019"/>
                </a:lnTo>
                <a:lnTo>
                  <a:pt x="14581" y="15453"/>
                </a:lnTo>
                <a:lnTo>
                  <a:pt x="14165" y="15859"/>
                </a:lnTo>
                <a:lnTo>
                  <a:pt x="13734" y="16231"/>
                </a:lnTo>
                <a:lnTo>
                  <a:pt x="13286" y="16567"/>
                </a:lnTo>
                <a:lnTo>
                  <a:pt x="12821" y="16867"/>
                </a:lnTo>
                <a:lnTo>
                  <a:pt x="12340" y="17132"/>
                </a:lnTo>
                <a:lnTo>
                  <a:pt x="11842" y="17362"/>
                </a:lnTo>
                <a:lnTo>
                  <a:pt x="11328" y="17557"/>
                </a:lnTo>
                <a:lnTo>
                  <a:pt x="10798" y="17716"/>
                </a:lnTo>
                <a:lnTo>
                  <a:pt x="10251" y="17840"/>
                </a:lnTo>
                <a:lnTo>
                  <a:pt x="9687" y="17928"/>
                </a:lnTo>
                <a:lnTo>
                  <a:pt x="9107" y="17981"/>
                </a:lnTo>
                <a:lnTo>
                  <a:pt x="8511" y="17999"/>
                </a:lnTo>
                <a:close/>
                <a:moveTo>
                  <a:pt x="8511" y="55113"/>
                </a:moveTo>
                <a:lnTo>
                  <a:pt x="7915" y="55095"/>
                </a:lnTo>
                <a:lnTo>
                  <a:pt x="7335" y="55042"/>
                </a:lnTo>
                <a:lnTo>
                  <a:pt x="6771" y="54954"/>
                </a:lnTo>
                <a:lnTo>
                  <a:pt x="6224" y="54830"/>
                </a:lnTo>
                <a:lnTo>
                  <a:pt x="5694" y="54671"/>
                </a:lnTo>
                <a:lnTo>
                  <a:pt x="5180" y="54476"/>
                </a:lnTo>
                <a:lnTo>
                  <a:pt x="4682" y="54246"/>
                </a:lnTo>
                <a:lnTo>
                  <a:pt x="4201" y="53981"/>
                </a:lnTo>
                <a:lnTo>
                  <a:pt x="3737" y="53681"/>
                </a:lnTo>
                <a:lnTo>
                  <a:pt x="3289" y="53345"/>
                </a:lnTo>
                <a:lnTo>
                  <a:pt x="2857" y="52973"/>
                </a:lnTo>
                <a:lnTo>
                  <a:pt x="2442" y="52567"/>
                </a:lnTo>
                <a:lnTo>
                  <a:pt x="2052" y="52133"/>
                </a:lnTo>
                <a:lnTo>
                  <a:pt x="1696" y="51680"/>
                </a:lnTo>
                <a:lnTo>
                  <a:pt x="1373" y="51208"/>
                </a:lnTo>
                <a:lnTo>
                  <a:pt x="1085" y="50718"/>
                </a:lnTo>
                <a:lnTo>
                  <a:pt x="831" y="50208"/>
                </a:lnTo>
                <a:lnTo>
                  <a:pt x="610" y="49680"/>
                </a:lnTo>
                <a:lnTo>
                  <a:pt x="424" y="49133"/>
                </a:lnTo>
                <a:lnTo>
                  <a:pt x="271" y="48567"/>
                </a:lnTo>
                <a:lnTo>
                  <a:pt x="153" y="47982"/>
                </a:lnTo>
                <a:lnTo>
                  <a:pt x="68" y="47378"/>
                </a:lnTo>
                <a:lnTo>
                  <a:pt x="17" y="46755"/>
                </a:lnTo>
                <a:lnTo>
                  <a:pt x="0" y="46113"/>
                </a:lnTo>
                <a:lnTo>
                  <a:pt x="17" y="45472"/>
                </a:lnTo>
                <a:lnTo>
                  <a:pt x="68" y="44849"/>
                </a:lnTo>
                <a:lnTo>
                  <a:pt x="153" y="44245"/>
                </a:lnTo>
                <a:lnTo>
                  <a:pt x="271" y="43660"/>
                </a:lnTo>
                <a:lnTo>
                  <a:pt x="424" y="43094"/>
                </a:lnTo>
                <a:lnTo>
                  <a:pt x="610" y="42547"/>
                </a:lnTo>
                <a:lnTo>
                  <a:pt x="831" y="42019"/>
                </a:lnTo>
                <a:lnTo>
                  <a:pt x="1085" y="41509"/>
                </a:lnTo>
                <a:lnTo>
                  <a:pt x="1373" y="41019"/>
                </a:lnTo>
                <a:lnTo>
                  <a:pt x="1696" y="40547"/>
                </a:lnTo>
                <a:lnTo>
                  <a:pt x="2052" y="40094"/>
                </a:lnTo>
                <a:lnTo>
                  <a:pt x="2442" y="39660"/>
                </a:lnTo>
                <a:lnTo>
                  <a:pt x="2857" y="39254"/>
                </a:lnTo>
                <a:lnTo>
                  <a:pt x="3289" y="38882"/>
                </a:lnTo>
                <a:lnTo>
                  <a:pt x="3737" y="38546"/>
                </a:lnTo>
                <a:lnTo>
                  <a:pt x="4201" y="38246"/>
                </a:lnTo>
                <a:lnTo>
                  <a:pt x="4682" y="37980"/>
                </a:lnTo>
                <a:lnTo>
                  <a:pt x="5180" y="37751"/>
                </a:lnTo>
                <a:lnTo>
                  <a:pt x="5694" y="37556"/>
                </a:lnTo>
                <a:lnTo>
                  <a:pt x="6224" y="37397"/>
                </a:lnTo>
                <a:lnTo>
                  <a:pt x="6771" y="37273"/>
                </a:lnTo>
                <a:lnTo>
                  <a:pt x="7335" y="37185"/>
                </a:lnTo>
                <a:lnTo>
                  <a:pt x="7915" y="37132"/>
                </a:lnTo>
                <a:lnTo>
                  <a:pt x="8511" y="37114"/>
                </a:lnTo>
                <a:lnTo>
                  <a:pt x="9107" y="37132"/>
                </a:lnTo>
                <a:lnTo>
                  <a:pt x="9687" y="37185"/>
                </a:lnTo>
                <a:lnTo>
                  <a:pt x="10251" y="37273"/>
                </a:lnTo>
                <a:lnTo>
                  <a:pt x="10798" y="37397"/>
                </a:lnTo>
                <a:lnTo>
                  <a:pt x="11328" y="37556"/>
                </a:lnTo>
                <a:lnTo>
                  <a:pt x="11842" y="37751"/>
                </a:lnTo>
                <a:lnTo>
                  <a:pt x="12340" y="37980"/>
                </a:lnTo>
                <a:lnTo>
                  <a:pt x="12821" y="38246"/>
                </a:lnTo>
                <a:lnTo>
                  <a:pt x="13286" y="38546"/>
                </a:lnTo>
                <a:lnTo>
                  <a:pt x="13734" y="38882"/>
                </a:lnTo>
                <a:lnTo>
                  <a:pt x="14165" y="39254"/>
                </a:lnTo>
                <a:lnTo>
                  <a:pt x="14581" y="39660"/>
                </a:lnTo>
                <a:lnTo>
                  <a:pt x="14971" y="40094"/>
                </a:lnTo>
                <a:lnTo>
                  <a:pt x="15327" y="40547"/>
                </a:lnTo>
                <a:lnTo>
                  <a:pt x="15649" y="41019"/>
                </a:lnTo>
                <a:lnTo>
                  <a:pt x="15937" y="41509"/>
                </a:lnTo>
                <a:lnTo>
                  <a:pt x="16191" y="42019"/>
                </a:lnTo>
                <a:lnTo>
                  <a:pt x="16412" y="42547"/>
                </a:lnTo>
                <a:lnTo>
                  <a:pt x="16598" y="43094"/>
                </a:lnTo>
                <a:lnTo>
                  <a:pt x="16751" y="43660"/>
                </a:lnTo>
                <a:lnTo>
                  <a:pt x="16870" y="44245"/>
                </a:lnTo>
                <a:lnTo>
                  <a:pt x="16954" y="44849"/>
                </a:lnTo>
                <a:lnTo>
                  <a:pt x="17005" y="45472"/>
                </a:lnTo>
                <a:lnTo>
                  <a:pt x="17022" y="46113"/>
                </a:lnTo>
                <a:lnTo>
                  <a:pt x="17005" y="46755"/>
                </a:lnTo>
                <a:lnTo>
                  <a:pt x="16954" y="47378"/>
                </a:lnTo>
                <a:lnTo>
                  <a:pt x="16870" y="47982"/>
                </a:lnTo>
                <a:lnTo>
                  <a:pt x="16751" y="48567"/>
                </a:lnTo>
                <a:lnTo>
                  <a:pt x="16598" y="49133"/>
                </a:lnTo>
                <a:lnTo>
                  <a:pt x="16412" y="49680"/>
                </a:lnTo>
                <a:lnTo>
                  <a:pt x="16191" y="50208"/>
                </a:lnTo>
                <a:lnTo>
                  <a:pt x="15937" y="50718"/>
                </a:lnTo>
                <a:lnTo>
                  <a:pt x="15649" y="51208"/>
                </a:lnTo>
                <a:lnTo>
                  <a:pt x="15327" y="51680"/>
                </a:lnTo>
                <a:lnTo>
                  <a:pt x="14971" y="52133"/>
                </a:lnTo>
                <a:lnTo>
                  <a:pt x="14581" y="52567"/>
                </a:lnTo>
                <a:lnTo>
                  <a:pt x="14165" y="52973"/>
                </a:lnTo>
                <a:lnTo>
                  <a:pt x="13734" y="53345"/>
                </a:lnTo>
                <a:lnTo>
                  <a:pt x="13286" y="53681"/>
                </a:lnTo>
                <a:lnTo>
                  <a:pt x="12821" y="53981"/>
                </a:lnTo>
                <a:lnTo>
                  <a:pt x="12340" y="54246"/>
                </a:lnTo>
                <a:lnTo>
                  <a:pt x="11842" y="54476"/>
                </a:lnTo>
                <a:lnTo>
                  <a:pt x="11328" y="54671"/>
                </a:lnTo>
                <a:lnTo>
                  <a:pt x="10798" y="54830"/>
                </a:lnTo>
                <a:lnTo>
                  <a:pt x="10251" y="54954"/>
                </a:lnTo>
                <a:lnTo>
                  <a:pt x="9687" y="55042"/>
                </a:lnTo>
                <a:lnTo>
                  <a:pt x="9107" y="55095"/>
                </a:lnTo>
                <a:lnTo>
                  <a:pt x="8511" y="55113"/>
                </a:lnTo>
                <a:close/>
                <a:moveTo>
                  <a:pt x="8511" y="92227"/>
                </a:moveTo>
                <a:lnTo>
                  <a:pt x="7915" y="92209"/>
                </a:lnTo>
                <a:lnTo>
                  <a:pt x="7335" y="92156"/>
                </a:lnTo>
                <a:lnTo>
                  <a:pt x="6771" y="92068"/>
                </a:lnTo>
                <a:lnTo>
                  <a:pt x="6224" y="91944"/>
                </a:lnTo>
                <a:lnTo>
                  <a:pt x="5694" y="91785"/>
                </a:lnTo>
                <a:lnTo>
                  <a:pt x="5180" y="91590"/>
                </a:lnTo>
                <a:lnTo>
                  <a:pt x="4682" y="91360"/>
                </a:lnTo>
                <a:lnTo>
                  <a:pt x="4201" y="91095"/>
                </a:lnTo>
                <a:lnTo>
                  <a:pt x="3737" y="90795"/>
                </a:lnTo>
                <a:lnTo>
                  <a:pt x="3289" y="90459"/>
                </a:lnTo>
                <a:lnTo>
                  <a:pt x="2857" y="90087"/>
                </a:lnTo>
                <a:lnTo>
                  <a:pt x="2442" y="89681"/>
                </a:lnTo>
                <a:lnTo>
                  <a:pt x="2052" y="89247"/>
                </a:lnTo>
                <a:lnTo>
                  <a:pt x="1696" y="88794"/>
                </a:lnTo>
                <a:lnTo>
                  <a:pt x="1373" y="88322"/>
                </a:lnTo>
                <a:lnTo>
                  <a:pt x="1085" y="87832"/>
                </a:lnTo>
                <a:lnTo>
                  <a:pt x="831" y="87322"/>
                </a:lnTo>
                <a:lnTo>
                  <a:pt x="610" y="86794"/>
                </a:lnTo>
                <a:lnTo>
                  <a:pt x="424" y="86247"/>
                </a:lnTo>
                <a:lnTo>
                  <a:pt x="271" y="85681"/>
                </a:lnTo>
                <a:lnTo>
                  <a:pt x="153" y="85096"/>
                </a:lnTo>
                <a:lnTo>
                  <a:pt x="68" y="84492"/>
                </a:lnTo>
                <a:lnTo>
                  <a:pt x="17" y="83869"/>
                </a:lnTo>
                <a:lnTo>
                  <a:pt x="0" y="83227"/>
                </a:lnTo>
                <a:lnTo>
                  <a:pt x="17" y="82586"/>
                </a:lnTo>
                <a:lnTo>
                  <a:pt x="68" y="81963"/>
                </a:lnTo>
                <a:lnTo>
                  <a:pt x="153" y="81359"/>
                </a:lnTo>
                <a:lnTo>
                  <a:pt x="271" y="80774"/>
                </a:lnTo>
                <a:lnTo>
                  <a:pt x="424" y="80208"/>
                </a:lnTo>
                <a:lnTo>
                  <a:pt x="610" y="79661"/>
                </a:lnTo>
                <a:lnTo>
                  <a:pt x="831" y="79133"/>
                </a:lnTo>
                <a:lnTo>
                  <a:pt x="1085" y="78623"/>
                </a:lnTo>
                <a:lnTo>
                  <a:pt x="1373" y="78133"/>
                </a:lnTo>
                <a:lnTo>
                  <a:pt x="1696" y="77661"/>
                </a:lnTo>
                <a:lnTo>
                  <a:pt x="2052" y="77208"/>
                </a:lnTo>
                <a:lnTo>
                  <a:pt x="2442" y="76774"/>
                </a:lnTo>
                <a:lnTo>
                  <a:pt x="2857" y="76368"/>
                </a:lnTo>
                <a:lnTo>
                  <a:pt x="3289" y="75996"/>
                </a:lnTo>
                <a:lnTo>
                  <a:pt x="3737" y="75660"/>
                </a:lnTo>
                <a:lnTo>
                  <a:pt x="4201" y="75360"/>
                </a:lnTo>
                <a:lnTo>
                  <a:pt x="4682" y="75094"/>
                </a:lnTo>
                <a:lnTo>
                  <a:pt x="5180" y="74865"/>
                </a:lnTo>
                <a:lnTo>
                  <a:pt x="5694" y="74670"/>
                </a:lnTo>
                <a:lnTo>
                  <a:pt x="6224" y="74511"/>
                </a:lnTo>
                <a:lnTo>
                  <a:pt x="6771" y="74387"/>
                </a:lnTo>
                <a:lnTo>
                  <a:pt x="7335" y="74299"/>
                </a:lnTo>
                <a:lnTo>
                  <a:pt x="7915" y="74246"/>
                </a:lnTo>
                <a:lnTo>
                  <a:pt x="8511" y="74228"/>
                </a:lnTo>
                <a:lnTo>
                  <a:pt x="9107" y="74246"/>
                </a:lnTo>
                <a:lnTo>
                  <a:pt x="9687" y="74299"/>
                </a:lnTo>
                <a:lnTo>
                  <a:pt x="10251" y="74387"/>
                </a:lnTo>
                <a:lnTo>
                  <a:pt x="10798" y="74511"/>
                </a:lnTo>
                <a:lnTo>
                  <a:pt x="11328" y="74670"/>
                </a:lnTo>
                <a:lnTo>
                  <a:pt x="11842" y="74865"/>
                </a:lnTo>
                <a:lnTo>
                  <a:pt x="12340" y="75094"/>
                </a:lnTo>
                <a:lnTo>
                  <a:pt x="12821" y="75360"/>
                </a:lnTo>
                <a:lnTo>
                  <a:pt x="13286" y="75660"/>
                </a:lnTo>
                <a:lnTo>
                  <a:pt x="13734" y="75996"/>
                </a:lnTo>
                <a:lnTo>
                  <a:pt x="14165" y="76368"/>
                </a:lnTo>
                <a:lnTo>
                  <a:pt x="14581" y="76774"/>
                </a:lnTo>
                <a:lnTo>
                  <a:pt x="14971" y="77208"/>
                </a:lnTo>
                <a:lnTo>
                  <a:pt x="15327" y="77661"/>
                </a:lnTo>
                <a:lnTo>
                  <a:pt x="15649" y="78133"/>
                </a:lnTo>
                <a:lnTo>
                  <a:pt x="15937" y="78623"/>
                </a:lnTo>
                <a:lnTo>
                  <a:pt x="16191" y="79133"/>
                </a:lnTo>
                <a:lnTo>
                  <a:pt x="16412" y="79661"/>
                </a:lnTo>
                <a:lnTo>
                  <a:pt x="16598" y="80208"/>
                </a:lnTo>
                <a:lnTo>
                  <a:pt x="16751" y="80774"/>
                </a:lnTo>
                <a:lnTo>
                  <a:pt x="16870" y="81359"/>
                </a:lnTo>
                <a:lnTo>
                  <a:pt x="16954" y="81963"/>
                </a:lnTo>
                <a:lnTo>
                  <a:pt x="17005" y="82586"/>
                </a:lnTo>
                <a:lnTo>
                  <a:pt x="17022" y="83227"/>
                </a:lnTo>
                <a:lnTo>
                  <a:pt x="17005" y="83869"/>
                </a:lnTo>
                <a:lnTo>
                  <a:pt x="16954" y="84492"/>
                </a:lnTo>
                <a:lnTo>
                  <a:pt x="16870" y="85096"/>
                </a:lnTo>
                <a:lnTo>
                  <a:pt x="16751" y="85681"/>
                </a:lnTo>
                <a:lnTo>
                  <a:pt x="16598" y="86247"/>
                </a:lnTo>
                <a:lnTo>
                  <a:pt x="16412" y="86794"/>
                </a:lnTo>
                <a:lnTo>
                  <a:pt x="16191" y="87322"/>
                </a:lnTo>
                <a:lnTo>
                  <a:pt x="15937" y="87832"/>
                </a:lnTo>
                <a:lnTo>
                  <a:pt x="15649" y="88322"/>
                </a:lnTo>
                <a:lnTo>
                  <a:pt x="15327" y="88794"/>
                </a:lnTo>
                <a:lnTo>
                  <a:pt x="14971" y="89247"/>
                </a:lnTo>
                <a:lnTo>
                  <a:pt x="14581" y="89681"/>
                </a:lnTo>
                <a:lnTo>
                  <a:pt x="14165" y="90087"/>
                </a:lnTo>
                <a:lnTo>
                  <a:pt x="13734" y="90459"/>
                </a:lnTo>
                <a:lnTo>
                  <a:pt x="13286" y="90795"/>
                </a:lnTo>
                <a:lnTo>
                  <a:pt x="12821" y="91095"/>
                </a:lnTo>
                <a:lnTo>
                  <a:pt x="12340" y="91360"/>
                </a:lnTo>
                <a:lnTo>
                  <a:pt x="11842" y="91590"/>
                </a:lnTo>
                <a:lnTo>
                  <a:pt x="11328" y="91785"/>
                </a:lnTo>
                <a:lnTo>
                  <a:pt x="10798" y="91944"/>
                </a:lnTo>
                <a:lnTo>
                  <a:pt x="10251" y="92068"/>
                </a:lnTo>
                <a:lnTo>
                  <a:pt x="9687" y="92156"/>
                </a:lnTo>
                <a:lnTo>
                  <a:pt x="9107" y="92209"/>
                </a:lnTo>
                <a:lnTo>
                  <a:pt x="8511" y="92227"/>
                </a:lnTo>
                <a:close/>
              </a:path>
            </a:pathLst>
          </a:custGeom>
          <a:solidFill xmlns:a="http://schemas.openxmlformats.org/drawingml/2006/main">
            <a:srgbClr val="252A32"/>
          </a:solidFill>
          <a:ln xmlns:a="http://schemas.openxmlformats.org/drawingml/2006/main" w="0">
            <a:noFill/>
          </a:ln>
        </p:spPr>
      </p:sp>
      <p:sp>
        <p:nvSpPr>
          <p:cNvPr id="424" name="F3-0424-text">
            <a:extLst xmlns:a="http://schemas.openxmlformats.org/drawingml/2006/main">
              <a:ext uri="{FF2B5EF4-FFF2-40B4-BE49-F238E27FC236}">
                <a16:creationId xmlns:a16="http://schemas.microsoft.com/office/drawing/2014/main" id="{41B28ED2-23B4-467F-AE43-73539D282BB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596900" y="7493000"/>
            <a:ext cx="2794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425" name="F3-0425-text"/>
          <p:cNvSpPr txBox="1"/>
          <p:nvPr/>
        </p:nvSpPr>
        <p:spPr>
          <ns0:xfrm xmlns:ns0="http://schemas.openxmlformats.org/drawingml/2006/main">
            <ns0:off x="933450" y="7604522"/>
            <ns0:ext cx="2111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</ns0:t>
            </ns0:r>
          </ns0:p>
        </p:txBody>
      </p:sp>
      <p:sp>
        <p:nvSpPr>
          <p:cNvPr id="426" name="F3-0426-text"/>
          <p:cNvSpPr txBox="1"/>
          <p:nvPr/>
        </p:nvSpPr>
        <p:spPr>
          <ns0:xfrm xmlns:ns0="http://schemas.openxmlformats.org/drawingml/2006/main">
            <ns0:off x="1144588" y="7604522"/>
            <ns0:ext cx="2111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2</ns0:t>
            </ns0:r>
          </ns0:p>
        </p:txBody>
      </p:sp>
      <p:sp>
        <p:nvSpPr>
          <p:cNvPr id="427" name="F3-0427-text"/>
          <p:cNvSpPr txBox="1"/>
          <p:nvPr/>
        </p:nvSpPr>
        <p:spPr>
          <ns0:xfrm xmlns:ns0="http://schemas.openxmlformats.org/drawingml/2006/main">
            <ns0:off x="1536700" y="7604522"/>
            <ns0:ext cx="279400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…</ns0:t>
            </ns0:r>
          </ns0:p>
        </p:txBody>
      </p:sp>
      <p:sp>
        <p:nvSpPr>
          <p:cNvPr id="428" name="F3-0428-text"/>
          <p:cNvSpPr txBox="1"/>
          <p:nvPr/>
        </p:nvSpPr>
        <p:spPr>
          <ns0:xfrm xmlns:ns0="http://schemas.openxmlformats.org/drawingml/2006/main">
            <ns0:off x="1566863" y="7604522"/>
            <ns0:ext cx="2111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/>
            </ns0:r>
          </ns0:p>
        </p:txBody>
      </p:sp>
      <p:sp>
        <p:nvSpPr>
          <p:cNvPr id="429" name="F3-0429-text"/>
          <p:cNvSpPr txBox="1"/>
          <p:nvPr/>
        </p:nvSpPr>
        <p:spPr>
          <ns0:xfrm xmlns:ns0="http://schemas.openxmlformats.org/drawingml/2006/main">
            <ns0:off x="1778000" y="7604522"/>
            <ns0:ext cx="211138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/>
            </ns0:r>
          </ns0:p>
        </p:txBody>
      </p:sp>
      <p:sp>
        <p:nvSpPr>
          <p:cNvPr id="430" name="F3-0430-text"/>
          <p:cNvSpPr txBox="1"/>
          <p:nvPr/>
        </p:nvSpPr>
        <p:spPr>
          <ns0:xfrm xmlns:ns0="http://schemas.openxmlformats.org/drawingml/2006/main">
            <ns0:off x="1967706" y="7604522"/>
            <ns0:ext cx="254000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14</ns0:t>
            </ns0:r>
          </ns0:p>
        </p:txBody>
      </p:sp>
      <p:sp>
        <p:nvSpPr>
          <p:cNvPr id="431" name="F3-0431-roundRect">
            <a:extLst xmlns:a="http://schemas.openxmlformats.org/drawingml/2006/main">
              <a:ext uri="{FF2B5EF4-FFF2-40B4-BE49-F238E27FC236}">
                <a16:creationId xmlns:a16="http://schemas.microsoft.com/office/drawing/2014/main" id="{73C09F81-E987-4F5A-B741-E4FB8146305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62225" y="6819900"/>
            <a:ext cx="1152525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0478">
            <a:solidFill>
              <a:srgbClr val="DFAE9F"/>
            </a:solidFill>
            <a:prstDash val="solid"/>
          </a:ln>
        </p:spPr>
      </p:sp>
      <p:sp>
        <p:nvSpPr>
          <p:cNvPr id="566" name="F3-math-279-720"/>
          <p:cNvSpPr txBox="1"/>
          <p:nvPr/>
        </p:nvSpPr>
        <p:spPr>
          <ns0:xfrm xmlns:ns0="http://schemas.openxmlformats.org/drawingml/2006/main">
            <ns0:off x="2647950" y="6829425"/>
            <ns0:ext cx="981075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time t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i</ns0:t>
            </ns0:r>
          </ns0:p>
        </p:txBody>
      </p:sp>
      <p:sp>
        <p:nvSpPr>
          <p:cNvPr id="439" name="F3-0439-roundRect">
            <a:extLst xmlns:a="http://schemas.openxmlformats.org/drawingml/2006/main">
              <a:ext uri="{FF2B5EF4-FFF2-40B4-BE49-F238E27FC236}">
                <a16:creationId xmlns:a16="http://schemas.microsoft.com/office/drawing/2014/main" id="{19FDFF99-282D-4C51-8EF4-6DA0BA8328F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48000" y="7162800"/>
            <a:ext cx="180975" cy="523875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0478">
            <a:solidFill>
              <a:srgbClr val="C47156"/>
            </a:solidFill>
            <a:prstDash val="solid"/>
          </a:ln>
        </p:spPr>
      </p:sp>
      <p:sp>
        <p:nvSpPr>
          <p:cNvPr id="440" name="F3-0440-line">
            <a:extLst xmlns:a="http://schemas.openxmlformats.org/drawingml/2006/main">
              <a:ext uri="{FF2B5EF4-FFF2-40B4-BE49-F238E27FC236}">
                <a16:creationId xmlns:a16="http://schemas.microsoft.com/office/drawing/2014/main" id="{7698389B-356D-49EE-B500-BAE9CB2447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48000" y="7250113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441" name="F3-0441-line">
            <a:extLst xmlns:a="http://schemas.openxmlformats.org/drawingml/2006/main">
              <a:ext uri="{FF2B5EF4-FFF2-40B4-BE49-F238E27FC236}">
                <a16:creationId xmlns:a16="http://schemas.microsoft.com/office/drawing/2014/main" id="{0FBD5608-0E45-48DF-B2C2-D14C7B9B2A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48000" y="7337425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442" name="F3-0442-line">
            <a:extLst xmlns:a="http://schemas.openxmlformats.org/drawingml/2006/main">
              <a:ext uri="{FF2B5EF4-FFF2-40B4-BE49-F238E27FC236}">
                <a16:creationId xmlns:a16="http://schemas.microsoft.com/office/drawing/2014/main" id="{20A7E594-ED70-4C24-8208-957AA7392DD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48000" y="7424738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443" name="F3-0443-line">
            <a:extLst xmlns:a="http://schemas.openxmlformats.org/drawingml/2006/main">
              <a:ext uri="{FF2B5EF4-FFF2-40B4-BE49-F238E27FC236}">
                <a16:creationId xmlns:a16="http://schemas.microsoft.com/office/drawing/2014/main" id="{1D376AA3-1964-4CBE-B16A-9B857398D1D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48000" y="7512050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444" name="F3-0444-line">
            <a:extLst xmlns:a="http://schemas.openxmlformats.org/drawingml/2006/main">
              <a:ext uri="{FF2B5EF4-FFF2-40B4-BE49-F238E27FC236}">
                <a16:creationId xmlns:a16="http://schemas.microsoft.com/office/drawing/2014/main" id="{FA47D671-6E16-408B-8268-E89FD249838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048000" y="7599363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47156">
                <a:alpha val="65000"/>
              </a:srgbClr>
            </a:solidFill>
            <a:prstDash val="solid"/>
          </a:ln>
        </p:spPr>
      </p:sp>
      <p:sp>
        <p:nvSpPr>
          <p:cNvPr id="445" name="F3-0445-roundRect">
            <a:extLst xmlns:a="http://schemas.openxmlformats.org/drawingml/2006/main">
              <a:ext uri="{FF2B5EF4-FFF2-40B4-BE49-F238E27FC236}">
                <a16:creationId xmlns:a16="http://schemas.microsoft.com/office/drawing/2014/main" id="{BDFC8FD6-7556-4ABE-B1D0-FFE43E3977A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876675" y="6819900"/>
            <a:ext cx="13144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0478">
            <a:solidFill>
              <a:srgbClr val="A3ADC4"/>
            </a:solidFill>
            <a:prstDash val="solid"/>
          </a:ln>
        </p:spPr>
      </p:sp>
      <p:sp>
        <p:nvSpPr>
          <p:cNvPr id="567" name="F3-math-411-719"/>
          <p:cNvSpPr txBox="1"/>
          <p:nvPr/>
        </p:nvSpPr>
        <p:spPr>
          <ns0:xfrm xmlns:ns0="http://schemas.openxmlformats.org/drawingml/2006/main">
            <ns0:off x="3905250" y="6829425"/>
            <ns0:ext cx="1238250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endpoint u</ns0:t>
            </ns0:r>
          </ns0:p>
        </p:txBody>
      </p:sp>
      <p:sp>
        <p:nvSpPr>
          <p:cNvPr id="461" name="F3-0461-roundRect">
            <a:extLst xmlns:a="http://schemas.openxmlformats.org/drawingml/2006/main">
              <a:ext uri="{FF2B5EF4-FFF2-40B4-BE49-F238E27FC236}">
                <a16:creationId xmlns:a16="http://schemas.microsoft.com/office/drawing/2014/main" id="{EB68B771-4373-4A20-B344-8E68DE8B1C1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895350" y="7820025"/>
            <a:ext cx="11620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1430">
            <a:solidFill>
              <a:srgbClr val="BBC2CD"/>
            </a:solidFill>
            <a:prstDash val="solid"/>
          </a:ln>
        </p:spPr>
      </p:sp>
      <p:sp>
        <p:nvSpPr>
          <p:cNvPr id="462" name="F3-0462-text"/>
          <p:cNvSpPr txBox="1"/>
          <p:nvPr/>
        </p:nvSpPr>
        <p:spPr>
          <ns0:xfrm xmlns:ns0="http://schemas.openxmlformats.org/drawingml/2006/main">
            <ns0:off x="942975" y="7832408"/>
            <ns0:ext cx="1066800" cy="21621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Same task</ns0:t>
            </ns0:r>
          </ns0:p>
        </p:txBody>
      </p:sp>
      <p:sp>
        <p:nvSpPr>
          <p:cNvPr id="463" name="F3-0463-text"/>
          <p:cNvSpPr txBox="1"/>
          <p:nvPr/>
        </p:nvSpPr>
        <p:spPr>
          <ns0:xfrm xmlns:ns0="http://schemas.openxmlformats.org/drawingml/2006/main">
            <ns0:off x="942975" y="8029575"/>
            <ns0:ext cx="1066800" cy="21621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error bank</ns0:t>
            </ns0:r>
          </ns0:p>
        </p:txBody>
      </p:sp>
      <p:sp>
        <p:nvSpPr>
          <p:cNvPr id="464" name="F3-0464-roundRect">
            <a:extLst xmlns:a="http://schemas.openxmlformats.org/drawingml/2006/main">
              <a:ext uri="{FF2B5EF4-FFF2-40B4-BE49-F238E27FC236}">
                <a16:creationId xmlns:a16="http://schemas.microsoft.com/office/drawing/2014/main" id="{1D5AF516-44F6-46A3-BB7F-CB9122F2011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62225" y="7820025"/>
            <a:ext cx="11620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1430">
            <a:solidFill>
              <a:srgbClr val="BBC2CD"/>
            </a:solidFill>
            <a:prstDash val="solid"/>
          </a:ln>
        </p:spPr>
      </p:sp>
      <p:sp>
        <p:nvSpPr>
          <p:cNvPr id="465" name="F3-0465-text"/>
          <p:cNvSpPr txBox="1"/>
          <p:nvPr/>
        </p:nvSpPr>
        <p:spPr>
          <ns0:xfrm xmlns:ns0="http://schemas.openxmlformats.org/drawingml/2006/main">
            <ns0:off x="2581335" y="7832408"/>
            <ns0:ext cx="1123831" cy="21621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Time radius</ns0:t>
            </ns0:r>
          </ns0:p>
        </p:txBody>
      </p:sp>
      <p:sp>
        <p:nvSpPr>
          <p:cNvPr id="466" name="F3-0466-text"/>
          <p:cNvSpPr txBox="1"/>
          <p:nvPr/>
        </p:nvSpPr>
        <p:spPr>
          <ns0:xfrm xmlns:ns0="http://schemas.openxmlformats.org/drawingml/2006/main">
            <ns0:off x="2609850" y="8029575"/>
            <ns0:ext cx="1066800" cy="21621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±8 steps</ns0:t>
            </ns0:r>
          </ns0:p>
        </p:txBody>
      </p:sp>
      <p:sp>
        <p:nvSpPr>
          <p:cNvPr id="467" name="F3-0467-roundRect">
            <a:extLst xmlns:a="http://schemas.openxmlformats.org/drawingml/2006/main">
              <a:ext uri="{FF2B5EF4-FFF2-40B4-BE49-F238E27FC236}">
                <a16:creationId xmlns:a16="http://schemas.microsoft.com/office/drawing/2014/main" id="{24A3143A-5504-404D-A0EE-483BAE87C67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10275" y="7219950"/>
            <a:ext cx="8001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1430">
            <a:solidFill>
              <a:srgbClr val="BBC2CD"/>
            </a:solidFill>
            <a:prstDash val="solid"/>
          </a:ln>
        </p:spPr>
      </p:sp>
      <p:sp>
        <p:nvSpPr>
          <p:cNvPr id="468" name="F3-0468-text"/>
          <p:cNvSpPr txBox="1"/>
          <p:nvPr/>
        </p:nvSpPr>
        <p:spPr>
          <ns0:xfrm xmlns:ns0="http://schemas.openxmlformats.org/drawingml/2006/main">
            <ns0:off x="6048375" y="7275671"/>
            <ns0:ext cx="72390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pool</ns0:t>
            </ns0:r>
          </ns0:p>
        </p:txBody>
      </p:sp>
      <p:sp>
        <p:nvSpPr>
          <p:cNvPr id="469" name="F3-0469-roundRect">
            <a:extLst xmlns:a="http://schemas.openxmlformats.org/drawingml/2006/main">
              <a:ext uri="{FF2B5EF4-FFF2-40B4-BE49-F238E27FC236}">
                <a16:creationId xmlns:a16="http://schemas.microsoft.com/office/drawing/2014/main" id="{40F454E8-E6DF-425D-9D3A-95150205153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124700" y="6962775"/>
            <a:ext cx="1905000" cy="847725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1906">
            <a:solidFill>
              <a:srgbClr val="8491B4"/>
            </a:solidFill>
            <a:prstDash val="solid"/>
          </a:ln>
        </p:spPr>
      </p:sp>
      <p:sp>
        <p:nvSpPr>
          <p:cNvPr id="470" name="F3-0470-text"/>
          <p:cNvSpPr txBox="1"/>
          <p:nvPr/>
        </p:nvSpPr>
        <p:spPr>
          <ns0:xfrm xmlns:ns0="http://schemas.openxmlformats.org/drawingml/2006/main">
            <ns0:off x="7477125" y="7048500"/>
            <ns0:ext cx="1200150" cy="31480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202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Draw one</ns0:t>
            </ns0:r>
          </ns0:p>
        </p:txBody>
      </p:sp>
      <p:sp>
        <p:nvSpPr>
          <p:cNvPr id="471" name="F3-0471-text"/>
          <p:cNvSpPr txBox="1"/>
          <p:nvPr/>
        </p:nvSpPr>
        <p:spPr>
          <ns0:xfrm xmlns:ns0="http://schemas.openxmlformats.org/drawingml/2006/main">
            <ns0:off x="7181850" y="7402116"/>
            <ns0:ext cx="1790700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(first 8 steps)</ns0:t>
            </ns0:r>
          </ns0:p>
        </p:txBody>
      </p:sp>
      <p:sp>
        <p:nvSpPr>
          <p:cNvPr id="472" name="F3-math-718-825-0472-text"/>
          <p:cNvSpPr txBox="1"/>
          <p:nvPr/>
        </p:nvSpPr>
        <p:spPr>
          <ns0:xfrm xmlns:ns0="http://schemas.openxmlformats.org/drawingml/2006/main">
            <ns0:off x="7219521" y="7870031"/>
            <ns0:ext cx="2601182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12 endpoints / episode</ns0:t>
            </ns0:r>
          </ns0:p>
        </p:txBody>
      </p:sp>
      <p:grpSp>
        <p:nvGrpSpPr>
          <p:cNvPr id="568" name="F3-route-473"/>
          <p:cNvGrpSpPr/>
          <p:nvPr/>
        </p:nvGrpSpPr>
        <p:grpSpPr>
          <ns1:xfrm xmlns:ns1="http://schemas.openxmlformats.org/drawingml/2006/main">
            <ns1:off x="1419701" y="7734300"/>
            <ns1:ext cx="94297" cy="85725"/>
            <ns1:chOff x="1419701" y="7734300"/>
            <ns1:chExt cx="94297" cy="85725"/>
          </ns1:xfrm>
        </p:grpSpPr>
        <p:sp>
          <p:nvSpPr>
            <p:cNvPr id="473" name="F3-route-473-0473-arrow-route">
              <a:extLst xmlns:a="http://schemas.openxmlformats.org/drawingml/2006/main">
                <a:ext uri="{FF2B5EF4-FFF2-40B4-BE49-F238E27FC236}">
                  <a16:creationId xmlns:a16="http://schemas.microsoft.com/office/drawing/2014/main" id="{F8A8B67C-0086-4775-91FB-BD1C6269E0F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66850" y="7772400"/>
              <a:ext cx="9525" cy="47625"/>
            </a:xfrm>
            <a:custGeom xmlns:a="http://schemas.openxmlformats.org/drawingml/2006/main"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3813">
              <a:solidFill>
                <a:srgbClr val="C47156"/>
              </a:solidFill>
              <a:prstDash val="solid"/>
            </a:ln>
          </p:spPr>
        </p:sp>
        <p:sp>
          <p:nvSpPr>
            <p:cNvPr id="474" name="F3-route-473-0474-custom">
              <a:extLst xmlns:a="http://schemas.openxmlformats.org/drawingml/2006/main">
                <a:ext uri="{FF2B5EF4-FFF2-40B4-BE49-F238E27FC236}">
                  <a16:creationId xmlns:a16="http://schemas.microsoft.com/office/drawing/2014/main" id="{AA0C0560-576E-46E5-8D48-7FAD95C59B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19701" y="7734300"/>
              <a:ext cx="94297" cy="85725"/>
            </a:xfrm>
            <a:custGeom xmlns:a="http://schemas.openxmlformats.org/drawingml/2006/main">
              <a:pathLst>
                <a:path w="94297" h="85725">
                  <a:moveTo>
                    <a:pt x="47149" y="85725"/>
                  </a:moveTo>
                  <a:lnTo>
                    <a:pt x="0" y="0"/>
                  </a:lnTo>
                  <a:lnTo>
                    <a:pt x="94297" y="0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grpSp>
        <p:nvGrpSpPr>
          <p:cNvPr id="569" name="F3-route-475"/>
          <p:cNvGrpSpPr/>
          <p:nvPr/>
        </p:nvGrpSpPr>
        <p:grpSpPr>
          <ns1:xfrm xmlns:ns1="http://schemas.openxmlformats.org/drawingml/2006/main">
            <ns1:off x="3096101" y="7734300"/>
            <ns1:ext cx="94297" cy="85725"/>
            <ns1:chOff x="3096101" y="7734300"/>
            <ns1:chExt cx="94297" cy="85725"/>
          </ns1:xfrm>
        </p:grpSpPr>
        <p:sp>
          <p:nvSpPr>
            <p:cNvPr id="475" name="F3-route-475-0475-arrow-route">
              <a:extLst xmlns:a="http://schemas.openxmlformats.org/drawingml/2006/main">
                <a:ext uri="{FF2B5EF4-FFF2-40B4-BE49-F238E27FC236}">
                  <a16:creationId xmlns:a16="http://schemas.microsoft.com/office/drawing/2014/main" id="{AD11971F-EE45-44A9-AE23-DC09F4E0665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43250" y="7772400"/>
              <a:ext cx="9525" cy="47625"/>
            </a:xfrm>
            <a:custGeom xmlns:a="http://schemas.openxmlformats.org/drawingml/2006/main"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3813">
              <a:solidFill>
                <a:srgbClr val="C47156"/>
              </a:solidFill>
              <a:prstDash val="solid"/>
            </a:ln>
          </p:spPr>
        </p:sp>
        <p:sp>
          <p:nvSpPr>
            <p:cNvPr id="476" name="F3-route-475-0476-custom">
              <a:extLst xmlns:a="http://schemas.openxmlformats.org/drawingml/2006/main">
                <a:ext uri="{FF2B5EF4-FFF2-40B4-BE49-F238E27FC236}">
                  <a16:creationId xmlns:a16="http://schemas.microsoft.com/office/drawing/2014/main" id="{12202325-46D9-46D2-8D27-23327CA1196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96101" y="7734300"/>
              <a:ext cx="94297" cy="85725"/>
            </a:xfrm>
            <a:custGeom xmlns:a="http://schemas.openxmlformats.org/drawingml/2006/main">
              <a:pathLst>
                <a:path w="94297" h="85725">
                  <a:moveTo>
                    <a:pt x="47149" y="85725"/>
                  </a:moveTo>
                  <a:lnTo>
                    <a:pt x="0" y="0"/>
                  </a:lnTo>
                  <a:lnTo>
                    <a:pt x="94297" y="0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grpSp>
        <p:nvGrpSpPr>
          <p:cNvPr id="570" name="F3-route-477"/>
          <p:cNvGrpSpPr/>
          <p:nvPr/>
        </p:nvGrpSpPr>
        <p:grpSpPr>
          <ns1:xfrm xmlns:ns1="http://schemas.openxmlformats.org/drawingml/2006/main">
            <ns1:off x="1466850" y="7581900"/>
            <ns1:ext cx="4992509" cy="790575"/>
            <ns1:chOff x="1466850" y="7581900"/>
            <ns1:chExt cx="4992509" cy="790575"/>
          </ns1:xfrm>
        </p:grpSpPr>
        <p:sp>
          <p:nvSpPr>
            <p:cNvPr id="477" name="F3-route-477-0477-arrow-route">
              <a:extLst xmlns:a="http://schemas.openxmlformats.org/drawingml/2006/main">
                <a:ext uri="{FF2B5EF4-FFF2-40B4-BE49-F238E27FC236}">
                  <a16:creationId xmlns:a16="http://schemas.microsoft.com/office/drawing/2014/main" id="{B93D6ECF-93AF-45F2-A658-47FE153BDC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66850" y="7581900"/>
              <a:ext cx="4943475" cy="790575"/>
            </a:xfrm>
            <a:custGeom xmlns:a="http://schemas.openxmlformats.org/drawingml/2006/main">
              <a:pathLst>
                <a:path w="4943475" h="790575">
                  <a:moveTo>
                    <a:pt x="0" y="657225"/>
                  </a:moveTo>
                  <a:lnTo>
                    <a:pt x="0" y="790575"/>
                  </a:lnTo>
                  <a:lnTo>
                    <a:pt x="4943475" y="790575"/>
                  </a:lnTo>
                  <a:lnTo>
                    <a:pt x="49434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C47156"/>
              </a:solidFill>
              <a:prstDash val="solid"/>
            </a:ln>
          </p:spPr>
        </p:sp>
        <p:sp>
          <p:nvSpPr>
            <p:cNvPr id="478" name="F3-route-477-0478-custom">
              <a:extLst xmlns:a="http://schemas.openxmlformats.org/drawingml/2006/main">
                <a:ext uri="{FF2B5EF4-FFF2-40B4-BE49-F238E27FC236}">
                  <a16:creationId xmlns:a16="http://schemas.microsoft.com/office/drawing/2014/main" id="{CD134FFB-8529-4B1A-B481-783FE36499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61290" y="7581900"/>
              <a:ext cx="98069" cy="89154"/>
            </a:xfrm>
            <a:custGeom xmlns:a="http://schemas.openxmlformats.org/drawingml/2006/main">
              <a:pathLst>
                <a:path w="98069" h="89154">
                  <a:moveTo>
                    <a:pt x="49035" y="0"/>
                  </a:moveTo>
                  <a:lnTo>
                    <a:pt x="98069" y="89154"/>
                  </a:lnTo>
                  <a:lnTo>
                    <a:pt x="0" y="89154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grpSp>
        <p:nvGrpSpPr>
          <p:cNvPr id="571" name="F3-route-479"/>
          <p:cNvGrpSpPr/>
          <p:nvPr/>
        </p:nvGrpSpPr>
        <p:grpSpPr>
          <ns1:xfrm xmlns:ns1="http://schemas.openxmlformats.org/drawingml/2006/main">
            <ns1:off x="3143250" y="7351890"/>
            <ns1:ext cx="2867025" cy="934860"/>
            <ns1:chOff x="3143250" y="7351890"/>
            <ns1:chExt cx="2867025" cy="934860"/>
          </ns1:xfrm>
        </p:grpSpPr>
        <p:sp>
          <p:nvSpPr>
            <p:cNvPr id="479" name="F3-route-479-0479-arrow-route">
              <a:extLst xmlns:a="http://schemas.openxmlformats.org/drawingml/2006/main">
                <a:ext uri="{FF2B5EF4-FFF2-40B4-BE49-F238E27FC236}">
                  <a16:creationId xmlns:a16="http://schemas.microsoft.com/office/drawing/2014/main" id="{0ACE4719-0B40-405D-883B-B44A3910EA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43250" y="7400925"/>
              <a:ext cx="2867025" cy="885825"/>
            </a:xfrm>
            <a:custGeom xmlns:a="http://schemas.openxmlformats.org/drawingml/2006/main">
              <a:pathLst>
                <a:path w="2867025" h="885825">
                  <a:moveTo>
                    <a:pt x="0" y="838200"/>
                  </a:moveTo>
                  <a:lnTo>
                    <a:pt x="0" y="885825"/>
                  </a:lnTo>
                  <a:lnTo>
                    <a:pt x="2600325" y="885825"/>
                  </a:lnTo>
                  <a:lnTo>
                    <a:pt x="2600325" y="0"/>
                  </a:lnTo>
                  <a:lnTo>
                    <a:pt x="28670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C47156"/>
              </a:solidFill>
              <a:prstDash val="solid"/>
            </a:ln>
          </p:spPr>
        </p:sp>
        <p:sp>
          <p:nvSpPr>
            <p:cNvPr id="480" name="F3-route-479-0480-custom">
              <a:extLst xmlns:a="http://schemas.openxmlformats.org/drawingml/2006/main">
                <a:ext uri="{FF2B5EF4-FFF2-40B4-BE49-F238E27FC236}">
                  <a16:creationId xmlns:a16="http://schemas.microsoft.com/office/drawing/2014/main" id="{8BC9EEB0-EDBB-4284-985B-86350F55C11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21121" y="7351890"/>
              <a:ext cx="89154" cy="98069"/>
            </a:xfrm>
            <a:custGeom xmlns:a="http://schemas.openxmlformats.org/drawingml/2006/main">
              <a:pathLst>
                <a:path w="89154" h="98069">
                  <a:moveTo>
                    <a:pt x="89154" y="49035"/>
                  </a:moveTo>
                  <a:lnTo>
                    <a:pt x="0" y="98069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grpSp>
        <p:nvGrpSpPr>
          <p:cNvPr id="572" name="F3-route-481"/>
          <p:cNvGrpSpPr/>
          <p:nvPr/>
        </p:nvGrpSpPr>
        <p:grpSpPr>
          <ns1:xfrm xmlns:ns1="http://schemas.openxmlformats.org/drawingml/2006/main">
            <ns1:off x="5191125" y="7038975"/>
            <ns1:ext cx="1268234" cy="180975"/>
            <ns1:chOff x="5191125" y="7038975"/>
            <ns1:chExt cx="1268234" cy="180975"/>
          </ns1:xfrm>
        </p:grpSpPr>
        <p:sp>
          <p:nvSpPr>
            <p:cNvPr id="481" name="F3-route-481-0481-arrow-route">
              <a:extLst xmlns:a="http://schemas.openxmlformats.org/drawingml/2006/main">
                <a:ext uri="{FF2B5EF4-FFF2-40B4-BE49-F238E27FC236}">
                  <a16:creationId xmlns:a16="http://schemas.microsoft.com/office/drawing/2014/main" id="{CD718D6D-5F69-42EC-AE30-5FC59EDF3C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91125" y="7038975"/>
              <a:ext cx="1219200" cy="180975"/>
            </a:xfrm>
            <a:custGeom xmlns:a="http://schemas.openxmlformats.org/drawingml/2006/main">
              <a:pathLst>
                <a:path w="1219200" h="180975">
                  <a:moveTo>
                    <a:pt x="0" y="0"/>
                  </a:moveTo>
                  <a:lnTo>
                    <a:pt x="1219200" y="0"/>
                  </a:lnTo>
                  <a:lnTo>
                    <a:pt x="1219200" y="180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7482A5"/>
              </a:solidFill>
              <a:prstDash val="solid"/>
            </a:ln>
          </p:spPr>
        </p:sp>
        <p:sp>
          <p:nvSpPr>
            <p:cNvPr id="482" name="F3-route-481-0482-custom">
              <a:extLst xmlns:a="http://schemas.openxmlformats.org/drawingml/2006/main">
                <a:ext uri="{FF2B5EF4-FFF2-40B4-BE49-F238E27FC236}">
                  <a16:creationId xmlns:a16="http://schemas.microsoft.com/office/drawing/2014/main" id="{759ACCB4-9161-4ED4-8499-EEACD2DDEF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61290" y="7130796"/>
              <a:ext cx="98069" cy="89154"/>
            </a:xfrm>
            <a:custGeom xmlns:a="http://schemas.openxmlformats.org/drawingml/2006/main">
              <a:pathLst>
                <a:path w="98069" h="89154">
                  <a:moveTo>
                    <a:pt x="49035" y="89154"/>
                  </a:moveTo>
                  <a:lnTo>
                    <a:pt x="0" y="0"/>
                  </a:lnTo>
                  <a:lnTo>
                    <a:pt x="98069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grpSp>
        <p:nvGrpSpPr>
          <p:cNvPr id="573" name="F3-route-483"/>
          <p:cNvGrpSpPr/>
          <p:nvPr/>
        </p:nvGrpSpPr>
        <p:grpSpPr>
          <ns1:xfrm xmlns:ns1="http://schemas.openxmlformats.org/drawingml/2006/main">
            <ns1:off x="6810375" y="7351890"/>
            <ns1:ext cx="314325" cy="98069"/>
            <ns1:chOff x="6810375" y="7351890"/>
            <ns1:chExt cx="314325" cy="98069"/>
          </ns1:xfrm>
        </p:grpSpPr>
        <p:sp>
          <p:nvSpPr>
            <p:cNvPr id="483" name="F3-route-483-0483-arrow-route">
              <a:extLst xmlns:a="http://schemas.openxmlformats.org/drawingml/2006/main">
                <a:ext uri="{FF2B5EF4-FFF2-40B4-BE49-F238E27FC236}">
                  <a16:creationId xmlns:a16="http://schemas.microsoft.com/office/drawing/2014/main" id="{F79C04A3-6251-47F6-889B-D77B4EDD1F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10375" y="7400925"/>
              <a:ext cx="314325" cy="9525"/>
            </a:xfrm>
            <a:custGeom xmlns:a="http://schemas.openxmlformats.org/drawingml/2006/main"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7482A5"/>
              </a:solidFill>
              <a:prstDash val="solid"/>
            </a:ln>
          </p:spPr>
        </p:sp>
        <p:sp>
          <p:nvSpPr>
            <p:cNvPr id="484" name="F3-route-483-0484-custom">
              <a:extLst xmlns:a="http://schemas.openxmlformats.org/drawingml/2006/main">
                <a:ext uri="{FF2B5EF4-FFF2-40B4-BE49-F238E27FC236}">
                  <a16:creationId xmlns:a16="http://schemas.microsoft.com/office/drawing/2014/main" id="{29822667-47F8-4C07-8FA3-9EED21004A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35546" y="7351890"/>
              <a:ext cx="89154" cy="98069"/>
            </a:xfrm>
            <a:custGeom xmlns:a="http://schemas.openxmlformats.org/drawingml/2006/main">
              <a:pathLst>
                <a:path w="89154" h="98069">
                  <a:moveTo>
                    <a:pt x="89154" y="49035"/>
                  </a:moveTo>
                  <a:lnTo>
                    <a:pt x="0" y="98069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485" name="F3-0485-roundRect">
            <a:extLst xmlns:a="http://schemas.openxmlformats.org/drawingml/2006/main">
              <a:ext uri="{FF2B5EF4-FFF2-40B4-BE49-F238E27FC236}">
                <a16:creationId xmlns:a16="http://schemas.microsoft.com/office/drawing/2014/main" id="{13391BF6-6327-47FC-B088-172E80C309D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077450" y="7105650"/>
            <a:ext cx="1666875" cy="752475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1430">
            <a:solidFill>
              <a:srgbClr val="BBC2CD"/>
            </a:solidFill>
            <a:prstDash val="solid"/>
          </a:ln>
        </p:spPr>
      </p:sp>
      <p:sp>
        <p:nvSpPr>
          <p:cNvPr id="486" name="F3-0486-text"/>
          <p:cNvSpPr txBox="1"/>
          <p:nvPr/>
        </p:nvSpPr>
        <p:spPr>
          <ns0:xfrm xmlns:ns0="http://schemas.openxmlformats.org/drawingml/2006/main">
            <ns0:off x="10096182" y="7169223"/>
            <ns0:ext cx="1629410" cy="23480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Normalize + cap</ns0:t>
            </ns0:r>
          </ns0:p>
        </p:txBody>
      </p:sp>
      <p:sp>
        <p:nvSpPr>
          <p:cNvPr id="487" name="F3-0487-text"/>
          <p:cNvSpPr txBox="1"/>
          <p:nvPr/>
        </p:nvSpPr>
        <p:spPr>
          <ns0:xfrm xmlns:ns0="http://schemas.openxmlformats.org/drawingml/2006/main">
            <ns0:off x="10115550" y="7410450"/>
            <ns0:ext cx="1619250" cy="2381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RMS σ, cap ±3σ</ns0:t>
            </ns0:r>
          </ns0:p>
        </p:txBody>
      </p:sp>
      <p:sp>
        <p:nvSpPr>
          <p:cNvPr id="488" name="F3-0488-text"/>
          <p:cNvSpPr txBox="1"/>
          <p:nvPr/>
        </p:nvSpPr>
        <p:spPr>
          <ns0:xfrm xmlns:ns0="http://schemas.openxmlformats.org/drawingml/2006/main">
            <ns0:off x="10115550" y="7648575"/>
            <ns0:ext cx="1609725" cy="2381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gripper pulse = 0</ns0:t>
            </ns0:r>
          </ns0:p>
        </p:txBody>
      </p:sp>
      <p:sp>
        <p:nvSpPr>
          <p:cNvPr id="574" name="F3-math-969-733"/>
          <p:cNvSpPr txBox="1"/>
          <p:nvPr/>
        </p:nvSpPr>
        <p:spPr>
          <ns0:xfrm xmlns:ns0="http://schemas.openxmlformats.org/drawingml/2006/main">
            <ns0:off x="9344025" y="6991350"/>
            <ns0:ext cx="571500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9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1:8</ns0:t>
            </ns0:r>
          </ns0:p>
        </p:txBody>
      </p:sp>
      <p:grpSp>
        <p:nvGrpSpPr>
          <p:cNvPr id="575" name="F3-route-492"/>
          <p:cNvGrpSpPr/>
          <p:nvPr/>
        </p:nvGrpSpPr>
        <p:grpSpPr>
          <ns1:xfrm xmlns:ns1="http://schemas.openxmlformats.org/drawingml/2006/main">
            <ns1:off x="9029700" y="7370940"/>
            <ns1:ext cx="1047750" cy="98069"/>
            <ns1:chOff x="9029700" y="7370940"/>
            <ns1:chExt cx="1047750" cy="98069"/>
          </ns1:xfrm>
        </p:grpSpPr>
        <p:sp>
          <p:nvSpPr>
            <p:cNvPr id="492" name="F3-route-492-0492-arrow-route">
              <a:extLst xmlns:a="http://schemas.openxmlformats.org/drawingml/2006/main">
                <a:ext uri="{FF2B5EF4-FFF2-40B4-BE49-F238E27FC236}">
                  <a16:creationId xmlns:a16="http://schemas.microsoft.com/office/drawing/2014/main" id="{050C53DD-8716-4ABE-81B2-875FE6FDE61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29700" y="7419975"/>
              <a:ext cx="1047750" cy="9525"/>
            </a:xfrm>
            <a:custGeom xmlns:a="http://schemas.openxmlformats.org/drawingml/2006/main"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7482A5"/>
              </a:solidFill>
              <a:prstDash val="solid"/>
            </a:ln>
          </p:spPr>
        </p:sp>
        <p:sp>
          <p:nvSpPr>
            <p:cNvPr id="493" name="F3-route-492-0493-custom">
              <a:extLst xmlns:a="http://schemas.openxmlformats.org/drawingml/2006/main">
                <a:ext uri="{FF2B5EF4-FFF2-40B4-BE49-F238E27FC236}">
                  <a16:creationId xmlns:a16="http://schemas.microsoft.com/office/drawing/2014/main" id="{1676D338-B9BB-4351-87D4-8B2455B2A25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988296" y="7370940"/>
              <a:ext cx="89154" cy="98069"/>
            </a:xfrm>
            <a:custGeom xmlns:a="http://schemas.openxmlformats.org/drawingml/2006/main">
              <a:pathLst>
                <a:path w="89154" h="98069">
                  <a:moveTo>
                    <a:pt x="89154" y="49035"/>
                  </a:moveTo>
                  <a:lnTo>
                    <a:pt x="0" y="98069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494" name="F3-0494-roundRect">
            <a:extLst xmlns:a="http://schemas.openxmlformats.org/drawingml/2006/main">
              <a:ext uri="{FF2B5EF4-FFF2-40B4-BE49-F238E27FC236}">
                <a16:creationId xmlns:a16="http://schemas.microsoft.com/office/drawing/2014/main" id="{EC38F7B3-BCDF-469A-BB85-01C12C776F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144375" y="6819900"/>
            <a:ext cx="1933575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BC2CD"/>
            </a:solidFill>
            <a:prstDash val="solid"/>
          </a:ln>
        </p:spPr>
      </p:sp>
      <p:sp>
        <p:nvSpPr>
          <p:cNvPr id="576" name="F3-math-1281-721"/>
          <p:cNvSpPr txBox="1"/>
          <p:nvPr/>
        </p:nvSpPr>
        <p:spPr>
          <ns0:xfrm xmlns:ns0="http://schemas.openxmlformats.org/drawingml/2006/main">
            <ns0:off x="12334875" y="6838950"/>
            <ns0:ext cx="1504950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P ∈ R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8×14</ns0:t>
            </ns0:r>
          </ns0:p>
        </p:txBody>
      </p:sp>
      <p:sp>
        <p:nvSpPr>
          <p:cNvPr id="502" name="F3-0502-roundRect">
            <a:extLst xmlns:a="http://schemas.openxmlformats.org/drawingml/2006/main">
              <a:ext uri="{FF2B5EF4-FFF2-40B4-BE49-F238E27FC236}">
                <a16:creationId xmlns:a16="http://schemas.microsoft.com/office/drawing/2014/main" id="{7778FC2D-B9D5-4B4C-B88D-6135153852A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25375" y="7191375"/>
            <a:ext cx="1362075" cy="62865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0478">
            <a:solidFill>
              <a:srgbClr val="A3ADC4"/>
            </a:solidFill>
            <a:prstDash val="solid"/>
          </a:ln>
        </p:spPr>
      </p:sp>
      <p:sp>
        <p:nvSpPr>
          <p:cNvPr id="503" name="F3-0503-line">
            <a:extLst xmlns:a="http://schemas.openxmlformats.org/drawingml/2006/main">
              <a:ext uri="{FF2B5EF4-FFF2-40B4-BE49-F238E27FC236}">
                <a16:creationId xmlns:a16="http://schemas.microsoft.com/office/drawing/2014/main" id="{AB8B1A61-4269-4E75-BF67-71EAD460EF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25375" y="7348538"/>
            <a:ext cx="1362075" cy="9525"/>
          </a:xfrm>
          <a:custGeom xmlns:a="http://schemas.openxmlformats.org/drawingml/2006/main">
            <a:pathLst>
              <a:path w="1362075" h="9525">
                <a:moveTo>
                  <a:pt x="0" y="0"/>
                </a:moveTo>
                <a:lnTo>
                  <a:pt x="1362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504" name="F3-0504-line">
            <a:extLst xmlns:a="http://schemas.openxmlformats.org/drawingml/2006/main">
              <a:ext uri="{FF2B5EF4-FFF2-40B4-BE49-F238E27FC236}">
                <a16:creationId xmlns:a16="http://schemas.microsoft.com/office/drawing/2014/main" id="{F4D1FB68-C67B-4F01-9A72-8B243A7784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25375" y="7505700"/>
            <a:ext cx="1362075" cy="9525"/>
          </a:xfrm>
          <a:custGeom xmlns:a="http://schemas.openxmlformats.org/drawingml/2006/main">
            <a:pathLst>
              <a:path w="1362075" h="9525">
                <a:moveTo>
                  <a:pt x="0" y="0"/>
                </a:moveTo>
                <a:lnTo>
                  <a:pt x="1362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505" name="F3-0505-line">
            <a:extLst xmlns:a="http://schemas.openxmlformats.org/drawingml/2006/main">
              <a:ext uri="{FF2B5EF4-FFF2-40B4-BE49-F238E27FC236}">
                <a16:creationId xmlns:a16="http://schemas.microsoft.com/office/drawing/2014/main" id="{D8AF44D4-2F58-4D9E-B351-3AFF802B62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525375" y="7662863"/>
            <a:ext cx="1362075" cy="9525"/>
          </a:xfrm>
          <a:custGeom xmlns:a="http://schemas.openxmlformats.org/drawingml/2006/main">
            <a:pathLst>
              <a:path w="1362075" h="9525">
                <a:moveTo>
                  <a:pt x="0" y="0"/>
                </a:moveTo>
                <a:lnTo>
                  <a:pt x="1362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506" name="F3-0506-line">
            <a:extLst xmlns:a="http://schemas.openxmlformats.org/drawingml/2006/main">
              <a:ext uri="{FF2B5EF4-FFF2-40B4-BE49-F238E27FC236}">
                <a16:creationId xmlns:a16="http://schemas.microsoft.com/office/drawing/2014/main" id="{2D87F8C8-73C9-4215-A276-E6654193026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752388" y="7191375"/>
            <a:ext cx="9525" cy="628650"/>
          </a:xfrm>
          <a:custGeom xmlns:a="http://schemas.openxmlformats.org/drawingml/2006/main">
            <a:pathLst>
              <a:path w="952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507" name="F3-0507-line">
            <a:extLst xmlns:a="http://schemas.openxmlformats.org/drawingml/2006/main">
              <a:ext uri="{FF2B5EF4-FFF2-40B4-BE49-F238E27FC236}">
                <a16:creationId xmlns:a16="http://schemas.microsoft.com/office/drawing/2014/main" id="{F69A954E-5CBC-4155-B981-FA4E7716061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979400" y="7191375"/>
            <a:ext cx="9525" cy="628650"/>
          </a:xfrm>
          <a:custGeom xmlns:a="http://schemas.openxmlformats.org/drawingml/2006/main">
            <a:pathLst>
              <a:path w="952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508" name="F3-0508-line">
            <a:extLst xmlns:a="http://schemas.openxmlformats.org/drawingml/2006/main">
              <a:ext uri="{FF2B5EF4-FFF2-40B4-BE49-F238E27FC236}">
                <a16:creationId xmlns:a16="http://schemas.microsoft.com/office/drawing/2014/main" id="{D9AA84B3-E203-4B31-94F4-24840D95EA5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206413" y="7191375"/>
            <a:ext cx="9525" cy="628650"/>
          </a:xfrm>
          <a:custGeom xmlns:a="http://schemas.openxmlformats.org/drawingml/2006/main">
            <a:pathLst>
              <a:path w="952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509" name="F3-0509-line">
            <a:extLst xmlns:a="http://schemas.openxmlformats.org/drawingml/2006/main">
              <a:ext uri="{FF2B5EF4-FFF2-40B4-BE49-F238E27FC236}">
                <a16:creationId xmlns:a16="http://schemas.microsoft.com/office/drawing/2014/main" id="{C82F803F-0D21-488F-9018-5EC09578D3D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433425" y="7191375"/>
            <a:ext cx="9525" cy="628650"/>
          </a:xfrm>
          <a:custGeom xmlns:a="http://schemas.openxmlformats.org/drawingml/2006/main">
            <a:pathLst>
              <a:path w="952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510" name="F3-0510-line">
            <a:extLst xmlns:a="http://schemas.openxmlformats.org/drawingml/2006/main">
              <a:ext uri="{FF2B5EF4-FFF2-40B4-BE49-F238E27FC236}">
                <a16:creationId xmlns:a16="http://schemas.microsoft.com/office/drawing/2014/main" id="{1F2C9C19-19E5-4A84-832F-89E5A2DB82B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60438" y="7191375"/>
            <a:ext cx="9525" cy="628650"/>
          </a:xfrm>
          <a:custGeom xmlns:a="http://schemas.openxmlformats.org/drawingml/2006/main">
            <a:pathLst>
              <a:path w="9525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7482A5">
                <a:alpha val="65000"/>
              </a:srgbClr>
            </a:solidFill>
            <a:prstDash val="solid"/>
          </a:ln>
        </p:spPr>
      </p:sp>
      <p:sp>
        <p:nvSpPr>
          <p:cNvPr id="511" name="F3-0511-text">
            <a:extLst xmlns:a="http://schemas.openxmlformats.org/drawingml/2006/main">
              <a:ext uri="{FF2B5EF4-FFF2-40B4-BE49-F238E27FC236}">
                <a16:creationId xmlns:a16="http://schemas.microsoft.com/office/drawing/2014/main" id="{52AC921D-0356-408B-8873-CBDBC39BC10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2249150" y="7156847"/>
            <a:ext cx="2286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512" name="F3-0512-text">
            <a:extLst xmlns:a="http://schemas.openxmlformats.org/drawingml/2006/main">
              <a:ext uri="{FF2B5EF4-FFF2-40B4-BE49-F238E27FC236}">
                <a16:creationId xmlns:a16="http://schemas.microsoft.com/office/drawing/2014/main" id="{48AF88D3-98FF-4024-8E70-15A44F14DF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2249150" y="7366397"/>
            <a:ext cx="228600" cy="183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13" name="F3-0513-symbol-22ee">
            <a:extLst xmlns:a="http://schemas.openxmlformats.org/drawingml/2006/main">
              <a:ext uri="{FF2B5EF4-FFF2-40B4-BE49-F238E27FC236}">
                <a16:creationId xmlns:a16="http://schemas.microsoft.com/office/drawing/2014/main" id="{FD37AB12-E701-4F57-BB70-C5581DE8E6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354939" y="7611995"/>
            <a:ext cx="17022" cy="92227"/>
          </a:xfrm>
          <a:custGeom xmlns:a="http://schemas.openxmlformats.org/drawingml/2006/main">
            <a:pathLst>
              <a:path w="17022" h="92227">
                <a:moveTo>
                  <a:pt x="8511" y="17999"/>
                </a:moveTo>
                <a:lnTo>
                  <a:pt x="7915" y="17981"/>
                </a:lnTo>
                <a:lnTo>
                  <a:pt x="7335" y="17928"/>
                </a:lnTo>
                <a:lnTo>
                  <a:pt x="6771" y="17840"/>
                </a:lnTo>
                <a:lnTo>
                  <a:pt x="6224" y="17716"/>
                </a:lnTo>
                <a:lnTo>
                  <a:pt x="5694" y="17557"/>
                </a:lnTo>
                <a:lnTo>
                  <a:pt x="5180" y="17362"/>
                </a:lnTo>
                <a:lnTo>
                  <a:pt x="4682" y="17132"/>
                </a:lnTo>
                <a:lnTo>
                  <a:pt x="4201" y="16867"/>
                </a:lnTo>
                <a:lnTo>
                  <a:pt x="3737" y="16567"/>
                </a:lnTo>
                <a:lnTo>
                  <a:pt x="3289" y="16231"/>
                </a:lnTo>
                <a:lnTo>
                  <a:pt x="2857" y="15859"/>
                </a:lnTo>
                <a:lnTo>
                  <a:pt x="2442" y="15453"/>
                </a:lnTo>
                <a:lnTo>
                  <a:pt x="2052" y="15019"/>
                </a:lnTo>
                <a:lnTo>
                  <a:pt x="1696" y="14566"/>
                </a:lnTo>
                <a:lnTo>
                  <a:pt x="1373" y="14094"/>
                </a:lnTo>
                <a:lnTo>
                  <a:pt x="1085" y="13604"/>
                </a:lnTo>
                <a:lnTo>
                  <a:pt x="831" y="13094"/>
                </a:lnTo>
                <a:lnTo>
                  <a:pt x="610" y="12566"/>
                </a:lnTo>
                <a:lnTo>
                  <a:pt x="424" y="12019"/>
                </a:lnTo>
                <a:lnTo>
                  <a:pt x="271" y="11453"/>
                </a:lnTo>
                <a:lnTo>
                  <a:pt x="153" y="10868"/>
                </a:lnTo>
                <a:lnTo>
                  <a:pt x="68" y="10264"/>
                </a:lnTo>
                <a:lnTo>
                  <a:pt x="17" y="9641"/>
                </a:lnTo>
                <a:lnTo>
                  <a:pt x="0" y="8999"/>
                </a:lnTo>
                <a:lnTo>
                  <a:pt x="17" y="8358"/>
                </a:lnTo>
                <a:lnTo>
                  <a:pt x="68" y="7735"/>
                </a:lnTo>
                <a:lnTo>
                  <a:pt x="153" y="7131"/>
                </a:lnTo>
                <a:lnTo>
                  <a:pt x="271" y="6546"/>
                </a:lnTo>
                <a:lnTo>
                  <a:pt x="424" y="5980"/>
                </a:lnTo>
                <a:lnTo>
                  <a:pt x="610" y="5433"/>
                </a:lnTo>
                <a:lnTo>
                  <a:pt x="831" y="4904"/>
                </a:lnTo>
                <a:lnTo>
                  <a:pt x="1085" y="4395"/>
                </a:lnTo>
                <a:lnTo>
                  <a:pt x="1373" y="3905"/>
                </a:lnTo>
                <a:lnTo>
                  <a:pt x="1696" y="3433"/>
                </a:lnTo>
                <a:lnTo>
                  <a:pt x="2052" y="2980"/>
                </a:lnTo>
                <a:lnTo>
                  <a:pt x="2442" y="2546"/>
                </a:lnTo>
                <a:lnTo>
                  <a:pt x="2857" y="2140"/>
                </a:lnTo>
                <a:lnTo>
                  <a:pt x="3289" y="1768"/>
                </a:lnTo>
                <a:lnTo>
                  <a:pt x="3737" y="1432"/>
                </a:lnTo>
                <a:lnTo>
                  <a:pt x="4201" y="1132"/>
                </a:lnTo>
                <a:lnTo>
                  <a:pt x="4682" y="866"/>
                </a:lnTo>
                <a:lnTo>
                  <a:pt x="5180" y="637"/>
                </a:lnTo>
                <a:lnTo>
                  <a:pt x="5694" y="442"/>
                </a:lnTo>
                <a:lnTo>
                  <a:pt x="6224" y="283"/>
                </a:lnTo>
                <a:lnTo>
                  <a:pt x="6771" y="159"/>
                </a:lnTo>
                <a:lnTo>
                  <a:pt x="7335" y="71"/>
                </a:lnTo>
                <a:lnTo>
                  <a:pt x="7915" y="18"/>
                </a:lnTo>
                <a:lnTo>
                  <a:pt x="8511" y="0"/>
                </a:lnTo>
                <a:lnTo>
                  <a:pt x="9107" y="18"/>
                </a:lnTo>
                <a:lnTo>
                  <a:pt x="9687" y="71"/>
                </a:lnTo>
                <a:lnTo>
                  <a:pt x="10251" y="159"/>
                </a:lnTo>
                <a:lnTo>
                  <a:pt x="10798" y="283"/>
                </a:lnTo>
                <a:lnTo>
                  <a:pt x="11328" y="442"/>
                </a:lnTo>
                <a:lnTo>
                  <a:pt x="11842" y="637"/>
                </a:lnTo>
                <a:lnTo>
                  <a:pt x="12340" y="866"/>
                </a:lnTo>
                <a:lnTo>
                  <a:pt x="12821" y="1132"/>
                </a:lnTo>
                <a:lnTo>
                  <a:pt x="13286" y="1432"/>
                </a:lnTo>
                <a:lnTo>
                  <a:pt x="13734" y="1768"/>
                </a:lnTo>
                <a:lnTo>
                  <a:pt x="14165" y="2140"/>
                </a:lnTo>
                <a:lnTo>
                  <a:pt x="14581" y="2546"/>
                </a:lnTo>
                <a:lnTo>
                  <a:pt x="14971" y="2980"/>
                </a:lnTo>
                <a:lnTo>
                  <a:pt x="15327" y="3433"/>
                </a:lnTo>
                <a:lnTo>
                  <a:pt x="15649" y="3905"/>
                </a:lnTo>
                <a:lnTo>
                  <a:pt x="15937" y="4395"/>
                </a:lnTo>
                <a:lnTo>
                  <a:pt x="16191" y="4904"/>
                </a:lnTo>
                <a:lnTo>
                  <a:pt x="16412" y="5433"/>
                </a:lnTo>
                <a:lnTo>
                  <a:pt x="16598" y="5980"/>
                </a:lnTo>
                <a:lnTo>
                  <a:pt x="16751" y="6546"/>
                </a:lnTo>
                <a:lnTo>
                  <a:pt x="16870" y="7131"/>
                </a:lnTo>
                <a:lnTo>
                  <a:pt x="16954" y="7735"/>
                </a:lnTo>
                <a:lnTo>
                  <a:pt x="17005" y="8358"/>
                </a:lnTo>
                <a:lnTo>
                  <a:pt x="17022" y="8999"/>
                </a:lnTo>
                <a:lnTo>
                  <a:pt x="17005" y="9641"/>
                </a:lnTo>
                <a:lnTo>
                  <a:pt x="16954" y="10264"/>
                </a:lnTo>
                <a:lnTo>
                  <a:pt x="16870" y="10868"/>
                </a:lnTo>
                <a:lnTo>
                  <a:pt x="16751" y="11453"/>
                </a:lnTo>
                <a:lnTo>
                  <a:pt x="16598" y="12019"/>
                </a:lnTo>
                <a:lnTo>
                  <a:pt x="16412" y="12566"/>
                </a:lnTo>
                <a:lnTo>
                  <a:pt x="16191" y="13094"/>
                </a:lnTo>
                <a:lnTo>
                  <a:pt x="15937" y="13604"/>
                </a:lnTo>
                <a:lnTo>
                  <a:pt x="15649" y="14094"/>
                </a:lnTo>
                <a:lnTo>
                  <a:pt x="15327" y="14566"/>
                </a:lnTo>
                <a:lnTo>
                  <a:pt x="14971" y="15019"/>
                </a:lnTo>
                <a:lnTo>
                  <a:pt x="14581" y="15453"/>
                </a:lnTo>
                <a:lnTo>
                  <a:pt x="14165" y="15859"/>
                </a:lnTo>
                <a:lnTo>
                  <a:pt x="13734" y="16231"/>
                </a:lnTo>
                <a:lnTo>
                  <a:pt x="13286" y="16567"/>
                </a:lnTo>
                <a:lnTo>
                  <a:pt x="12821" y="16867"/>
                </a:lnTo>
                <a:lnTo>
                  <a:pt x="12340" y="17132"/>
                </a:lnTo>
                <a:lnTo>
                  <a:pt x="11842" y="17362"/>
                </a:lnTo>
                <a:lnTo>
                  <a:pt x="11328" y="17557"/>
                </a:lnTo>
                <a:lnTo>
                  <a:pt x="10798" y="17716"/>
                </a:lnTo>
                <a:lnTo>
                  <a:pt x="10251" y="17840"/>
                </a:lnTo>
                <a:lnTo>
                  <a:pt x="9687" y="17928"/>
                </a:lnTo>
                <a:lnTo>
                  <a:pt x="9107" y="17981"/>
                </a:lnTo>
                <a:lnTo>
                  <a:pt x="8511" y="17999"/>
                </a:lnTo>
                <a:close/>
                <a:moveTo>
                  <a:pt x="8511" y="55113"/>
                </a:moveTo>
                <a:lnTo>
                  <a:pt x="7915" y="55095"/>
                </a:lnTo>
                <a:lnTo>
                  <a:pt x="7335" y="55042"/>
                </a:lnTo>
                <a:lnTo>
                  <a:pt x="6771" y="54954"/>
                </a:lnTo>
                <a:lnTo>
                  <a:pt x="6224" y="54830"/>
                </a:lnTo>
                <a:lnTo>
                  <a:pt x="5694" y="54671"/>
                </a:lnTo>
                <a:lnTo>
                  <a:pt x="5180" y="54476"/>
                </a:lnTo>
                <a:lnTo>
                  <a:pt x="4682" y="54246"/>
                </a:lnTo>
                <a:lnTo>
                  <a:pt x="4201" y="53981"/>
                </a:lnTo>
                <a:lnTo>
                  <a:pt x="3737" y="53681"/>
                </a:lnTo>
                <a:lnTo>
                  <a:pt x="3289" y="53345"/>
                </a:lnTo>
                <a:lnTo>
                  <a:pt x="2857" y="52973"/>
                </a:lnTo>
                <a:lnTo>
                  <a:pt x="2442" y="52567"/>
                </a:lnTo>
                <a:lnTo>
                  <a:pt x="2052" y="52133"/>
                </a:lnTo>
                <a:lnTo>
                  <a:pt x="1696" y="51680"/>
                </a:lnTo>
                <a:lnTo>
                  <a:pt x="1373" y="51208"/>
                </a:lnTo>
                <a:lnTo>
                  <a:pt x="1085" y="50718"/>
                </a:lnTo>
                <a:lnTo>
                  <a:pt x="831" y="50208"/>
                </a:lnTo>
                <a:lnTo>
                  <a:pt x="610" y="49680"/>
                </a:lnTo>
                <a:lnTo>
                  <a:pt x="424" y="49133"/>
                </a:lnTo>
                <a:lnTo>
                  <a:pt x="271" y="48567"/>
                </a:lnTo>
                <a:lnTo>
                  <a:pt x="153" y="47982"/>
                </a:lnTo>
                <a:lnTo>
                  <a:pt x="68" y="47378"/>
                </a:lnTo>
                <a:lnTo>
                  <a:pt x="17" y="46755"/>
                </a:lnTo>
                <a:lnTo>
                  <a:pt x="0" y="46113"/>
                </a:lnTo>
                <a:lnTo>
                  <a:pt x="17" y="45472"/>
                </a:lnTo>
                <a:lnTo>
                  <a:pt x="68" y="44849"/>
                </a:lnTo>
                <a:lnTo>
                  <a:pt x="153" y="44245"/>
                </a:lnTo>
                <a:lnTo>
                  <a:pt x="271" y="43660"/>
                </a:lnTo>
                <a:lnTo>
                  <a:pt x="424" y="43094"/>
                </a:lnTo>
                <a:lnTo>
                  <a:pt x="610" y="42547"/>
                </a:lnTo>
                <a:lnTo>
                  <a:pt x="831" y="42019"/>
                </a:lnTo>
                <a:lnTo>
                  <a:pt x="1085" y="41509"/>
                </a:lnTo>
                <a:lnTo>
                  <a:pt x="1373" y="41019"/>
                </a:lnTo>
                <a:lnTo>
                  <a:pt x="1696" y="40547"/>
                </a:lnTo>
                <a:lnTo>
                  <a:pt x="2052" y="40094"/>
                </a:lnTo>
                <a:lnTo>
                  <a:pt x="2442" y="39660"/>
                </a:lnTo>
                <a:lnTo>
                  <a:pt x="2857" y="39254"/>
                </a:lnTo>
                <a:lnTo>
                  <a:pt x="3289" y="38882"/>
                </a:lnTo>
                <a:lnTo>
                  <a:pt x="3737" y="38546"/>
                </a:lnTo>
                <a:lnTo>
                  <a:pt x="4201" y="38246"/>
                </a:lnTo>
                <a:lnTo>
                  <a:pt x="4682" y="37980"/>
                </a:lnTo>
                <a:lnTo>
                  <a:pt x="5180" y="37751"/>
                </a:lnTo>
                <a:lnTo>
                  <a:pt x="5694" y="37556"/>
                </a:lnTo>
                <a:lnTo>
                  <a:pt x="6224" y="37397"/>
                </a:lnTo>
                <a:lnTo>
                  <a:pt x="6771" y="37273"/>
                </a:lnTo>
                <a:lnTo>
                  <a:pt x="7335" y="37185"/>
                </a:lnTo>
                <a:lnTo>
                  <a:pt x="7915" y="37132"/>
                </a:lnTo>
                <a:lnTo>
                  <a:pt x="8511" y="37114"/>
                </a:lnTo>
                <a:lnTo>
                  <a:pt x="9107" y="37132"/>
                </a:lnTo>
                <a:lnTo>
                  <a:pt x="9687" y="37185"/>
                </a:lnTo>
                <a:lnTo>
                  <a:pt x="10251" y="37273"/>
                </a:lnTo>
                <a:lnTo>
                  <a:pt x="10798" y="37397"/>
                </a:lnTo>
                <a:lnTo>
                  <a:pt x="11328" y="37556"/>
                </a:lnTo>
                <a:lnTo>
                  <a:pt x="11842" y="37751"/>
                </a:lnTo>
                <a:lnTo>
                  <a:pt x="12340" y="37980"/>
                </a:lnTo>
                <a:lnTo>
                  <a:pt x="12821" y="38246"/>
                </a:lnTo>
                <a:lnTo>
                  <a:pt x="13286" y="38546"/>
                </a:lnTo>
                <a:lnTo>
                  <a:pt x="13734" y="38882"/>
                </a:lnTo>
                <a:lnTo>
                  <a:pt x="14165" y="39254"/>
                </a:lnTo>
                <a:lnTo>
                  <a:pt x="14581" y="39660"/>
                </a:lnTo>
                <a:lnTo>
                  <a:pt x="14971" y="40094"/>
                </a:lnTo>
                <a:lnTo>
                  <a:pt x="15327" y="40547"/>
                </a:lnTo>
                <a:lnTo>
                  <a:pt x="15649" y="41019"/>
                </a:lnTo>
                <a:lnTo>
                  <a:pt x="15937" y="41509"/>
                </a:lnTo>
                <a:lnTo>
                  <a:pt x="16191" y="42019"/>
                </a:lnTo>
                <a:lnTo>
                  <a:pt x="16412" y="42547"/>
                </a:lnTo>
                <a:lnTo>
                  <a:pt x="16598" y="43094"/>
                </a:lnTo>
                <a:lnTo>
                  <a:pt x="16751" y="43660"/>
                </a:lnTo>
                <a:lnTo>
                  <a:pt x="16870" y="44245"/>
                </a:lnTo>
                <a:lnTo>
                  <a:pt x="16954" y="44849"/>
                </a:lnTo>
                <a:lnTo>
                  <a:pt x="17005" y="45472"/>
                </a:lnTo>
                <a:lnTo>
                  <a:pt x="17022" y="46113"/>
                </a:lnTo>
                <a:lnTo>
                  <a:pt x="17005" y="46755"/>
                </a:lnTo>
                <a:lnTo>
                  <a:pt x="16954" y="47378"/>
                </a:lnTo>
                <a:lnTo>
                  <a:pt x="16870" y="47982"/>
                </a:lnTo>
                <a:lnTo>
                  <a:pt x="16751" y="48567"/>
                </a:lnTo>
                <a:lnTo>
                  <a:pt x="16598" y="49133"/>
                </a:lnTo>
                <a:lnTo>
                  <a:pt x="16412" y="49680"/>
                </a:lnTo>
                <a:lnTo>
                  <a:pt x="16191" y="50208"/>
                </a:lnTo>
                <a:lnTo>
                  <a:pt x="15937" y="50718"/>
                </a:lnTo>
                <a:lnTo>
                  <a:pt x="15649" y="51208"/>
                </a:lnTo>
                <a:lnTo>
                  <a:pt x="15327" y="51680"/>
                </a:lnTo>
                <a:lnTo>
                  <a:pt x="14971" y="52133"/>
                </a:lnTo>
                <a:lnTo>
                  <a:pt x="14581" y="52567"/>
                </a:lnTo>
                <a:lnTo>
                  <a:pt x="14165" y="52973"/>
                </a:lnTo>
                <a:lnTo>
                  <a:pt x="13734" y="53345"/>
                </a:lnTo>
                <a:lnTo>
                  <a:pt x="13286" y="53681"/>
                </a:lnTo>
                <a:lnTo>
                  <a:pt x="12821" y="53981"/>
                </a:lnTo>
                <a:lnTo>
                  <a:pt x="12340" y="54246"/>
                </a:lnTo>
                <a:lnTo>
                  <a:pt x="11842" y="54476"/>
                </a:lnTo>
                <a:lnTo>
                  <a:pt x="11328" y="54671"/>
                </a:lnTo>
                <a:lnTo>
                  <a:pt x="10798" y="54830"/>
                </a:lnTo>
                <a:lnTo>
                  <a:pt x="10251" y="54954"/>
                </a:lnTo>
                <a:lnTo>
                  <a:pt x="9687" y="55042"/>
                </a:lnTo>
                <a:lnTo>
                  <a:pt x="9107" y="55095"/>
                </a:lnTo>
                <a:lnTo>
                  <a:pt x="8511" y="55113"/>
                </a:lnTo>
                <a:close/>
                <a:moveTo>
                  <a:pt x="8511" y="92227"/>
                </a:moveTo>
                <a:lnTo>
                  <a:pt x="7915" y="92209"/>
                </a:lnTo>
                <a:lnTo>
                  <a:pt x="7335" y="92156"/>
                </a:lnTo>
                <a:lnTo>
                  <a:pt x="6771" y="92068"/>
                </a:lnTo>
                <a:lnTo>
                  <a:pt x="6224" y="91944"/>
                </a:lnTo>
                <a:lnTo>
                  <a:pt x="5694" y="91785"/>
                </a:lnTo>
                <a:lnTo>
                  <a:pt x="5180" y="91590"/>
                </a:lnTo>
                <a:lnTo>
                  <a:pt x="4682" y="91360"/>
                </a:lnTo>
                <a:lnTo>
                  <a:pt x="4201" y="91095"/>
                </a:lnTo>
                <a:lnTo>
                  <a:pt x="3737" y="90795"/>
                </a:lnTo>
                <a:lnTo>
                  <a:pt x="3289" y="90459"/>
                </a:lnTo>
                <a:lnTo>
                  <a:pt x="2857" y="90087"/>
                </a:lnTo>
                <a:lnTo>
                  <a:pt x="2442" y="89681"/>
                </a:lnTo>
                <a:lnTo>
                  <a:pt x="2052" y="89247"/>
                </a:lnTo>
                <a:lnTo>
                  <a:pt x="1696" y="88794"/>
                </a:lnTo>
                <a:lnTo>
                  <a:pt x="1373" y="88322"/>
                </a:lnTo>
                <a:lnTo>
                  <a:pt x="1085" y="87832"/>
                </a:lnTo>
                <a:lnTo>
                  <a:pt x="831" y="87322"/>
                </a:lnTo>
                <a:lnTo>
                  <a:pt x="610" y="86794"/>
                </a:lnTo>
                <a:lnTo>
                  <a:pt x="424" y="86247"/>
                </a:lnTo>
                <a:lnTo>
                  <a:pt x="271" y="85681"/>
                </a:lnTo>
                <a:lnTo>
                  <a:pt x="153" y="85096"/>
                </a:lnTo>
                <a:lnTo>
                  <a:pt x="68" y="84492"/>
                </a:lnTo>
                <a:lnTo>
                  <a:pt x="17" y="83869"/>
                </a:lnTo>
                <a:lnTo>
                  <a:pt x="0" y="83227"/>
                </a:lnTo>
                <a:lnTo>
                  <a:pt x="17" y="82586"/>
                </a:lnTo>
                <a:lnTo>
                  <a:pt x="68" y="81963"/>
                </a:lnTo>
                <a:lnTo>
                  <a:pt x="153" y="81359"/>
                </a:lnTo>
                <a:lnTo>
                  <a:pt x="271" y="80774"/>
                </a:lnTo>
                <a:lnTo>
                  <a:pt x="424" y="80208"/>
                </a:lnTo>
                <a:lnTo>
                  <a:pt x="610" y="79661"/>
                </a:lnTo>
                <a:lnTo>
                  <a:pt x="831" y="79133"/>
                </a:lnTo>
                <a:lnTo>
                  <a:pt x="1085" y="78623"/>
                </a:lnTo>
                <a:lnTo>
                  <a:pt x="1373" y="78133"/>
                </a:lnTo>
                <a:lnTo>
                  <a:pt x="1696" y="77661"/>
                </a:lnTo>
                <a:lnTo>
                  <a:pt x="2052" y="77208"/>
                </a:lnTo>
                <a:lnTo>
                  <a:pt x="2442" y="76774"/>
                </a:lnTo>
                <a:lnTo>
                  <a:pt x="2857" y="76368"/>
                </a:lnTo>
                <a:lnTo>
                  <a:pt x="3289" y="75996"/>
                </a:lnTo>
                <a:lnTo>
                  <a:pt x="3737" y="75660"/>
                </a:lnTo>
                <a:lnTo>
                  <a:pt x="4201" y="75360"/>
                </a:lnTo>
                <a:lnTo>
                  <a:pt x="4682" y="75094"/>
                </a:lnTo>
                <a:lnTo>
                  <a:pt x="5180" y="74865"/>
                </a:lnTo>
                <a:lnTo>
                  <a:pt x="5694" y="74670"/>
                </a:lnTo>
                <a:lnTo>
                  <a:pt x="6224" y="74511"/>
                </a:lnTo>
                <a:lnTo>
                  <a:pt x="6771" y="74387"/>
                </a:lnTo>
                <a:lnTo>
                  <a:pt x="7335" y="74299"/>
                </a:lnTo>
                <a:lnTo>
                  <a:pt x="7915" y="74246"/>
                </a:lnTo>
                <a:lnTo>
                  <a:pt x="8511" y="74228"/>
                </a:lnTo>
                <a:lnTo>
                  <a:pt x="9107" y="74246"/>
                </a:lnTo>
                <a:lnTo>
                  <a:pt x="9687" y="74299"/>
                </a:lnTo>
                <a:lnTo>
                  <a:pt x="10251" y="74387"/>
                </a:lnTo>
                <a:lnTo>
                  <a:pt x="10798" y="74511"/>
                </a:lnTo>
                <a:lnTo>
                  <a:pt x="11328" y="74670"/>
                </a:lnTo>
                <a:lnTo>
                  <a:pt x="11842" y="74865"/>
                </a:lnTo>
                <a:lnTo>
                  <a:pt x="12340" y="75094"/>
                </a:lnTo>
                <a:lnTo>
                  <a:pt x="12821" y="75360"/>
                </a:lnTo>
                <a:lnTo>
                  <a:pt x="13286" y="75660"/>
                </a:lnTo>
                <a:lnTo>
                  <a:pt x="13734" y="75996"/>
                </a:lnTo>
                <a:lnTo>
                  <a:pt x="14165" y="76368"/>
                </a:lnTo>
                <a:lnTo>
                  <a:pt x="14581" y="76774"/>
                </a:lnTo>
                <a:lnTo>
                  <a:pt x="14971" y="77208"/>
                </a:lnTo>
                <a:lnTo>
                  <a:pt x="15327" y="77661"/>
                </a:lnTo>
                <a:lnTo>
                  <a:pt x="15649" y="78133"/>
                </a:lnTo>
                <a:lnTo>
                  <a:pt x="15937" y="78623"/>
                </a:lnTo>
                <a:lnTo>
                  <a:pt x="16191" y="79133"/>
                </a:lnTo>
                <a:lnTo>
                  <a:pt x="16412" y="79661"/>
                </a:lnTo>
                <a:lnTo>
                  <a:pt x="16598" y="80208"/>
                </a:lnTo>
                <a:lnTo>
                  <a:pt x="16751" y="80774"/>
                </a:lnTo>
                <a:lnTo>
                  <a:pt x="16870" y="81359"/>
                </a:lnTo>
                <a:lnTo>
                  <a:pt x="16954" y="81963"/>
                </a:lnTo>
                <a:lnTo>
                  <a:pt x="17005" y="82586"/>
                </a:lnTo>
                <a:lnTo>
                  <a:pt x="17022" y="83227"/>
                </a:lnTo>
                <a:lnTo>
                  <a:pt x="17005" y="83869"/>
                </a:lnTo>
                <a:lnTo>
                  <a:pt x="16954" y="84492"/>
                </a:lnTo>
                <a:lnTo>
                  <a:pt x="16870" y="85096"/>
                </a:lnTo>
                <a:lnTo>
                  <a:pt x="16751" y="85681"/>
                </a:lnTo>
                <a:lnTo>
                  <a:pt x="16598" y="86247"/>
                </a:lnTo>
                <a:lnTo>
                  <a:pt x="16412" y="86794"/>
                </a:lnTo>
                <a:lnTo>
                  <a:pt x="16191" y="87322"/>
                </a:lnTo>
                <a:lnTo>
                  <a:pt x="15937" y="87832"/>
                </a:lnTo>
                <a:lnTo>
                  <a:pt x="15649" y="88322"/>
                </a:lnTo>
                <a:lnTo>
                  <a:pt x="15327" y="88794"/>
                </a:lnTo>
                <a:lnTo>
                  <a:pt x="14971" y="89247"/>
                </a:lnTo>
                <a:lnTo>
                  <a:pt x="14581" y="89681"/>
                </a:lnTo>
                <a:lnTo>
                  <a:pt x="14165" y="90087"/>
                </a:lnTo>
                <a:lnTo>
                  <a:pt x="13734" y="90459"/>
                </a:lnTo>
                <a:lnTo>
                  <a:pt x="13286" y="90795"/>
                </a:lnTo>
                <a:lnTo>
                  <a:pt x="12821" y="91095"/>
                </a:lnTo>
                <a:lnTo>
                  <a:pt x="12340" y="91360"/>
                </a:lnTo>
                <a:lnTo>
                  <a:pt x="11842" y="91590"/>
                </a:lnTo>
                <a:lnTo>
                  <a:pt x="11328" y="91785"/>
                </a:lnTo>
                <a:lnTo>
                  <a:pt x="10798" y="91944"/>
                </a:lnTo>
                <a:lnTo>
                  <a:pt x="10251" y="92068"/>
                </a:lnTo>
                <a:lnTo>
                  <a:pt x="9687" y="92156"/>
                </a:lnTo>
                <a:lnTo>
                  <a:pt x="9107" y="92209"/>
                </a:lnTo>
                <a:lnTo>
                  <a:pt x="8511" y="92227"/>
                </a:lnTo>
                <a:close/>
              </a:path>
            </a:pathLst>
          </a:custGeom>
          <a:solidFill xmlns:a="http://schemas.openxmlformats.org/drawingml/2006/main">
            <a:srgbClr val="252A32"/>
          </a:solidFill>
          <a:ln xmlns:a="http://schemas.openxmlformats.org/drawingml/2006/main" w="0">
            <a:noFill/>
          </a:ln>
        </p:spPr>
      </p:sp>
      <p:sp>
        <p:nvSpPr>
          <p:cNvPr id="514" name="F3-0514-text"/>
          <p:cNvSpPr txBox="1"/>
          <p:nvPr/>
        </p:nvSpPr>
        <p:spPr>
          <ns0:xfrm xmlns:ns0="http://schemas.openxmlformats.org/drawingml/2006/main">
            <ns0:off x="12249150" y="7709297"/>
            <ns0:ext cx="228600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8</ns0:t>
            </ns0:r>
          </ns0:p>
        </p:txBody>
      </p:sp>
      <p:sp>
        <p:nvSpPr>
          <p:cNvPr id="515" name="F3-0515-text"/>
          <p:cNvSpPr txBox="1"/>
          <p:nvPr/>
        </p:nvSpPr>
        <p:spPr>
          <ns0:xfrm xmlns:ns0="http://schemas.openxmlformats.org/drawingml/2006/main">
            <ns0:off x="12525375" y="7842647"/>
            <ns0:ext cx="227013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</ns0:t>
            </ns0:r>
          </ns0:p>
        </p:txBody>
      </p:sp>
      <p:sp>
        <p:nvSpPr>
          <p:cNvPr id="516" name="F3-0516-text"/>
          <p:cNvSpPr txBox="1"/>
          <p:nvPr/>
        </p:nvSpPr>
        <p:spPr>
          <ns0:xfrm xmlns:ns0="http://schemas.openxmlformats.org/drawingml/2006/main">
            <ns0:off x="12752388" y="7842647"/>
            <ns0:ext cx="227013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2</ns0:t>
            </ns0:r>
          </ns0:p>
        </p:txBody>
      </p:sp>
      <p:sp>
        <p:nvSpPr>
          <p:cNvPr id="517" name="F3-0517-text"/>
          <p:cNvSpPr txBox="1"/>
          <p:nvPr/>
        </p:nvSpPr>
        <p:spPr>
          <ns0:xfrm xmlns:ns0="http://schemas.openxmlformats.org/drawingml/2006/main">
            <ns0:off x="13144500" y="7842647"/>
            <ns0:ext cx="279400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…</ns0:t>
            </ns0:r>
          </ns0:p>
        </p:txBody>
      </p:sp>
      <p:sp>
        <p:nvSpPr>
          <p:cNvPr id="518" name="F3-0518-text"/>
          <p:cNvSpPr txBox="1"/>
          <p:nvPr/>
        </p:nvSpPr>
        <p:spPr>
          <ns0:xfrm xmlns:ns0="http://schemas.openxmlformats.org/drawingml/2006/main">
            <ns0:off x="13206413" y="7842647"/>
            <ns0:ext cx="227013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/>
            </ns0:r>
          </ns0:p>
        </p:txBody>
      </p:sp>
      <p:sp>
        <p:nvSpPr>
          <p:cNvPr id="519" name="F3-0519-text"/>
          <p:cNvSpPr txBox="1"/>
          <p:nvPr/>
        </p:nvSpPr>
        <p:spPr>
          <ns0:xfrm xmlns:ns0="http://schemas.openxmlformats.org/drawingml/2006/main">
            <ns0:off x="13433425" y="7842647"/>
            <ns0:ext cx="227013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/>
            </ns0:r>
          </ns0:p>
        </p:txBody>
      </p:sp>
      <p:sp>
        <p:nvSpPr>
          <p:cNvPr id="520" name="F3-0520-text"/>
          <p:cNvSpPr txBox="1"/>
          <p:nvPr/>
        </p:nvSpPr>
        <p:spPr>
          <ns0:xfrm xmlns:ns0="http://schemas.openxmlformats.org/drawingml/2006/main">
            <ns0:off x="13646944" y="7842647"/>
            <ns0:ext cx="254000" cy="18335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14</ns0:t>
            </ns0:r>
          </ns0:p>
        </p:txBody>
      </p:sp>
      <p:grpSp>
        <p:nvGrpSpPr>
          <p:cNvPr id="577" name="F3-route-521"/>
          <p:cNvGrpSpPr/>
          <p:nvPr/>
        </p:nvGrpSpPr>
        <p:grpSpPr>
          <ns1:xfrm xmlns:ns1="http://schemas.openxmlformats.org/drawingml/2006/main">
            <ns1:off x="11744325" y="7370940"/>
            <ns1:ext cx="400050" cy="98069"/>
            <ns1:chOff x="11744325" y="7370940"/>
            <ns1:chExt cx="400050" cy="98069"/>
          </ns1:xfrm>
        </p:grpSpPr>
        <p:sp>
          <p:nvSpPr>
            <p:cNvPr id="521" name="F3-route-521-0521-arrow-route">
              <a:extLst xmlns:a="http://schemas.openxmlformats.org/drawingml/2006/main">
                <a:ext uri="{FF2B5EF4-FFF2-40B4-BE49-F238E27FC236}">
                  <a16:creationId xmlns:a16="http://schemas.microsoft.com/office/drawing/2014/main" id="{ADBC5582-CAF4-4C3A-912B-6E1B79F65A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744325" y="7419975"/>
              <a:ext cx="400050" cy="9525"/>
            </a:xfrm>
            <a:custGeom xmlns:a="http://schemas.openxmlformats.org/drawingml/2006/main"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7482A5"/>
              </a:solidFill>
              <a:prstDash val="solid"/>
            </a:ln>
          </p:spPr>
        </p:sp>
        <p:sp>
          <p:nvSpPr>
            <p:cNvPr id="522" name="F3-route-521-0522-custom">
              <a:extLst xmlns:a="http://schemas.openxmlformats.org/drawingml/2006/main">
                <a:ext uri="{FF2B5EF4-FFF2-40B4-BE49-F238E27FC236}">
                  <a16:creationId xmlns:a16="http://schemas.microsoft.com/office/drawing/2014/main" id="{FA00DFFC-3C58-4171-A302-6C10B11DCEE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55221" y="7370940"/>
              <a:ext cx="89154" cy="98069"/>
            </a:xfrm>
            <a:custGeom xmlns:a="http://schemas.openxmlformats.org/drawingml/2006/main">
              <a:pathLst>
                <a:path w="89154" h="98069">
                  <a:moveTo>
                    <a:pt x="89154" y="49035"/>
                  </a:moveTo>
                  <a:lnTo>
                    <a:pt x="0" y="98069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523" name="F3-0523-roundRect">
            <a:extLst xmlns:a="http://schemas.openxmlformats.org/drawingml/2006/main">
              <a:ext uri="{FF2B5EF4-FFF2-40B4-BE49-F238E27FC236}">
                <a16:creationId xmlns:a16="http://schemas.microsoft.com/office/drawing/2014/main" id="{FD3F8BDC-1BB7-4C8C-B374-75148796BFB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697075" y="7010400"/>
            <a:ext cx="1781175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3335">
            <a:solidFill>
              <a:srgbClr val="8AC5B8"/>
            </a:solidFill>
            <a:prstDash val="solid"/>
          </a:ln>
        </p:spPr>
      </p:sp>
      <p:sp>
        <p:nvSpPr>
          <p:cNvPr id="524" name="F3-0524-text"/>
          <p:cNvSpPr txBox="1"/>
          <p:nvPr/>
        </p:nvSpPr>
        <p:spPr>
          <ns0:xfrm xmlns:ns0="http://schemas.openxmlformats.org/drawingml/2006/main">
            <ns0:off x="14782800" y="7094220"/>
            <ns0:ext cx="1609725" cy="32575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21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Replay</ns0:t>
            </ns0:r>
          </ns0:p>
        </p:txBody>
      </p:sp>
      <p:sp>
        <p:nvSpPr>
          <p:cNvPr id="525" name="F3-0525-text"/>
          <p:cNvSpPr txBox="1"/>
          <p:nvPr/>
        </p:nvSpPr>
        <p:spPr>
          <ns0:xfrm xmlns:ns0="http://schemas.openxmlformats.org/drawingml/2006/main">
            <ns0:off x="14782800" y="7400925"/>
            <ns0:ext cx="1609725" cy="32575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21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(Fig. 4)</ns0:t>
            </ns0:r>
          </ns0:p>
        </p:txBody>
      </p:sp>
      <p:grpSp>
        <p:nvGrpSpPr>
          <p:cNvPr id="578" name="F3-route-526"/>
          <p:cNvGrpSpPr/>
          <p:nvPr/>
        </p:nvGrpSpPr>
        <p:grpSpPr>
          <ns1:xfrm xmlns:ns1="http://schemas.openxmlformats.org/drawingml/2006/main">
            <ns1:off x="14077950" y="7370940"/>
            <ns1:ext cx="619125" cy="98069"/>
            <ns1:chOff x="14077950" y="7370940"/>
            <ns1:chExt cx="619125" cy="98069"/>
          </ns1:xfrm>
        </p:grpSpPr>
        <p:sp>
          <p:nvSpPr>
            <p:cNvPr id="526" name="F3-route-526-0526-arrow-route">
              <a:extLst xmlns:a="http://schemas.openxmlformats.org/drawingml/2006/main">
                <a:ext uri="{FF2B5EF4-FFF2-40B4-BE49-F238E27FC236}">
                  <a16:creationId xmlns:a16="http://schemas.microsoft.com/office/drawing/2014/main" id="{C7899C5B-6537-4BAF-80B3-97A6522013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077950" y="7419975"/>
              <a:ext cx="619125" cy="9525"/>
            </a:xfrm>
            <a:custGeom xmlns:a="http://schemas.openxmlformats.org/drawingml/2006/main"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4765">
              <a:solidFill>
                <a:srgbClr val="7482A5"/>
              </a:solidFill>
              <a:prstDash val="solid"/>
            </a:ln>
          </p:spPr>
        </p:sp>
        <p:sp>
          <p:nvSpPr>
            <p:cNvPr id="527" name="F3-route-526-0527-custom">
              <a:extLst xmlns:a="http://schemas.openxmlformats.org/drawingml/2006/main">
                <a:ext uri="{FF2B5EF4-FFF2-40B4-BE49-F238E27FC236}">
                  <a16:creationId xmlns:a16="http://schemas.microsoft.com/office/drawing/2014/main" id="{6FA01DD7-B7BE-4342-9F4E-65B378EE546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607921" y="7370940"/>
              <a:ext cx="89154" cy="98069"/>
            </a:xfrm>
            <a:custGeom xmlns:a="http://schemas.openxmlformats.org/drawingml/2006/main">
              <a:pathLst>
                <a:path w="89154" h="98069">
                  <a:moveTo>
                    <a:pt x="89154" y="49035"/>
                  </a:moveTo>
                  <a:lnTo>
                    <a:pt x="0" y="98069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sp>
        <p:nvSpPr>
          <p:cNvPr id="8000" name="F3-0003-text"/>
          <p:cNvSpPr txBox="1"/>
          <p:nvPr/>
        </p:nvSpPr>
        <p:spPr>
          <ns0:xfrm xmlns:ns0="http://schemas.openxmlformats.org/drawingml/2006/main">
            <ns0:off x="790575" y="2428875"/>
            <ns0:ext cx="3019425" cy="2190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Predict excluded episodes</ns0:t>
            </ns0:r>
          </ns0:p>
        </p:txBody>
      </p:sp>
      <p:sp>
        <p:nvSpPr>
          <p:cNvPr id="8001" name="F3-0003-text"/>
          <p:cNvSpPr txBox="1"/>
          <p:nvPr/>
        </p:nvSpPr>
        <p:spPr>
          <ns0:xfrm xmlns:ns0="http://schemas.openxmlformats.org/drawingml/2006/main">
            <ns0:off x="771525" y="2667000"/>
            <ns0:ext cx="3086100" cy="2381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Â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= S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−1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(f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−fold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(S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(o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)))</ns0:t>
            </ns0:r>
          </ns0:p>
        </p:txBody>
      </p:sp>
      <p:sp>
        <p:nvSpPr>
          <p:cNvPr id="8002" name="F3-0003-text"/>
          <p:cNvSpPr txBox="1"/>
          <p:nvPr/>
        </p:nvSpPr>
        <p:spPr>
          <ns0:xfrm xmlns:ns0="http://schemas.openxmlformats.org/drawingml/2006/main">
            <ns0:off x="5229225" y="2486025"/>
            <ns0:ext cx="2447925" cy="3238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9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Fit f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−fold</ns0:t>
            </ns0:r>
            <ns0:r>
              <ns0:rPr sz="19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, S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</ns0:t>
            </ns0:r>
            <ns0:r>
              <ns0:rPr sz="19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, S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</ns0:t>
            </ns0:r>
          </ns0:p>
        </p:txBody>
      </p:sp>
      <p:sp>
        <p:nvSpPr>
          <p:cNvPr id="8010" name="F3-0003-text"/>
          <p:cNvSpPr txBox="1"/>
          <p:nvPr/>
        </p:nvSpPr>
        <p:spPr>
          <ns0:xfrm xmlns:ns0="http://schemas.openxmlformats.org/drawingml/2006/main">
            <ns0:off x="904875" y="4070350"/>
            <ns0:ext cx="1238250" cy="2095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q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t,1</ns0:t>
            </ns0:r>
          </ns0:p>
        </p:txBody>
      </p:sp>
      <p:sp>
        <p:nvSpPr>
          <p:cNvPr id="8011" name="F3-0003-text"/>
          <p:cNvSpPr txBox="1"/>
          <p:nvPr/>
        </p:nvSpPr>
        <p:spPr>
          <ns0:xfrm xmlns:ns0="http://schemas.openxmlformats.org/drawingml/2006/main">
            <ns0:off x="904875" y="4298950"/>
            <ns0:ext cx="1238250" cy="2095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q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t,2</ns0:t>
            </ns0:r>
          </ns0:p>
        </p:txBody>
      </p:sp>
      <p:sp>
        <p:nvSpPr>
          <p:cNvPr id="8012" name="F3-0003-text"/>
          <p:cNvSpPr txBox="1"/>
          <p:nvPr/>
        </p:nvSpPr>
        <p:spPr>
          <ns0:xfrm xmlns:ns0="http://schemas.openxmlformats.org/drawingml/2006/main">
            <ns0:off x="904875" y="4518025"/>
            <ns0:ext cx="1238250" cy="1809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…</ns0:t>
            </ns0:r>
          </ns0:p>
        </p:txBody>
      </p:sp>
      <p:sp>
        <p:nvSpPr>
          <p:cNvPr id="8013" name="F3-0003-text"/>
          <p:cNvSpPr txBox="1"/>
          <p:nvPr/>
        </p:nvSpPr>
        <p:spPr>
          <ns0:xfrm xmlns:ns0="http://schemas.openxmlformats.org/drawingml/2006/main">
            <ns0:off x="904875" y="4699000"/>
            <ns0:ext cx="1238250" cy="2095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q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t,14</ns0:t>
            </ns0:r>
          </ns0:p>
        </p:txBody>
      </p:sp>
      <p:sp>
        <p:nvSpPr>
          <p:cNvPr id="8014" name="F3-0003-text"/>
          <p:cNvSpPr txBox="1"/>
          <p:nvPr/>
        </p:nvSpPr>
        <p:spPr>
          <ns0:xfrm xmlns:ns0="http://schemas.openxmlformats.org/drawingml/2006/main">
            <ns0:off x="3590925" y="4343400"/>
            <ns0:ext cx="685800" cy="3619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t/T</ns0:t>
            </ns0:r>
          </ns0:p>
        </p:txBody>
      </p:sp>
      <p:sp>
        <p:nvSpPr>
          <p:cNvPr id="8120" name="F3-revised-route-8120"/>
          <p:cNvSpPr/>
          <p:nvPr/>
        </p:nvSpPr>
        <p:spPr>
          <ns0:xfrm xmlns:ns0="http://schemas.openxmlformats.org/drawingml/2006/main">
            <ns0:off x="13249275" y="2886075"/>
            <ns0:ext cx="3400425" cy="30099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3400425" h="3009900" fill="none">
                <ns0:moveTo>
                  <ns0:pt x="0" y="0"/>
                </ns0:moveTo>
                <ns0:lnTo>
                  <ns0:pt x="133350" y="0"/>
                </ns0:lnTo>
                <ns0:lnTo>
                  <ns0:pt x="133350" y="323850"/>
                </ns0:lnTo>
                <ns0:lnTo>
                  <ns0:pt x="3400425" y="323850"/>
                </ns0:lnTo>
                <ns0:lnTo>
                  <ns0:pt x="3400425" y="3009900"/>
                </ns0:lnTo>
                <ns0:lnTo>
                  <ns0:pt x="666750" y="3009900"/>
                </ns0:lnTo>
              </ns0:path>
            </ns0:pathLst>
          </ns0:custGeom>
          <ns0:noFill xmlns:ns0="http://schemas.openxmlformats.org/drawingml/2006/main"/>
          <ns0:ln xmlns:ns0="http://schemas.openxmlformats.org/drawingml/2006/main" w="25000">
            <ns0:solidFill>
              <ns0:srgbClr val="7685AA"/>
            </ns0:solidFill>
            <ns0:prstDash val="dash"/>
            <ns0:tailEnd type="triangle" w="sm" len="sm"/>
          </ns0:ln>
        </p:spPr>
      </p:sp>
      <p:sp>
        <p:nvSpPr>
          <p:cNvPr id="8130" name="F3-0003-text"/>
          <p:cNvSpPr txBox="1"/>
          <p:nvPr/>
        </p:nvSpPr>
        <p:spPr>
          <ns0:xfrm xmlns:ns0="http://schemas.openxmlformats.org/drawingml/2006/main">
            <ns0:off x="4029075" y="7181850"/>
            <ns0:ext cx="952500" cy="2476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seed</ns0:t>
            </ns0:r>
          </ns0:p>
        </p:txBody>
      </p:sp>
      <p:sp>
        <p:nvSpPr>
          <p:cNvPr id="8131" name="F3-0003-text"/>
          <p:cNvSpPr txBox="1"/>
          <p:nvPr/>
        </p:nvSpPr>
        <p:spPr>
          <ns0:xfrm xmlns:ns0="http://schemas.openxmlformats.org/drawingml/2006/main">
            <ns0:off x="3784600" y="7442200"/>
            <ns0:ext cx="1600200" cy="2095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(per branch)</ns0:t>
            </ns0:r>
          </ns0:p>
        </p:txBody>
      </p:sp>
    </p:spTree>
    <p:extLst>
      <p:ext uri="{BB962C8B-B14F-4D97-AF65-F5344CB8AC3E}">
        <p14:creationId xmlns:p14="http://schemas.microsoft.com/office/powerpoint/2010/main" val="3824845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9" name="F4-0001-roundRect">
            <a:extLst xmlns:a="http://schemas.openxmlformats.org/drawingml/2006/main">
              <a:ext uri="{FF2B5EF4-FFF2-40B4-BE49-F238E27FC236}">
                <a16:creationId xmlns:a16="http://schemas.microsoft.com/office/drawing/2014/main" id="{8E026289-3E38-466E-9F8D-120F6B20A73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3350" y="104775"/>
            <a:ext cx="4229100" cy="7991475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BBC2CD"/>
            </a:solidFill>
            <a:prstDash val="solid"/>
          </a:ln>
        </p:spPr>
      </p:sp>
      <p:sp>
        <p:nvSpPr>
          <p:cNvPr id="2" name="F4-0002-roundRect">
            <a:extLst xmlns:a="http://schemas.openxmlformats.org/drawingml/2006/main">
              <a:ext uri="{FF2B5EF4-FFF2-40B4-BE49-F238E27FC236}">
                <a16:creationId xmlns:a16="http://schemas.microsoft.com/office/drawing/2014/main" id="{7B071872-9EF5-445B-9DD2-59EA20261D2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2875" y="114300"/>
            <a:ext cx="4210050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4-0003-roundRect">
            <a:extLst xmlns:a="http://schemas.openxmlformats.org/drawingml/2006/main">
              <a:ext uri="{FF2B5EF4-FFF2-40B4-BE49-F238E27FC236}">
                <a16:creationId xmlns:a16="http://schemas.microsoft.com/office/drawing/2014/main" id="{619C6753-6C54-4CAF-BB14-95517200CD6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14850" y="104775"/>
            <a:ext cx="6219825" cy="7991475"/>
          </a:xfrm>
          <a:prstGeom xmlns:a="http://schemas.openxmlformats.org/drawingml/2006/main" prst="roundRect">
            <a:avLst>
              <a:gd name="adj" fmla="val 1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BBC2CD"/>
            </a:solidFill>
            <a:prstDash val="solid"/>
          </a:ln>
        </p:spPr>
      </p:sp>
      <p:sp>
        <p:nvSpPr>
          <p:cNvPr id="4" name="F4-0004-roundRect">
            <a:extLst xmlns:a="http://schemas.openxmlformats.org/drawingml/2006/main">
              <a:ext uri="{FF2B5EF4-FFF2-40B4-BE49-F238E27FC236}">
                <a16:creationId xmlns:a16="http://schemas.microsoft.com/office/drawing/2014/main" id="{35CC17BE-A4BB-4153-88E0-C78615C7BFB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24375" y="114300"/>
            <a:ext cx="6200775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4-0005-roundRect">
            <a:extLst xmlns:a="http://schemas.openxmlformats.org/drawingml/2006/main">
              <a:ext uri="{FF2B5EF4-FFF2-40B4-BE49-F238E27FC236}">
                <a16:creationId xmlns:a16="http://schemas.microsoft.com/office/drawing/2014/main" id="{1485BC3D-7084-40AB-835E-422B487CB9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887075" y="104775"/>
            <a:ext cx="5876925" cy="799147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BBC2CD"/>
            </a:solidFill>
            <a:prstDash val="solid"/>
          </a:ln>
        </p:spPr>
      </p:sp>
      <p:sp>
        <p:nvSpPr>
          <p:cNvPr id="6" name="F4-0006-roundRect">
            <a:extLst xmlns:a="http://schemas.openxmlformats.org/drawingml/2006/main">
              <a:ext uri="{FF2B5EF4-FFF2-40B4-BE49-F238E27FC236}">
                <a16:creationId xmlns:a16="http://schemas.microsoft.com/office/drawing/2014/main" id="{74D4B576-F873-4BD7-8598-050888DA694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896600" y="114300"/>
            <a:ext cx="5857875" cy="85725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4-0007-text"/>
          <p:cNvSpPr txBox="1"/>
          <p:nvPr/>
        </p:nvSpPr>
        <p:spPr>
          <ns0:xfrm xmlns:ns0="http://schemas.openxmlformats.org/drawingml/2006/main">
            <ns0:off x="342900" y="161925"/>
            <ns0:ext cx="3810000" cy="47910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315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Replay inputs</ns0:t>
            </ns0:r>
          </ns0:p>
        </p:txBody>
      </p:sp>
      <p:sp>
        <p:nvSpPr>
          <p:cNvPr id="8" name="F4-0008-text"/>
          <p:cNvSpPr txBox="1"/>
          <p:nvPr/>
        </p:nvSpPr>
        <p:spPr>
          <ns0:xfrm xmlns:ns0="http://schemas.openxmlformats.org/drawingml/2006/main">
            <ns0:off x="342900" y="618173"/>
            <ns0:ext cx="3810000" cy="32575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Training episodes only</ns0:t>
            </ns0:r>
          </ns0:p>
        </p:txBody>
      </p:sp>
      <p:sp>
        <p:nvSpPr>
          <p:cNvPr id="9" name="F4-0009-text"/>
          <p:cNvSpPr txBox="1"/>
          <p:nvPr/>
        </p:nvSpPr>
        <p:spPr>
          <ns0:xfrm xmlns:ns0="http://schemas.openxmlformats.org/drawingml/2006/main">
            <ns0:off x="4686300" y="161925"/>
            <ns0:ext cx="5876925" cy="47910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315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Successful recovery</ns0:t>
            </ns0:r>
          </ns0:p>
        </p:txBody>
      </p:sp>
      <p:sp>
        <p:nvSpPr>
          <p:cNvPr id="10" name="F4-0010-text"/>
          <p:cNvSpPr txBox="1"/>
          <p:nvPr/>
        </p:nvSpPr>
        <p:spPr>
          <ns0:xfrm xmlns:ns0="http://schemas.openxmlformats.org/drawingml/2006/main">
            <ns0:off x="4695825" y="622935"/>
            <ns0:ext cx="5848350" cy="32575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Same pulse, ordered scale backtracking</ns0:t>
            </ns0:r>
          </ns0:p>
        </p:txBody>
      </p:sp>
      <p:sp>
        <p:nvSpPr>
          <p:cNvPr id="11" name="F4-0011-text">
            <a:extLst xmlns:a="http://schemas.openxmlformats.org/drawingml/2006/main">
              <a:ext uri="{FF2B5EF4-FFF2-40B4-BE49-F238E27FC236}">
                <a16:creationId xmlns:a16="http://schemas.microsoft.com/office/drawing/2014/main" id="{477F3700-B30A-4978-BBCB-5294B278018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1058525" y="161925"/>
            <a:ext cx="5514975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Export supervision</a:t>
            </a:r>
          </a:p>
        </p:txBody>
      </p:sp>
      <p:sp>
        <p:nvSpPr>
          <p:cNvPr id="12" name="F4-0012-text"/>
          <p:cNvSpPr txBox="1"/>
          <p:nvPr/>
        </p:nvSpPr>
        <p:spPr>
          <ns0:xfrm xmlns:ns0="http://schemas.openxmlformats.org/drawingml/2006/main">
            <ns0:off x="11058525" y="622935"/>
            <ns0:ext cx="5514975" cy="32575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Verify, trace, train</ns0:t>
            </ns0:r>
          </ns0:p>
        </p:txBody>
      </p:sp>
      <p:sp>
        <p:nvSpPr>
          <p:cNvPr id="13" name="F4-0013-roundRect">
            <a:extLst xmlns:a="http://schemas.openxmlformats.org/drawingml/2006/main">
              <a:ext uri="{FF2B5EF4-FFF2-40B4-BE49-F238E27FC236}">
                <a16:creationId xmlns:a16="http://schemas.microsoft.com/office/drawing/2014/main" id="{197BE0A0-2454-4C70-9244-79B3E0A3C1E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2900" y="1714500"/>
            <a:ext cx="3800475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BC2CD"/>
            </a:solidFill>
            <a:prstDash val="solid"/>
          </a:ln>
        </p:spPr>
      </p:sp>
      <p:sp>
        <p:nvSpPr>
          <p:cNvPr id="14" name="F4-0014-text"/>
          <p:cNvSpPr txBox="1"/>
          <p:nvPr/>
        </p:nvSpPr>
        <p:spPr>
          <ns0:xfrm xmlns:ns0="http://schemas.openxmlformats.org/drawingml/2006/main">
            <ns0:off x="476250" y="1856423"/>
            <ns0:ext cx="3533775" cy="32575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Original source episode</ns0:t>
            </ns0:r>
          </ns0:p>
        </p:txBody>
      </p:sp>
      <p:grpSp>
        <p:nvGrpSpPr>
          <p:cNvPr id="270" name="F4-document-60-247"/>
          <p:cNvGrpSpPr/>
          <p:nvPr/>
        </p:nvGrpSpPr>
        <p:grpSpPr>
          <ns1:xfrm xmlns:ns1="http://schemas.openxmlformats.org/drawingml/2006/main">
            <ns1:off x="640842" y="2378964"/>
            <ns1:ext cx="405384" cy="604647"/>
            <ns1:chOff x="640842" y="2378964"/>
            <ns1:chExt cx="405384" cy="604647"/>
          </ns1:xfrm>
        </p:grpSpPr>
        <p:sp>
          <p:nvSpPr>
            <p:cNvPr id="15" name="F4-document-60-247-0015-custom">
              <a:extLst xmlns:a="http://schemas.openxmlformats.org/drawingml/2006/main">
                <a:ext uri="{FF2B5EF4-FFF2-40B4-BE49-F238E27FC236}">
                  <a16:creationId xmlns:a16="http://schemas.microsoft.com/office/drawing/2014/main" id="{40C2F0AF-3E4A-4AD2-B9C1-F3F158B8930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0842" y="2378964"/>
              <a:ext cx="405384" cy="604647"/>
            </a:xfrm>
            <a:custGeom xmlns:a="http://schemas.openxmlformats.org/drawingml/2006/main">
              <a:pathLst>
                <a:path w="405384" h="604647">
                  <a:moveTo>
                    <a:pt x="0" y="0"/>
                  </a:moveTo>
                  <a:lnTo>
                    <a:pt x="277368" y="0"/>
                  </a:lnTo>
                  <a:lnTo>
                    <a:pt x="405384" y="151162"/>
                  </a:lnTo>
                  <a:lnTo>
                    <a:pt x="405384" y="604647"/>
                  </a:lnTo>
                  <a:lnTo>
                    <a:pt x="0" y="604647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34671">
              <a:solidFill>
                <a:srgbClr val="7482A5"/>
              </a:solidFill>
            </a:ln>
          </p:spPr>
        </p:sp>
        <p:sp>
          <p:nvSpPr>
            <p:cNvPr id="16" name="F4-document-60-247-0016-line">
              <a:extLst xmlns:a="http://schemas.openxmlformats.org/drawingml/2006/main">
                <a:ext uri="{FF2B5EF4-FFF2-40B4-BE49-F238E27FC236}">
                  <a16:creationId xmlns:a16="http://schemas.microsoft.com/office/drawing/2014/main" id="{98A7AE0C-F8CD-40E8-8ED2-926F84129C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18210" y="2378964"/>
              <a:ext cx="128016" cy="151162"/>
            </a:xfrm>
            <a:custGeom xmlns:a="http://schemas.openxmlformats.org/drawingml/2006/main">
              <a:pathLst>
                <a:path w="128016" h="151162">
                  <a:moveTo>
                    <a:pt x="0" y="0"/>
                  </a:moveTo>
                  <a:lnTo>
                    <a:pt x="0" y="151162"/>
                  </a:lnTo>
                  <a:lnTo>
                    <a:pt x="128016" y="151162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2004">
              <a:solidFill>
                <a:srgbClr val="7482A5"/>
              </a:solidFill>
              <a:prstDash val="solid"/>
            </a:ln>
          </p:spPr>
        </p:sp>
        <p:sp>
          <p:nvSpPr>
            <p:cNvPr id="17" name="F4-document-60-247-0017-line">
              <a:extLst xmlns:a="http://schemas.openxmlformats.org/drawingml/2006/main">
                <a:ext uri="{FF2B5EF4-FFF2-40B4-BE49-F238E27FC236}">
                  <a16:creationId xmlns:a16="http://schemas.microsoft.com/office/drawing/2014/main" id="{A9647327-83E8-4202-B242-3736992D41A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6186" y="2635282"/>
              <a:ext cx="234696" cy="9525"/>
            </a:xfrm>
            <a:custGeom xmlns:a="http://schemas.openxmlformats.org/drawingml/2006/main">
              <a:pathLst>
                <a:path w="234696" h="9525">
                  <a:moveTo>
                    <a:pt x="0" y="0"/>
                  </a:moveTo>
                  <a:lnTo>
                    <a:pt x="234696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2004">
              <a:solidFill>
                <a:srgbClr val="7482A5"/>
              </a:solidFill>
              <a:prstDash val="solid"/>
            </a:ln>
          </p:spPr>
        </p:sp>
        <p:sp>
          <p:nvSpPr>
            <p:cNvPr id="18" name="F4-document-60-247-0018-line">
              <a:extLst xmlns:a="http://schemas.openxmlformats.org/drawingml/2006/main">
                <a:ext uri="{FF2B5EF4-FFF2-40B4-BE49-F238E27FC236}">
                  <a16:creationId xmlns:a16="http://schemas.microsoft.com/office/drawing/2014/main" id="{4055A61A-970B-4CC4-98CE-0E2A936447E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6186" y="2733866"/>
              <a:ext cx="234696" cy="9525"/>
            </a:xfrm>
            <a:custGeom xmlns:a="http://schemas.openxmlformats.org/drawingml/2006/main">
              <a:pathLst>
                <a:path w="234696" h="9525">
                  <a:moveTo>
                    <a:pt x="0" y="0"/>
                  </a:moveTo>
                  <a:lnTo>
                    <a:pt x="234696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2004">
              <a:solidFill>
                <a:srgbClr val="7482A5"/>
              </a:solidFill>
              <a:prstDash val="solid"/>
            </a:ln>
          </p:spPr>
        </p:sp>
        <p:sp>
          <p:nvSpPr>
            <p:cNvPr id="19" name="F4-document-60-247-0019-line">
              <a:extLst xmlns:a="http://schemas.openxmlformats.org/drawingml/2006/main">
                <a:ext uri="{FF2B5EF4-FFF2-40B4-BE49-F238E27FC236}">
                  <a16:creationId xmlns:a16="http://schemas.microsoft.com/office/drawing/2014/main" id="{92901C3C-E362-4238-93C2-8BBB29D71C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6186" y="2832449"/>
              <a:ext cx="234696" cy="9525"/>
            </a:xfrm>
            <a:custGeom xmlns:a="http://schemas.openxmlformats.org/drawingml/2006/main">
              <a:pathLst>
                <a:path w="234696" h="9525">
                  <a:moveTo>
                    <a:pt x="0" y="0"/>
                  </a:moveTo>
                  <a:lnTo>
                    <a:pt x="234696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2004">
              <a:solidFill>
                <a:srgbClr val="7482A5"/>
              </a:solidFill>
              <a:prstDash val="solid"/>
            </a:ln>
          </p:spPr>
        </p:sp>
      </p:grpSp>
      <p:sp>
        <p:nvSpPr>
          <p:cNvPr id="271" name="F4-math-140-256"/>
          <p:cNvSpPr txBox="1"/>
          <p:nvPr/>
        </p:nvSpPr>
        <p:spPr>
          <ns0:xfrm xmlns:ns0="http://schemas.openxmlformats.org/drawingml/2006/main">
            <ns0:off x="1371600" y="2390775"/>
            <ns0:ext cx="2505075" cy="5048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4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0</ns0:t>
            </ns0:r>
            <ns0:r>
              <ns0:rPr sz="24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, A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ref</ns0:t>
            </ns0:r>
            <ns0:r>
              <ns0:rPr sz="24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, T = 400</ns0:t>
            </ns0:r>
          </ns0:p>
        </p:txBody>
      </p:sp>
      <p:sp>
        <p:nvSpPr>
          <p:cNvPr id="25" name="F4-0025-text"/>
          <p:cNvSpPr txBox="1"/>
          <p:nvPr/>
        </p:nvSpPr>
        <p:spPr>
          <ns0:xfrm xmlns:ns0="http://schemas.openxmlformats.org/drawingml/2006/main">
            <ns0:off x="561975" y="3248025"/>
            <ns0:ext cx="3238500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9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Reset to the same initial state</ns0:t>
            </ns0:r>
          </ns0:p>
        </p:txBody>
      </p:sp>
      <p:sp>
        <p:nvSpPr>
          <p:cNvPr id="26" name="F4-0026-roundRect">
            <a:extLst xmlns:a="http://schemas.openxmlformats.org/drawingml/2006/main">
              <a:ext uri="{FF2B5EF4-FFF2-40B4-BE49-F238E27FC236}">
                <a16:creationId xmlns:a16="http://schemas.microsoft.com/office/drawing/2014/main" id="{9A6703F4-37D3-45DF-BFFD-45636F0702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2900" y="4410075"/>
            <a:ext cx="3800475" cy="2390775"/>
          </a:xfrm>
          <a:prstGeom xmlns:a="http://schemas.openxmlformats.org/drawingml/2006/main" prst="roundRect">
            <a:avLst>
              <a:gd name="adj" fmla="val 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BC2CD"/>
            </a:solidFill>
            <a:prstDash val="solid"/>
          </a:ln>
        </p:spPr>
      </p:sp>
      <p:sp>
        <p:nvSpPr>
          <p:cNvPr id="27" name="F4-0027-text"/>
          <p:cNvSpPr txBox="1"/>
          <p:nvPr/>
        </p:nvSpPr>
        <p:spPr>
          <ns0:xfrm xmlns:ns0="http://schemas.openxmlformats.org/drawingml/2006/main">
            <ns0:off x="485775" y="4541520"/>
            <ns0:ext cx="3381375" cy="32575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Bounded pulse</ns0:t>
            </ns0:r>
          </ns0:p>
        </p:txBody>
      </p:sp>
      <p:sp>
        <p:nvSpPr>
          <p:cNvPr id="28" name="F4-0028-text"/>
          <p:cNvSpPr txBox="1"/>
          <p:nvPr/>
        </p:nvSpPr>
        <p:spPr>
          <ns0:xfrm xmlns:ns0="http://schemas.openxmlformats.org/drawingml/2006/main">
            <ns0:off x="485775" y="4848225"/>
            <ns0:ext cx="3381375" cy="32575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from same-task errors</ns0:t>
            </ns0:r>
          </ns0:p>
        </p:txBody>
      </p:sp>
      <p:grpSp>
        <p:nvGrpSpPr>
          <p:cNvPr id="272" name="F4-database-57-555"/>
          <p:cNvGrpSpPr/>
          <p:nvPr/>
        </p:nvGrpSpPr>
        <p:grpSpPr>
          <ns1:xfrm xmlns:ns1="http://schemas.openxmlformats.org/drawingml/2006/main">
            <ns1:off x="601028" y="5311807"/>
            <ns1:ext cx="464820" cy="805338"/>
            <ns1:chOff x="601028" y="5311807"/>
            <ns1:chExt cx="464820" cy="805338"/>
          </ns1:xfrm>
        </p:grpSpPr>
        <p:sp>
          <p:nvSpPr>
            <p:cNvPr id="29" name="F4-database-57-555-0029-rect">
              <a:extLst xmlns:a="http://schemas.openxmlformats.org/drawingml/2006/main">
                <a:ext uri="{FF2B5EF4-FFF2-40B4-BE49-F238E27FC236}">
                  <a16:creationId xmlns:a16="http://schemas.microsoft.com/office/drawing/2014/main" id="{C6894960-1D93-47AC-96B0-60FED3FC73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1028" y="5430488"/>
              <a:ext cx="464820" cy="57645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C5488"/>
            </a:solidFill>
            <a:ln xmlns:a="http://schemas.openxmlformats.org/drawingml/2006/main" w="9525">
              <a:solidFill>
                <a:srgbClr val="3C5488"/>
              </a:solidFill>
              <a:prstDash val="solid"/>
            </a:ln>
          </p:spPr>
        </p:sp>
        <p:sp>
          <p:nvSpPr>
            <p:cNvPr id="30" name="F4-database-57-555-0030-ellipse">
              <a:extLst xmlns:a="http://schemas.openxmlformats.org/drawingml/2006/main">
                <a:ext uri="{FF2B5EF4-FFF2-40B4-BE49-F238E27FC236}">
                  <a16:creationId xmlns:a16="http://schemas.microsoft.com/office/drawing/2014/main" id="{203DDB34-1BCB-43C3-BF83-5C99EE9C49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1028" y="5905214"/>
              <a:ext cx="464820" cy="211931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C5488"/>
            </a:solidFill>
            <a:ln xmlns:a="http://schemas.openxmlformats.org/drawingml/2006/main" w="9525">
              <a:solidFill>
                <a:srgbClr val="FFFFFF"/>
              </a:solidFill>
            </a:ln>
          </p:spPr>
        </p:sp>
        <p:sp>
          <p:nvSpPr>
            <p:cNvPr id="31" name="F4-database-57-555-0031-ellipse">
              <a:extLst xmlns:a="http://schemas.openxmlformats.org/drawingml/2006/main">
                <a:ext uri="{FF2B5EF4-FFF2-40B4-BE49-F238E27FC236}">
                  <a16:creationId xmlns:a16="http://schemas.microsoft.com/office/drawing/2014/main" id="{F2B3A79D-D964-4FC4-AFB0-F9C3882A615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1028" y="5625465"/>
              <a:ext cx="464820" cy="211931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C5488"/>
            </a:solidFill>
            <a:ln xmlns:a="http://schemas.openxmlformats.org/drawingml/2006/main" w="9525">
              <a:solidFill>
                <a:srgbClr val="FFFFFF"/>
              </a:solidFill>
            </a:ln>
          </p:spPr>
        </p:sp>
        <p:sp>
          <p:nvSpPr>
            <p:cNvPr id="32" name="F4-database-57-555-0032-ellipse">
              <a:extLst xmlns:a="http://schemas.openxmlformats.org/drawingml/2006/main">
                <a:ext uri="{FF2B5EF4-FFF2-40B4-BE49-F238E27FC236}">
                  <a16:creationId xmlns:a16="http://schemas.microsoft.com/office/drawing/2014/main" id="{6582508B-9261-4633-B37F-25BDA02ACC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1028" y="5811964"/>
              <a:ext cx="464820" cy="211931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C5488"/>
            </a:solidFill>
            <a:ln xmlns:a="http://schemas.openxmlformats.org/drawingml/2006/main" w="9525">
              <a:solidFill>
                <a:srgbClr val="FFFFFF"/>
              </a:solidFill>
            </a:ln>
          </p:spPr>
        </p:sp>
        <p:sp>
          <p:nvSpPr>
            <p:cNvPr id="33" name="F4-database-57-555-0033-ellipse">
              <a:extLst xmlns:a="http://schemas.openxmlformats.org/drawingml/2006/main">
                <a:ext uri="{FF2B5EF4-FFF2-40B4-BE49-F238E27FC236}">
                  <a16:creationId xmlns:a16="http://schemas.microsoft.com/office/drawing/2014/main" id="{0895DA31-5CBD-41ED-9771-EE27B3F455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1028" y="5311807"/>
              <a:ext cx="464820" cy="23736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C5488">
                <a:alpha val="55000"/>
              </a:srgbClr>
            </a:solidFill>
            <a:ln xmlns:a="http://schemas.openxmlformats.org/drawingml/2006/main" w="9525">
              <a:solidFill>
                <a:srgbClr val="FFFFFF"/>
              </a:solidFill>
            </a:ln>
          </p:spPr>
        </p:sp>
      </p:grpSp>
      <p:grpSp>
        <p:nvGrpSpPr>
          <p:cNvPr id="273" name="F4-database-84-604"/>
          <p:cNvGrpSpPr/>
          <p:nvPr/>
        </p:nvGrpSpPr>
        <p:grpSpPr>
          <ns1:xfrm xmlns:ns1="http://schemas.openxmlformats.org/drawingml/2006/main">
            <ns1:off x="846773" y="5769959"/>
            <ns1:ext cx="373380" cy="533877"/>
            <ns1:chOff x="846773" y="5769959"/>
            <ns1:chExt cx="373380" cy="533877"/>
          </ns1:xfrm>
        </p:grpSpPr>
        <p:sp>
          <p:nvSpPr>
            <p:cNvPr id="34" name="F4-database-84-604-0034-rect">
              <a:extLst xmlns:a="http://schemas.openxmlformats.org/drawingml/2006/main">
                <a:ext uri="{FF2B5EF4-FFF2-40B4-BE49-F238E27FC236}">
                  <a16:creationId xmlns:a16="http://schemas.microsoft.com/office/drawing/2014/main" id="{C83F597C-CAFD-4349-9393-5CB25B1CD6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6773" y="5848636"/>
              <a:ext cx="373380" cy="382143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39B7F"/>
            </a:solidFill>
            <a:ln xmlns:a="http://schemas.openxmlformats.org/drawingml/2006/main" w="9525">
              <a:solidFill>
                <a:srgbClr val="C47156"/>
              </a:solidFill>
              <a:prstDash val="solid"/>
            </a:ln>
          </p:spPr>
        </p:sp>
        <p:sp>
          <p:nvSpPr>
            <p:cNvPr id="35" name="F4-database-84-604-0035-ellipse">
              <a:extLst xmlns:a="http://schemas.openxmlformats.org/drawingml/2006/main">
                <a:ext uri="{FF2B5EF4-FFF2-40B4-BE49-F238E27FC236}">
                  <a16:creationId xmlns:a16="http://schemas.microsoft.com/office/drawing/2014/main" id="{56071EA1-9A03-4B36-8E14-94CBE113E6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6773" y="6163342"/>
              <a:ext cx="373380" cy="14049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C47156"/>
            </a:solidFill>
            <a:ln xmlns:a="http://schemas.openxmlformats.org/drawingml/2006/main" w="9525">
              <a:solidFill>
                <a:srgbClr val="FFFFFF"/>
              </a:solidFill>
            </a:ln>
          </p:spPr>
        </p:sp>
        <p:sp>
          <p:nvSpPr>
            <p:cNvPr id="36" name="F4-database-84-604-0036-ellipse">
              <a:extLst xmlns:a="http://schemas.openxmlformats.org/drawingml/2006/main">
                <a:ext uri="{FF2B5EF4-FFF2-40B4-BE49-F238E27FC236}">
                  <a16:creationId xmlns:a16="http://schemas.microsoft.com/office/drawing/2014/main" id="{F2CA1708-E0CC-4577-98CC-860BE9B47E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6773" y="5977890"/>
              <a:ext cx="373380" cy="14049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C47156"/>
            </a:solidFill>
            <a:ln xmlns:a="http://schemas.openxmlformats.org/drawingml/2006/main" w="9525">
              <a:solidFill>
                <a:srgbClr val="FFFFFF"/>
              </a:solidFill>
            </a:ln>
          </p:spPr>
        </p:sp>
        <p:sp>
          <p:nvSpPr>
            <p:cNvPr id="37" name="F4-database-84-604-0037-ellipse">
              <a:extLst xmlns:a="http://schemas.openxmlformats.org/drawingml/2006/main">
                <a:ext uri="{FF2B5EF4-FFF2-40B4-BE49-F238E27FC236}">
                  <a16:creationId xmlns:a16="http://schemas.microsoft.com/office/drawing/2014/main" id="{A17087E1-A463-4922-865F-43E043DC60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6773" y="6101525"/>
              <a:ext cx="373380" cy="14049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C47156"/>
            </a:solidFill>
            <a:ln xmlns:a="http://schemas.openxmlformats.org/drawingml/2006/main" w="9525">
              <a:solidFill>
                <a:srgbClr val="FFFFFF"/>
              </a:solidFill>
            </a:ln>
          </p:spPr>
        </p:sp>
        <p:sp>
          <p:nvSpPr>
            <p:cNvPr id="38" name="F4-database-84-604-0038-ellipse">
              <a:extLst xmlns:a="http://schemas.openxmlformats.org/drawingml/2006/main">
                <a:ext uri="{FF2B5EF4-FFF2-40B4-BE49-F238E27FC236}">
                  <a16:creationId xmlns:a16="http://schemas.microsoft.com/office/drawing/2014/main" id="{1FA6408E-704E-49D8-A44D-FACA6B9BC1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6773" y="5769959"/>
              <a:ext cx="373380" cy="15735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C47156">
                <a:alpha val="55000"/>
              </a:srgbClr>
            </a:solidFill>
            <a:ln xmlns:a="http://schemas.openxmlformats.org/drawingml/2006/main" w="9525">
              <a:solidFill>
                <a:srgbClr val="FFFFFF"/>
              </a:solidFill>
            </a:ln>
          </p:spPr>
        </p:sp>
      </p:grpSp>
      <p:sp>
        <p:nvSpPr>
          <p:cNvPr id="274" name="F4-math-149-557"/>
          <p:cNvSpPr txBox="1"/>
          <p:nvPr/>
        </p:nvSpPr>
        <p:spPr>
          <ns0:xfrm xmlns:ns0="http://schemas.openxmlformats.org/drawingml/2006/main">
            <ns0:off x="1419225" y="5324475"/>
            <ns0:ext cx="2400300" cy="3905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3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P ∈ R</ns0:t>
            </ns0:r>
            <ns0:r>
              <ns0:rPr sz="2400" b="0" i="0" baseline="30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8×14</ns0:t>
            </ns0:r>
          </ns0:p>
        </p:txBody>
      </p:sp>
      <p:sp>
        <p:nvSpPr>
          <p:cNvPr id="275" name="F4-math-149-608"/>
          <p:cNvSpPr txBox="1"/>
          <p:nvPr/>
        </p:nvSpPr>
        <p:spPr>
          <ns0:xfrm xmlns:ns0="http://schemas.openxmlformats.org/drawingml/2006/main">
            <ns0:off x="1381125" y="5819775"/>
            <ns0:ext cx="2524125" cy="3714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σ: transfer 0.03, insert 0.08</ns0:t>
            </ns0:r>
          </ns0:p>
        </p:txBody>
      </p:sp>
      <p:sp>
        <p:nvSpPr>
          <p:cNvPr id="49" name="F4-0049-text"/>
          <p:cNvSpPr txBox="1"/>
          <p:nvPr/>
        </p:nvSpPr>
        <p:spPr>
          <ns0:xfrm xmlns:ns0="http://schemas.openxmlformats.org/drawingml/2006/main">
            <ns0:off x="561975" y="6392466"/>
            <ns0:ext cx="3276600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12 endpoints per source episode</ns0:t>
            </ns0:r>
          </ns0:p>
        </p:txBody>
      </p:sp>
      <p:sp>
        <p:nvSpPr>
          <p:cNvPr id="50" name="F4-0050-roundRect">
            <a:extLst xmlns:a="http://schemas.openxmlformats.org/drawingml/2006/main">
              <a:ext uri="{FF2B5EF4-FFF2-40B4-BE49-F238E27FC236}">
                <a16:creationId xmlns:a16="http://schemas.microsoft.com/office/drawing/2014/main" id="{1E6FC562-AEE1-4AF7-9136-9BACA903B0C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0" y="1133475"/>
            <a:ext cx="3933825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4764">
            <a:solidFill>
              <a:srgbClr val="8491B4"/>
            </a:solidFill>
            <a:prstDash val="solid"/>
          </a:ln>
        </p:spPr>
      </p:sp>
      <p:grpSp>
        <p:nvGrpSpPr>
          <p:cNvPr id="276" name="F4-document-665-128"/>
          <p:cNvGrpSpPr/>
          <p:nvPr/>
        </p:nvGrpSpPr>
        <p:grpSpPr>
          <ns1:xfrm xmlns:ns1="http://schemas.openxmlformats.org/drawingml/2006/main">
            <ns1:off x="6379940" y="1235964"/>
            <ns1:ext cx="267843" cy="385572"/>
            <ns1:chOff x="6379940" y="1235964"/>
            <ns1:chExt cx="267843" cy="385572"/>
          </ns1:xfrm>
        </p:grpSpPr>
        <p:sp>
          <p:nvSpPr>
            <p:cNvPr id="51" name="F4-document-665-128-0051-custom">
              <a:extLst xmlns:a="http://schemas.openxmlformats.org/drawingml/2006/main">
                <a:ext uri="{FF2B5EF4-FFF2-40B4-BE49-F238E27FC236}">
                  <a16:creationId xmlns:a16="http://schemas.microsoft.com/office/drawing/2014/main" id="{1369D134-E6E8-4462-BDCE-4162528A2B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379940" y="1235964"/>
              <a:ext cx="267843" cy="385572"/>
            </a:xfrm>
            <a:custGeom xmlns:a="http://schemas.openxmlformats.org/drawingml/2006/main">
              <a:pathLst>
                <a:path w="267843" h="385572">
                  <a:moveTo>
                    <a:pt x="0" y="0"/>
                  </a:moveTo>
                  <a:lnTo>
                    <a:pt x="183261" y="0"/>
                  </a:lnTo>
                  <a:lnTo>
                    <a:pt x="267843" y="96393"/>
                  </a:lnTo>
                  <a:lnTo>
                    <a:pt x="267843" y="385572"/>
                  </a:lnTo>
                  <a:lnTo>
                    <a:pt x="0" y="385572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22908">
              <a:solidFill>
                <a:srgbClr val="7482A5"/>
              </a:solidFill>
            </a:ln>
          </p:spPr>
        </p:sp>
        <p:sp>
          <p:nvSpPr>
            <p:cNvPr id="52" name="F4-document-665-128-0052-line">
              <a:extLst xmlns:a="http://schemas.openxmlformats.org/drawingml/2006/main">
                <a:ext uri="{FF2B5EF4-FFF2-40B4-BE49-F238E27FC236}">
                  <a16:creationId xmlns:a16="http://schemas.microsoft.com/office/drawing/2014/main" id="{03643D2A-6DB3-4A85-AB75-F47F7F00A8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63201" y="1235964"/>
              <a:ext cx="84582" cy="96393"/>
            </a:xfrm>
            <a:custGeom xmlns:a="http://schemas.openxmlformats.org/drawingml/2006/main">
              <a:pathLst>
                <a:path w="84582" h="96393">
                  <a:moveTo>
                    <a:pt x="0" y="0"/>
                  </a:moveTo>
                  <a:lnTo>
                    <a:pt x="0" y="96393"/>
                  </a:lnTo>
                  <a:lnTo>
                    <a:pt x="84582" y="96393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1145">
              <a:solidFill>
                <a:srgbClr val="7482A5"/>
              </a:solidFill>
              <a:prstDash val="solid"/>
            </a:ln>
          </p:spPr>
        </p:sp>
        <p:sp>
          <p:nvSpPr>
            <p:cNvPr id="53" name="F4-document-665-128-0053-line">
              <a:extLst xmlns:a="http://schemas.openxmlformats.org/drawingml/2006/main">
                <a:ext uri="{FF2B5EF4-FFF2-40B4-BE49-F238E27FC236}">
                  <a16:creationId xmlns:a16="http://schemas.microsoft.com/office/drawing/2014/main" id="{ED0B5E40-D6E5-433F-B12A-BCB4717E1C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36328" y="1399413"/>
              <a:ext cx="155067" cy="9525"/>
            </a:xfrm>
            <a:custGeom xmlns:a="http://schemas.openxmlformats.org/drawingml/2006/main">
              <a:pathLst>
                <a:path w="155067" h="9525">
                  <a:moveTo>
                    <a:pt x="0" y="0"/>
                  </a:moveTo>
                  <a:lnTo>
                    <a:pt x="155067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1145">
              <a:solidFill>
                <a:srgbClr val="7482A5"/>
              </a:solidFill>
              <a:prstDash val="solid"/>
            </a:ln>
          </p:spPr>
        </p:sp>
        <p:sp>
          <p:nvSpPr>
            <p:cNvPr id="54" name="F4-document-665-128-0054-line">
              <a:extLst xmlns:a="http://schemas.openxmlformats.org/drawingml/2006/main">
                <a:ext uri="{FF2B5EF4-FFF2-40B4-BE49-F238E27FC236}">
                  <a16:creationId xmlns:a16="http://schemas.microsoft.com/office/drawing/2014/main" id="{1B5A7940-93C0-4295-A96A-E5D125D4F60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36328" y="1462278"/>
              <a:ext cx="155067" cy="9525"/>
            </a:xfrm>
            <a:custGeom xmlns:a="http://schemas.openxmlformats.org/drawingml/2006/main">
              <a:pathLst>
                <a:path w="155067" h="9525">
                  <a:moveTo>
                    <a:pt x="0" y="0"/>
                  </a:moveTo>
                  <a:lnTo>
                    <a:pt x="155067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1145">
              <a:solidFill>
                <a:srgbClr val="7482A5"/>
              </a:solidFill>
              <a:prstDash val="solid"/>
            </a:ln>
          </p:spPr>
        </p:sp>
        <p:sp>
          <p:nvSpPr>
            <p:cNvPr id="55" name="F4-document-665-128-0055-line">
              <a:extLst xmlns:a="http://schemas.openxmlformats.org/drawingml/2006/main">
                <a:ext uri="{FF2B5EF4-FFF2-40B4-BE49-F238E27FC236}">
                  <a16:creationId xmlns:a16="http://schemas.microsoft.com/office/drawing/2014/main" id="{E678CD6C-E62A-4DC4-AE5F-86C2323EDF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36328" y="1525143"/>
              <a:ext cx="155067" cy="9525"/>
            </a:xfrm>
            <a:custGeom xmlns:a="http://schemas.openxmlformats.org/drawingml/2006/main">
              <a:pathLst>
                <a:path w="155067" h="9525">
                  <a:moveTo>
                    <a:pt x="0" y="0"/>
                  </a:moveTo>
                  <a:lnTo>
                    <a:pt x="155067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1145">
              <a:solidFill>
                <a:srgbClr val="7482A5"/>
              </a:solidFill>
              <a:prstDash val="solid"/>
            </a:ln>
          </p:spPr>
        </p:sp>
      </p:grpSp>
      <p:sp>
        <p:nvSpPr>
          <p:cNvPr id="56" name="F4-0056-text"/>
          <p:cNvSpPr txBox="1"/>
          <p:nvPr/>
        </p:nvSpPr>
        <p:spPr>
          <ns0:xfrm xmlns:ns0="http://schemas.openxmlformats.org/drawingml/2006/main">
            <ns0:off x="6829425" y="1266049"/>
            <ns0:ext cx="1019175" cy="27777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Endpoint</ns0:t>
            </ns0:r>
          </ns0:p>
        </p:txBody>
      </p:sp>
      <p:sp>
        <p:nvSpPr>
          <p:cNvPr id="277" name="F4-math-821-124"/>
          <p:cNvSpPr txBox="1"/>
          <p:nvPr/>
        </p:nvSpPr>
        <p:spPr>
          <ns0:xfrm xmlns:ns0="http://schemas.openxmlformats.org/drawingml/2006/main">
            <ns0:off x="8029575" y="1200150"/>
            <ns0:ext cx="590550" cy="3238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3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u</ns0:t>
            </ns0:r>
          </ns0:p>
        </p:txBody>
      </p:sp>
      <p:sp>
        <p:nvSpPr>
          <p:cNvPr id="59" name="F4-math-925-126-0059-text"/>
          <p:cNvSpPr txBox="1"/>
          <p:nvPr/>
        </p:nvSpPr>
        <p:spPr>
          <ns0:xfrm xmlns:ns0="http://schemas.openxmlformats.org/drawingml/2006/main">
            <ns0:off x="8820198" y="1241626"/>
            <ns0:ext cx="1133380" cy="29325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7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(seeded)</ns0:t>
            </ns0:r>
          </ns0:p>
        </p:txBody>
      </p:sp>
      <p:sp>
        <p:nvSpPr>
          <p:cNvPr id="60" name="F4-0060-roundRect">
            <a:extLst xmlns:a="http://schemas.openxmlformats.org/drawingml/2006/main">
              <a:ext uri="{FF2B5EF4-FFF2-40B4-BE49-F238E27FC236}">
                <a16:creationId xmlns:a16="http://schemas.microsoft.com/office/drawing/2014/main" id="{E3629755-262A-4B74-9F57-DE86A28B1D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0" y="1962150"/>
            <a:ext cx="4076700" cy="923925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4764">
            <a:solidFill>
              <a:srgbClr val="8491B4"/>
            </a:solidFill>
            <a:prstDash val="solid"/>
          </a:ln>
        </p:spPr>
      </p:sp>
      <p:sp>
        <p:nvSpPr>
          <p:cNvPr id="61" name="F4-0061-roundRect">
            <a:extLst xmlns:a="http://schemas.openxmlformats.org/drawingml/2006/main">
              <a:ext uri="{FF2B5EF4-FFF2-40B4-BE49-F238E27FC236}">
                <a16:creationId xmlns:a16="http://schemas.microsoft.com/office/drawing/2014/main" id="{703BB785-57BD-4937-849E-385120A19A6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0" y="3057525"/>
            <a:ext cx="4076700" cy="923925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4764">
            <a:solidFill>
              <a:srgbClr val="8491B4"/>
            </a:solidFill>
            <a:prstDash val="solid"/>
          </a:ln>
        </p:spPr>
      </p:sp>
      <p:sp>
        <p:nvSpPr>
          <p:cNvPr id="62" name="F4-0062-roundRect">
            <a:extLst xmlns:a="http://schemas.openxmlformats.org/drawingml/2006/main">
              <a:ext uri="{FF2B5EF4-FFF2-40B4-BE49-F238E27FC236}">
                <a16:creationId xmlns:a16="http://schemas.microsoft.com/office/drawing/2014/main" id="{002746DB-C7A4-482E-B8A6-F1BE07BA56C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0" y="4171950"/>
            <a:ext cx="4076700" cy="923925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4764">
            <a:solidFill>
              <a:srgbClr val="8491B4"/>
            </a:solidFill>
            <a:prstDash val="solid"/>
          </a:ln>
        </p:spPr>
      </p:sp>
      <p:sp>
        <p:nvSpPr>
          <p:cNvPr id="63" name="F4-0063-roundRect">
            <a:extLst xmlns:a="http://schemas.openxmlformats.org/drawingml/2006/main">
              <a:ext uri="{FF2B5EF4-FFF2-40B4-BE49-F238E27FC236}">
                <a16:creationId xmlns:a16="http://schemas.microsoft.com/office/drawing/2014/main" id="{093A428A-E480-4FC0-882E-B6A87017675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0" y="5295900"/>
            <a:ext cx="40767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4764">
            <a:solidFill>
              <a:srgbClr val="DFAE9F"/>
            </a:solidFill>
            <a:prstDash val="solid"/>
          </a:ln>
        </p:spPr>
      </p:sp>
      <p:sp>
        <p:nvSpPr>
          <p:cNvPr id="64" name="F4-0064-roundRect">
            <a:extLst xmlns:a="http://schemas.openxmlformats.org/drawingml/2006/main">
              <a:ext uri="{FF2B5EF4-FFF2-40B4-BE49-F238E27FC236}">
                <a16:creationId xmlns:a16="http://schemas.microsoft.com/office/drawing/2014/main" id="{FA551BA0-106F-40C6-8B67-C613353E89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96000" y="6543675"/>
            <a:ext cx="4076700" cy="962025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14764">
            <a:solidFill>
              <a:srgbClr val="8AC5B8"/>
            </a:solidFill>
            <a:prstDash val="solid"/>
          </a:ln>
        </p:spPr>
      </p:sp>
      <p:sp>
        <p:nvSpPr>
          <p:cNvPr id="65" name="F4-0065-ellipse">
            <a:extLst xmlns:a="http://schemas.openxmlformats.org/drawingml/2006/main">
              <a:ext uri="{FF2B5EF4-FFF2-40B4-BE49-F238E27FC236}">
                <a16:creationId xmlns:a16="http://schemas.microsoft.com/office/drawing/2014/main" id="{B98BDC6B-5018-4D76-9112-57A9F904CC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72200" y="2000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A32"/>
          </a:solidFill>
          <a:ln xmlns:a="http://schemas.openxmlformats.org/drawingml/2006/main" w="1905">
            <a:solidFill>
              <a:srgbClr val="252A32"/>
            </a:solidFill>
          </a:ln>
        </p:spPr>
      </p:sp>
      <p:sp>
        <p:nvSpPr>
          <p:cNvPr id="66" name="F4-0066-ellipse">
            <a:extLst xmlns:a="http://schemas.openxmlformats.org/drawingml/2006/main">
              <a:ext uri="{FF2B5EF4-FFF2-40B4-BE49-F238E27FC236}">
                <a16:creationId xmlns:a16="http://schemas.microsoft.com/office/drawing/2014/main" id="{1263A020-E0FA-4274-9715-444255908EC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96013" y="20240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">
            <a:solidFill>
              <a:srgbClr val="FFFFFF"/>
            </a:solidFill>
          </a:ln>
        </p:spPr>
      </p:sp>
      <p:sp>
        <p:nvSpPr>
          <p:cNvPr id="67" name="F4-0067-text">
            <a:extLst xmlns:a="http://schemas.openxmlformats.org/drawingml/2006/main">
              <a:ext uri="{FF2B5EF4-FFF2-40B4-BE49-F238E27FC236}">
                <a16:creationId xmlns:a16="http://schemas.microsoft.com/office/drawing/2014/main" id="{6FD48EA5-780F-4C80-B31F-3BD5C049BF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200775" y="2040255"/>
            <a:ext cx="28575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8" name="F4-0068-ellipse">
            <a:extLst xmlns:a="http://schemas.openxmlformats.org/drawingml/2006/main">
              <a:ext uri="{FF2B5EF4-FFF2-40B4-BE49-F238E27FC236}">
                <a16:creationId xmlns:a16="http://schemas.microsoft.com/office/drawing/2014/main" id="{A8B2DA06-2741-4F33-BAB0-8803C24160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72200" y="3105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A32"/>
          </a:solidFill>
          <a:ln xmlns:a="http://schemas.openxmlformats.org/drawingml/2006/main" w="1905">
            <a:solidFill>
              <a:srgbClr val="252A32"/>
            </a:solidFill>
          </a:ln>
        </p:spPr>
      </p:sp>
      <p:sp>
        <p:nvSpPr>
          <p:cNvPr id="69" name="F4-0069-ellipse">
            <a:extLst xmlns:a="http://schemas.openxmlformats.org/drawingml/2006/main">
              <a:ext uri="{FF2B5EF4-FFF2-40B4-BE49-F238E27FC236}">
                <a16:creationId xmlns:a16="http://schemas.microsoft.com/office/drawing/2014/main" id="{0A6086C8-2277-4CC6-918B-F7078D816A0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96013" y="31289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">
            <a:solidFill>
              <a:srgbClr val="FFFFFF"/>
            </a:solidFill>
          </a:ln>
        </p:spPr>
      </p:sp>
      <p:sp>
        <p:nvSpPr>
          <p:cNvPr id="70" name="F4-0070-text">
            <a:extLst xmlns:a="http://schemas.openxmlformats.org/drawingml/2006/main">
              <a:ext uri="{FF2B5EF4-FFF2-40B4-BE49-F238E27FC236}">
                <a16:creationId xmlns:a16="http://schemas.microsoft.com/office/drawing/2014/main" id="{BB0B9527-7453-44E1-95FA-67FF2162041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200775" y="3145155"/>
            <a:ext cx="28575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71" name="F4-0071-ellipse">
            <a:extLst xmlns:a="http://schemas.openxmlformats.org/drawingml/2006/main">
              <a:ext uri="{FF2B5EF4-FFF2-40B4-BE49-F238E27FC236}">
                <a16:creationId xmlns:a16="http://schemas.microsoft.com/office/drawing/2014/main" id="{6E30D561-EC71-4B66-B1EE-5E1772874D4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72200" y="4210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A32"/>
          </a:solidFill>
          <a:ln xmlns:a="http://schemas.openxmlformats.org/drawingml/2006/main" w="1905">
            <a:solidFill>
              <a:srgbClr val="252A32"/>
            </a:solidFill>
          </a:ln>
        </p:spPr>
      </p:sp>
      <p:sp>
        <p:nvSpPr>
          <p:cNvPr id="72" name="F4-0072-ellipse">
            <a:extLst xmlns:a="http://schemas.openxmlformats.org/drawingml/2006/main">
              <a:ext uri="{FF2B5EF4-FFF2-40B4-BE49-F238E27FC236}">
                <a16:creationId xmlns:a16="http://schemas.microsoft.com/office/drawing/2014/main" id="{CDA6F360-612E-49F6-B51A-35EDDCEBE02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96013" y="4233863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">
            <a:solidFill>
              <a:srgbClr val="FFFFFF"/>
            </a:solidFill>
          </a:ln>
        </p:spPr>
      </p:sp>
      <p:sp>
        <p:nvSpPr>
          <p:cNvPr id="73" name="F4-0073-text">
            <a:extLst xmlns:a="http://schemas.openxmlformats.org/drawingml/2006/main">
              <a:ext uri="{FF2B5EF4-FFF2-40B4-BE49-F238E27FC236}">
                <a16:creationId xmlns:a16="http://schemas.microsoft.com/office/drawing/2014/main" id="{FE111923-EAAC-4D5D-AD9C-B6E4520906A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200775" y="4250055"/>
            <a:ext cx="28575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74" name="F4-0074-ellipse">
            <a:extLst xmlns:a="http://schemas.openxmlformats.org/drawingml/2006/main">
              <a:ext uri="{FF2B5EF4-FFF2-40B4-BE49-F238E27FC236}">
                <a16:creationId xmlns:a16="http://schemas.microsoft.com/office/drawing/2014/main" id="{8D5FF8B0-1CDE-4E14-8C0C-E5626B21A61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72200" y="53435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A32"/>
          </a:solidFill>
          <a:ln xmlns:a="http://schemas.openxmlformats.org/drawingml/2006/main" w="1905">
            <a:solidFill>
              <a:srgbClr val="252A32"/>
            </a:solidFill>
          </a:ln>
        </p:spPr>
      </p:sp>
      <p:sp>
        <p:nvSpPr>
          <p:cNvPr id="75" name="F4-0075-ellipse">
            <a:extLst xmlns:a="http://schemas.openxmlformats.org/drawingml/2006/main">
              <a:ext uri="{FF2B5EF4-FFF2-40B4-BE49-F238E27FC236}">
                <a16:creationId xmlns:a16="http://schemas.microsoft.com/office/drawing/2014/main" id="{E344D865-E5B7-4D7B-970A-C2F311C5F91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96013" y="5367338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">
            <a:solidFill>
              <a:srgbClr val="FFFFFF"/>
            </a:solidFill>
          </a:ln>
        </p:spPr>
      </p:sp>
      <p:sp>
        <p:nvSpPr>
          <p:cNvPr id="76" name="F4-0076-text">
            <a:extLst xmlns:a="http://schemas.openxmlformats.org/drawingml/2006/main">
              <a:ext uri="{FF2B5EF4-FFF2-40B4-BE49-F238E27FC236}">
                <a16:creationId xmlns:a16="http://schemas.microsoft.com/office/drawing/2014/main" id="{67E13513-B9E0-4BD7-94BC-75957DD368C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200775" y="5383530"/>
            <a:ext cx="28575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77" name="F4-0077-ellipse">
            <a:extLst xmlns:a="http://schemas.openxmlformats.org/drawingml/2006/main">
              <a:ext uri="{FF2B5EF4-FFF2-40B4-BE49-F238E27FC236}">
                <a16:creationId xmlns:a16="http://schemas.microsoft.com/office/drawing/2014/main" id="{605DC78D-7E56-40C3-98D2-0E52A660A2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72200" y="65817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2A32"/>
          </a:solidFill>
          <a:ln xmlns:a="http://schemas.openxmlformats.org/drawingml/2006/main" w="1905">
            <a:solidFill>
              <a:srgbClr val="252A32"/>
            </a:solidFill>
          </a:ln>
        </p:spPr>
      </p:sp>
      <p:sp>
        <p:nvSpPr>
          <p:cNvPr id="78" name="F4-0078-ellipse">
            <a:extLst xmlns:a="http://schemas.openxmlformats.org/drawingml/2006/main">
              <a:ext uri="{FF2B5EF4-FFF2-40B4-BE49-F238E27FC236}">
                <a16:creationId xmlns:a16="http://schemas.microsoft.com/office/drawing/2014/main" id="{E04A3BCA-D2FD-4690-ABB1-86DC32EDE3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196013" y="6605588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">
            <a:solidFill>
              <a:srgbClr val="FFFFFF"/>
            </a:solidFill>
          </a:ln>
        </p:spPr>
      </p:sp>
      <p:sp>
        <p:nvSpPr>
          <p:cNvPr id="79" name="F4-0079-text">
            <a:extLst xmlns:a="http://schemas.openxmlformats.org/drawingml/2006/main">
              <a:ext uri="{FF2B5EF4-FFF2-40B4-BE49-F238E27FC236}">
                <a16:creationId xmlns:a16="http://schemas.microsoft.com/office/drawing/2014/main" id="{3957BA26-DE45-4F54-B8AD-B683490CA34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6200775" y="6621780"/>
            <a:ext cx="28575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0252D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80" name="F4-0080-text"/>
          <p:cNvSpPr txBox="1"/>
          <p:nvPr/>
        </p:nvSpPr>
        <p:spPr>
          <ns0:xfrm xmlns:ns0="http://schemas.openxmlformats.org/drawingml/2006/main">
            <ns0:off x="6667500" y="2019062"/>
            <ns0:ext cx="3076575" cy="31480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Candidate scale</ns0:t>
            </ns0:r>
          </ns0:p>
        </p:txBody>
      </p:sp>
      <p:sp>
        <p:nvSpPr>
          <p:cNvPr id="81" name="F4-0081-text"/>
          <p:cNvSpPr txBox="1"/>
          <p:nvPr/>
        </p:nvSpPr>
        <p:spPr>
          <ns0:xfrm xmlns:ns0="http://schemas.openxmlformats.org/drawingml/2006/main">
            <ns0:off x="6667500" y="3119199"/>
            <ns0:ext cx="3209925" cy="31480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Full episode replay</ns0:t>
            </ns0:r>
          </ns0:p>
        </p:txBody>
      </p:sp>
      <p:sp>
        <p:nvSpPr>
          <p:cNvPr id="82" name="F4-0082-text"/>
          <p:cNvSpPr txBox="1"/>
          <p:nvPr/>
        </p:nvSpPr>
        <p:spPr>
          <ns0:xfrm xmlns:ns0="http://schemas.openxmlformats.org/drawingml/2006/main">
            <ns0:off x="6667500" y="4233624"/>
            <ns0:ext cx="3209925" cy="31480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Terminal acceptance</ns0:t>
            </ns0:r>
          </ns0:p>
        </p:txBody>
      </p:sp>
      <p:sp>
        <p:nvSpPr>
          <p:cNvPr id="83" name="F4-0083-text"/>
          <p:cNvSpPr txBox="1"/>
          <p:nvPr/>
        </p:nvSpPr>
        <p:spPr>
          <ns0:xfrm xmlns:ns0="http://schemas.openxmlformats.org/drawingml/2006/main">
            <ns0:off x="6667500" y="5367099"/>
            <ns0:ext cx="3209925" cy="31480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Recovery action labels</ns0:t>
            </ns0:r>
          </ns0:p>
        </p:txBody>
      </p:sp>
      <p:sp>
        <p:nvSpPr>
          <p:cNvPr id="84" name="F4-0084-text"/>
          <p:cNvSpPr txBox="1"/>
          <p:nvPr/>
        </p:nvSpPr>
        <p:spPr>
          <ns0:xfrm xmlns:ns0="http://schemas.openxmlformats.org/drawingml/2006/main">
            <ns0:off x="6667500" y="6605349"/>
            <ns0:ext cx="3209925" cy="31480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Recovery window extraction</ns0:t>
            </ns0:r>
          </ns0:p>
        </p:txBody>
      </p:sp>
      <p:sp>
        <p:nvSpPr>
          <p:cNvPr id="85" name="F4-0085-roundRect">
            <a:extLst xmlns:a="http://schemas.openxmlformats.org/drawingml/2006/main">
              <a:ext uri="{FF2B5EF4-FFF2-40B4-BE49-F238E27FC236}">
                <a16:creationId xmlns:a16="http://schemas.microsoft.com/office/drawing/2014/main" id="{B0AB6C7D-F7AA-4442-AC47-8D92CEFF402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77025" y="2333625"/>
            <a:ext cx="981075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5240">
            <a:solidFill>
              <a:srgbClr val="BBC2CD"/>
            </a:solidFill>
            <a:prstDash val="solid"/>
          </a:ln>
        </p:spPr>
      </p:sp>
      <p:sp>
        <p:nvSpPr>
          <p:cNvPr id="86" name="F4-0086-line">
            <a:extLst xmlns:a="http://schemas.openxmlformats.org/drawingml/2006/main">
              <a:ext uri="{FF2B5EF4-FFF2-40B4-BE49-F238E27FC236}">
                <a16:creationId xmlns:a16="http://schemas.microsoft.com/office/drawing/2014/main" id="{7E3AB58F-263E-47B4-BD4C-C17A8DAD0D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77075" y="2447925"/>
            <a:ext cx="190500" cy="200025"/>
          </a:xfrm>
          <a:custGeom xmlns:a="http://schemas.openxmlformats.org/drawingml/2006/main">
            <a:pathLst>
              <a:path w="190500" h="200025">
                <a:moveTo>
                  <a:pt x="0" y="0"/>
                </a:moveTo>
                <a:lnTo>
                  <a:pt x="19050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41910">
            <a:solidFill>
              <a:srgbClr val="252A32"/>
            </a:solidFill>
            <a:prstDash val="solid"/>
          </a:ln>
        </p:spPr>
      </p:sp>
      <p:sp>
        <p:nvSpPr>
          <p:cNvPr id="87" name="F4-0087-line">
            <a:extLst xmlns:a="http://schemas.openxmlformats.org/drawingml/2006/main">
              <a:ext uri="{FF2B5EF4-FFF2-40B4-BE49-F238E27FC236}">
                <a16:creationId xmlns:a16="http://schemas.microsoft.com/office/drawing/2014/main" id="{53FB832D-5FCB-4522-89EB-6891967438A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77075" y="2447925"/>
            <a:ext cx="190500" cy="200025"/>
          </a:xfrm>
          <a:custGeom xmlns:a="http://schemas.openxmlformats.org/drawingml/2006/main">
            <a:pathLst>
              <a:path w="190500" h="200025">
                <a:moveTo>
                  <a:pt x="19050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41910">
            <a:solidFill>
              <a:srgbClr val="252A32"/>
            </a:solidFill>
            <a:prstDash val="solid"/>
          </a:ln>
        </p:spPr>
      </p:sp>
      <p:sp>
        <p:nvSpPr>
          <p:cNvPr id="278" name="F4-math-822-245"/>
          <p:cNvSpPr txBox="1"/>
          <p:nvPr/>
        </p:nvSpPr>
        <p:spPr>
          <ns0:xfrm xmlns:ns0="http://schemas.openxmlformats.org/drawingml/2006/main">
            <ns0:off x="7972425" y="2362200"/>
            <ns0:ext cx="2066925" cy="3524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2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λ = 1, ½, ¼, 0</ns0:t>
            </ns0:r>
          </ns0:p>
        </p:txBody>
      </p:sp>
      <p:sp>
        <p:nvSpPr>
          <p:cNvPr id="92" name="F4-0092-roundRect">
            <a:extLst xmlns:a="http://schemas.openxmlformats.org/drawingml/2006/main">
              <a:ext uri="{FF2B5EF4-FFF2-40B4-BE49-F238E27FC236}">
                <a16:creationId xmlns:a16="http://schemas.microsoft.com/office/drawing/2014/main" id="{E4D50940-823F-4CCD-8FBC-AB23D03B6AC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77025" y="3448050"/>
            <a:ext cx="1276350" cy="447675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5240">
            <a:solidFill>
              <a:srgbClr val="BBC2CD"/>
            </a:solidFill>
            <a:prstDash val="solid"/>
          </a:ln>
        </p:spPr>
      </p:sp>
      <p:sp>
        <p:nvSpPr>
          <p:cNvPr id="93" name="F4-0093-rect">
            <a:extLst xmlns:a="http://schemas.openxmlformats.org/drawingml/2006/main">
              <a:ext uri="{FF2B5EF4-FFF2-40B4-BE49-F238E27FC236}">
                <a16:creationId xmlns:a16="http://schemas.microsoft.com/office/drawing/2014/main" id="{CAE2CB12-6534-4244-AFC6-2B0DC368CAE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00850" y="3571875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52A32"/>
            </a:solidFill>
            <a:prstDash val="solid"/>
          </a:ln>
        </p:spPr>
      </p:sp>
      <p:sp>
        <p:nvSpPr>
          <p:cNvPr id="94" name="F4-0094-rect">
            <a:extLst xmlns:a="http://schemas.openxmlformats.org/drawingml/2006/main">
              <a:ext uri="{FF2B5EF4-FFF2-40B4-BE49-F238E27FC236}">
                <a16:creationId xmlns:a16="http://schemas.microsoft.com/office/drawing/2014/main" id="{D1C169C1-E7DB-4471-87C1-3A2FC3BDF82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200900" y="3571875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52A32"/>
            </a:solidFill>
            <a:prstDash val="solid"/>
          </a:ln>
        </p:spPr>
      </p:sp>
      <p:sp>
        <p:nvSpPr>
          <p:cNvPr id="95" name="F4-0095-rect">
            <a:extLst xmlns:a="http://schemas.openxmlformats.org/drawingml/2006/main">
              <a:ext uri="{FF2B5EF4-FFF2-40B4-BE49-F238E27FC236}">
                <a16:creationId xmlns:a16="http://schemas.microsoft.com/office/drawing/2014/main" id="{17700E7C-3535-44E6-BAB3-886EED5100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00950" y="3571875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52A32"/>
            </a:solidFill>
            <a:prstDash val="solid"/>
          </a:ln>
        </p:spPr>
      </p:sp>
      <p:sp>
        <p:nvSpPr>
          <p:cNvPr id="96" name="F4-0096-line">
            <a:extLst xmlns:a="http://schemas.openxmlformats.org/drawingml/2006/main">
              <a:ext uri="{FF2B5EF4-FFF2-40B4-BE49-F238E27FC236}">
                <a16:creationId xmlns:a16="http://schemas.microsoft.com/office/drawing/2014/main" id="{A3E970AD-427F-4D9B-A879-8EAF3FE7EA9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000875" y="3662363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52A32"/>
            </a:solidFill>
            <a:prstDash val="dash"/>
          </a:ln>
        </p:spPr>
      </p:sp>
      <p:sp>
        <p:nvSpPr>
          <p:cNvPr id="97" name="F4-0097-line">
            <a:extLst xmlns:a="http://schemas.openxmlformats.org/drawingml/2006/main">
              <a:ext uri="{FF2B5EF4-FFF2-40B4-BE49-F238E27FC236}">
                <a16:creationId xmlns:a16="http://schemas.microsoft.com/office/drawing/2014/main" id="{7B1FAF1D-A198-4B49-87AF-9619DF7030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400925" y="3662363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52A32"/>
            </a:solidFill>
            <a:prstDash val="dash"/>
          </a:ln>
        </p:spPr>
      </p:sp>
      <p:sp>
        <p:nvSpPr>
          <p:cNvPr id="279" name="F4-math-845-355"/>
          <p:cNvSpPr txBox="1"/>
          <p:nvPr/>
        </p:nvSpPr>
        <p:spPr>
          <ns0:xfrm xmlns:ns0="http://schemas.openxmlformats.org/drawingml/2006/main">
            <ns0:off x="8010525" y="3371850"/>
            <ns0:ext cx="2066925" cy="3238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400 steps at 50 Hz</ns0:t>
            </ns0:r>
          </ns0:p>
        </p:txBody>
      </p:sp>
      <p:sp>
        <p:nvSpPr>
          <p:cNvPr id="105" name="F4-0105-text"/>
          <p:cNvSpPr txBox="1"/>
          <p:nvPr/>
        </p:nvSpPr>
        <p:spPr>
          <ns0:xfrm xmlns:ns0="http://schemas.openxmlformats.org/drawingml/2006/main">
            <ns0:off x="8058150" y="3718084"/>
            <ns0:ext cx="1990725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ref. → pulse → ref.</ns0:t>
            </ns0:r>
          </ns0:p>
        </p:txBody>
      </p:sp>
      <p:sp>
        <p:nvSpPr>
          <p:cNvPr id="107" name="F4-0107-line">
            <a:extLst xmlns:a="http://schemas.openxmlformats.org/drawingml/2006/main">
              <a:ext uri="{FF2B5EF4-FFF2-40B4-BE49-F238E27FC236}">
                <a16:creationId xmlns:a16="http://schemas.microsoft.com/office/drawing/2014/main" id="{139617D4-DE18-40F0-BE54-998F6DD9B4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38950" y="4572000"/>
            <a:ext cx="9525" cy="228600"/>
          </a:xfrm>
          <a:custGeom xmlns:a="http://schemas.openxmlformats.org/drawingml/2006/main"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52A32"/>
            </a:solidFill>
            <a:prstDash val="solid"/>
          </a:ln>
        </p:spPr>
      </p:sp>
      <p:sp>
        <p:nvSpPr>
          <p:cNvPr id="108" name="F4-0108-line">
            <a:extLst xmlns:a="http://schemas.openxmlformats.org/drawingml/2006/main">
              <a:ext uri="{FF2B5EF4-FFF2-40B4-BE49-F238E27FC236}">
                <a16:creationId xmlns:a16="http://schemas.microsoft.com/office/drawing/2014/main" id="{22D60622-0DDE-4164-8D48-0A3130EBA5C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762875" y="4572000"/>
            <a:ext cx="9525" cy="228600"/>
          </a:xfrm>
          <a:custGeom xmlns:a="http://schemas.openxmlformats.org/drawingml/2006/main"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52A32"/>
            </a:solidFill>
            <a:prstDash val="solid"/>
          </a:ln>
        </p:spPr>
      </p:sp>
      <p:sp>
        <p:nvSpPr>
          <p:cNvPr id="109" name="F4-math-703-502-0109-text"/>
          <p:cNvSpPr txBox="1"/>
          <p:nvPr/>
        </p:nvSpPr>
        <p:spPr>
          <ns0:xfrm xmlns:ns0="http://schemas.openxmlformats.org/drawingml/2006/main">
            <ns0:off x="6718300" y="4782741"/>
            <ns0:ext cx="431800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399</ns0:t>
            </ns0:r>
          </ns0:p>
        </p:txBody>
      </p:sp>
      <p:sp>
        <p:nvSpPr>
          <p:cNvPr id="110" name="F4-math-794-502-0110-text"/>
          <p:cNvSpPr txBox="1"/>
          <p:nvPr/>
        </p:nvSpPr>
        <p:spPr>
          <ns0:xfrm xmlns:ns0="http://schemas.openxmlformats.org/drawingml/2006/main">
            <ns0:off x="7689056" y="4782741"/>
            <ns0:ext cx="128588" cy="270986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4</ns0:t>
            </ns0:r>
          </ns0:p>
        </p:txBody>
      </p:sp>
      <p:sp>
        <p:nvSpPr>
          <p:cNvPr id="280" name="F4-math-839-471"/>
          <p:cNvSpPr txBox="1"/>
          <p:nvPr/>
        </p:nvSpPr>
        <p:spPr>
          <ns0:xfrm xmlns:ns0="http://schemas.openxmlformats.org/drawingml/2006/main">
            <ns0:off x="8010525" y="4543425"/>
            <ns0:ext cx="2057400" cy="3429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Accept if r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399</ns0:t>
            </ns0:r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= 4</ns0:t>
            </ns0:r>
          </ns0:p>
        </p:txBody>
      </p:sp>
      <p:sp>
        <p:nvSpPr>
          <p:cNvPr id="116" name="F4-0116-roundRect">
            <a:extLst xmlns:a="http://schemas.openxmlformats.org/drawingml/2006/main">
              <a:ext uri="{FF2B5EF4-FFF2-40B4-BE49-F238E27FC236}">
                <a16:creationId xmlns:a16="http://schemas.microsoft.com/office/drawing/2014/main" id="{54CB4877-481F-4C77-AF56-13E0F5D9C38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48200" y="5248275"/>
            <a:ext cx="11049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4764">
            <a:solidFill>
              <a:srgbClr val="DFAE9F"/>
            </a:solidFill>
            <a:prstDash val="solid"/>
          </a:ln>
        </p:spPr>
      </p:sp>
      <p:grpSp>
        <p:nvGrpSpPr>
          <p:cNvPr id="281" name="F4-robot-514-558"/>
          <p:cNvGrpSpPr/>
          <p:nvPr/>
        </p:nvGrpSpPr>
        <p:grpSpPr>
          <ns1:xfrm xmlns:ns1="http://schemas.openxmlformats.org/drawingml/2006/main">
            <ns1:off x="4994910" y="5380434"/>
            <ns1:ext cx="465582" cy="442675"/>
            <ns1:chOff x="4994910" y="5380434"/>
            <ns1:chExt cx="465582" cy="442675"/>
          </ns1:xfrm>
        </p:grpSpPr>
        <p:sp>
          <p:nvSpPr>
            <p:cNvPr id="117" name="F4-robot-514-558-0117-custom">
              <a:extLst xmlns:a="http://schemas.openxmlformats.org/drawingml/2006/main">
                <a:ext uri="{FF2B5EF4-FFF2-40B4-BE49-F238E27FC236}">
                  <a16:creationId xmlns:a16="http://schemas.microsoft.com/office/drawing/2014/main" id="{9968D9B1-F999-4AA4-8B2D-1A5BCF5D9B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40487" y="5587365"/>
              <a:ext cx="45053" cy="193834"/>
            </a:xfrm>
            <a:custGeom xmlns:a="http://schemas.openxmlformats.org/drawingml/2006/main">
              <a:pathLst>
                <a:path w="45053" h="193834">
                  <a:moveTo>
                    <a:pt x="45053" y="193834"/>
                  </a:moveTo>
                  <a:lnTo>
                    <a:pt x="45053" y="0"/>
                  </a:lnTo>
                  <a:lnTo>
                    <a:pt x="0" y="0"/>
                  </a:lnTo>
                  <a:lnTo>
                    <a:pt x="0" y="193834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118" name="F4-robot-514-558-0118-custom">
              <a:extLst xmlns:a="http://schemas.openxmlformats.org/drawingml/2006/main">
                <a:ext uri="{FF2B5EF4-FFF2-40B4-BE49-F238E27FC236}">
                  <a16:creationId xmlns:a16="http://schemas.microsoft.com/office/drawing/2014/main" id="{D3422F24-B449-4ADC-9DEE-CDA3F8B884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46871" y="5393536"/>
              <a:ext cx="205641" cy="209540"/>
            </a:xfrm>
            <a:custGeom xmlns:a="http://schemas.openxmlformats.org/drawingml/2006/main">
              <a:pathLst>
                <a:path w="205641" h="209540">
                  <a:moveTo>
                    <a:pt x="32286" y="209540"/>
                  </a:moveTo>
                  <a:lnTo>
                    <a:pt x="205641" y="31423"/>
                  </a:lnTo>
                  <a:lnTo>
                    <a:pt x="173355" y="0"/>
                  </a:lnTo>
                  <a:lnTo>
                    <a:pt x="0" y="178118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119" name="F4-robot-514-558-0119-custom">
              <a:extLst xmlns:a="http://schemas.openxmlformats.org/drawingml/2006/main">
                <a:ext uri="{FF2B5EF4-FFF2-40B4-BE49-F238E27FC236}">
                  <a16:creationId xmlns:a16="http://schemas.microsoft.com/office/drawing/2014/main" id="{FF5C2641-3466-4AFF-97F2-BD25860AC8D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21089" y="5392695"/>
              <a:ext cx="166766" cy="158835"/>
            </a:xfrm>
            <a:custGeom xmlns:a="http://schemas.openxmlformats.org/drawingml/2006/main">
              <a:pathLst>
                <a:path w="166766" h="158835">
                  <a:moveTo>
                    <a:pt x="0" y="33105"/>
                  </a:moveTo>
                  <a:lnTo>
                    <a:pt x="136207" y="158835"/>
                  </a:lnTo>
                  <a:lnTo>
                    <a:pt x="166766" y="125730"/>
                  </a:lnTo>
                  <a:lnTo>
                    <a:pt x="30559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120" name="F4-robot-514-558-0120-custom">
              <a:extLst xmlns:a="http://schemas.openxmlformats.org/drawingml/2006/main">
                <a:ext uri="{FF2B5EF4-FFF2-40B4-BE49-F238E27FC236}">
                  <a16:creationId xmlns:a16="http://schemas.microsoft.com/office/drawing/2014/main" id="{4B269BF6-415A-4AD5-B06C-E9BE777941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51173" y="5527951"/>
              <a:ext cx="73762" cy="108350"/>
            </a:xfrm>
            <a:custGeom xmlns:a="http://schemas.openxmlformats.org/drawingml/2006/main">
              <a:pathLst>
                <a:path w="73762" h="108350">
                  <a:moveTo>
                    <a:pt x="0" y="14052"/>
                  </a:moveTo>
                  <a:lnTo>
                    <a:pt x="30956" y="108350"/>
                  </a:lnTo>
                  <a:lnTo>
                    <a:pt x="73762" y="94297"/>
                  </a:lnTo>
                  <a:lnTo>
                    <a:pt x="42806" y="0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121" name="F4-robot-514-558-0121-ellipse">
              <a:extLst xmlns:a="http://schemas.openxmlformats.org/drawingml/2006/main">
                <a:ext uri="{FF2B5EF4-FFF2-40B4-BE49-F238E27FC236}">
                  <a16:creationId xmlns:a16="http://schemas.microsoft.com/office/drawing/2014/main" id="{91126414-27FF-430F-AD34-F9DE8BD8FC8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94910" y="5770721"/>
              <a:ext cx="148590" cy="52388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5240">
              <a:solidFill>
                <a:srgbClr val="252A32"/>
              </a:solidFill>
            </a:ln>
          </p:spPr>
        </p:sp>
        <p:sp>
          <p:nvSpPr>
            <p:cNvPr id="122" name="F4-robot-514-558-0122-ellipse">
              <a:extLst xmlns:a="http://schemas.openxmlformats.org/drawingml/2006/main">
                <a:ext uri="{FF2B5EF4-FFF2-40B4-BE49-F238E27FC236}">
                  <a16:creationId xmlns:a16="http://schemas.microsoft.com/office/drawing/2014/main" id="{DA79A88F-A359-4FCF-BF33-6D1F972E190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01101" y="5770721"/>
              <a:ext cx="136208" cy="31433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F0F7"/>
            </a:solidFill>
            <a:ln xmlns:a="http://schemas.openxmlformats.org/drawingml/2006/main" w="11430">
              <a:solidFill>
                <a:srgbClr val="252A32"/>
              </a:solidFill>
            </a:ln>
          </p:spPr>
        </p:sp>
        <p:sp>
          <p:nvSpPr>
            <p:cNvPr id="123" name="F4-robot-514-558-0123-ellipse">
              <a:extLst xmlns:a="http://schemas.openxmlformats.org/drawingml/2006/main">
                <a:ext uri="{FF2B5EF4-FFF2-40B4-BE49-F238E27FC236}">
                  <a16:creationId xmlns:a16="http://schemas.microsoft.com/office/drawing/2014/main" id="{9B38F084-971C-4C9D-A0F1-15A8AF1131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27724" y="5558552"/>
              <a:ext cx="70580" cy="57626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252A32"/>
              </a:solidFill>
            </a:ln>
          </p:spPr>
        </p:sp>
        <p:sp>
          <p:nvSpPr>
            <p:cNvPr id="124" name="F4-robot-514-558-0124-ellipse">
              <a:extLst xmlns:a="http://schemas.openxmlformats.org/drawingml/2006/main">
                <a:ext uri="{FF2B5EF4-FFF2-40B4-BE49-F238E27FC236}">
                  <a16:creationId xmlns:a16="http://schemas.microsoft.com/office/drawing/2014/main" id="{1F3633E7-D73A-4096-A1A4-E7AD5090CD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01079" y="5380434"/>
              <a:ext cx="70580" cy="57626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252A32"/>
              </a:solidFill>
            </a:ln>
          </p:spPr>
        </p:sp>
        <p:sp>
          <p:nvSpPr>
            <p:cNvPr id="125" name="F4-robot-514-558-0125-ellipse">
              <a:extLst xmlns:a="http://schemas.openxmlformats.org/drawingml/2006/main">
                <a:ext uri="{FF2B5EF4-FFF2-40B4-BE49-F238E27FC236}">
                  <a16:creationId xmlns:a16="http://schemas.microsoft.com/office/drawing/2014/main" id="{AA5D54F9-6BE7-4764-9CA3-9A2EAAE93A5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37286" y="5506164"/>
              <a:ext cx="70580" cy="57626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252A32"/>
              </a:solidFill>
            </a:ln>
          </p:spPr>
        </p:sp>
        <p:sp>
          <p:nvSpPr>
            <p:cNvPr id="126" name="F4-robot-514-558-0126-ellipse">
              <a:extLst xmlns:a="http://schemas.openxmlformats.org/drawingml/2006/main">
                <a:ext uri="{FF2B5EF4-FFF2-40B4-BE49-F238E27FC236}">
                  <a16:creationId xmlns:a16="http://schemas.microsoft.com/office/drawing/2014/main" id="{9647C8B8-B6DB-40A0-BFEB-583F9AD94F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68242" y="5600462"/>
              <a:ext cx="70580" cy="57626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6193">
              <a:solidFill>
                <a:srgbClr val="252A32"/>
              </a:solidFill>
            </a:ln>
          </p:spPr>
        </p:sp>
        <p:sp>
          <p:nvSpPr>
            <p:cNvPr id="127" name="F4-robot-514-558-0127-line">
              <a:extLst xmlns:a="http://schemas.openxmlformats.org/drawingml/2006/main">
                <a:ext uri="{FF2B5EF4-FFF2-40B4-BE49-F238E27FC236}">
                  <a16:creationId xmlns:a16="http://schemas.microsoft.com/office/drawing/2014/main" id="{07213D5F-5AD9-4F8D-ABCC-A6B17B031C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87435" y="5629275"/>
              <a:ext cx="55721" cy="36671"/>
            </a:xfrm>
            <a:custGeom xmlns:a="http://schemas.openxmlformats.org/drawingml/2006/main">
              <a:pathLst>
                <a:path w="55721" h="36671">
                  <a:moveTo>
                    <a:pt x="0" y="0"/>
                  </a:moveTo>
                  <a:lnTo>
                    <a:pt x="37767" y="36671"/>
                  </a:lnTo>
                  <a:lnTo>
                    <a:pt x="55721" y="36671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252A32"/>
              </a:solidFill>
              <a:prstDash val="solid"/>
            </a:ln>
          </p:spPr>
        </p:sp>
        <p:sp>
          <p:nvSpPr>
            <p:cNvPr id="128" name="F4-robot-514-558-0128-line">
              <a:extLst xmlns:a="http://schemas.openxmlformats.org/drawingml/2006/main">
                <a:ext uri="{FF2B5EF4-FFF2-40B4-BE49-F238E27FC236}">
                  <a16:creationId xmlns:a16="http://schemas.microsoft.com/office/drawing/2014/main" id="{CB9B5272-2169-434A-A604-0FE5145195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24583" y="5629275"/>
              <a:ext cx="35909" cy="31432"/>
            </a:xfrm>
            <a:custGeom xmlns:a="http://schemas.openxmlformats.org/drawingml/2006/main">
              <a:pathLst>
                <a:path w="35909" h="31432">
                  <a:moveTo>
                    <a:pt x="0" y="0"/>
                  </a:moveTo>
                  <a:lnTo>
                    <a:pt x="35909" y="31432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6193">
              <a:solidFill>
                <a:srgbClr val="252A32"/>
              </a:solidFill>
              <a:prstDash val="solid"/>
            </a:ln>
          </p:spPr>
        </p:sp>
      </p:grpSp>
      <p:sp>
        <p:nvSpPr>
          <p:cNvPr id="129" name="F4-0129-text"/>
          <p:cNvSpPr txBox="1"/>
          <p:nvPr/>
        </p:nvSpPr>
        <p:spPr>
          <ns0:xfrm xmlns:ns0="http://schemas.openxmlformats.org/drawingml/2006/main">
            <ns0:off x="4724400" y="5915025"/>
            <ns0:ext cx="523875" cy="2190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Base</ns0:t>
            </ns0:r>
          </ns0:p>
        </p:txBody>
      </p:sp>
      <p:sp>
        <p:nvSpPr>
          <p:cNvPr id="282" name="F4-math-553-613"/>
          <p:cNvSpPr txBox="1"/>
          <p:nvPr/>
        </p:nvSpPr>
        <p:spPr>
          <ns0:xfrm xmlns:ns0="http://schemas.openxmlformats.org/drawingml/2006/main">
            <ns0:off x="5257800" y="5857875"/>
            <ns0:ext cx="438150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ref</ns0:t>
            </ns0:r>
          </ns0:p>
        </p:txBody>
      </p:sp>
      <p:sp>
        <p:nvSpPr>
          <p:cNvPr id="132" name="F4-0132-roundRect">
            <a:extLst xmlns:a="http://schemas.openxmlformats.org/drawingml/2006/main">
              <a:ext uri="{FF2B5EF4-FFF2-40B4-BE49-F238E27FC236}">
                <a16:creationId xmlns:a16="http://schemas.microsoft.com/office/drawing/2014/main" id="{F144E20B-8326-4D5E-BA91-EC579BE4F36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677025" y="5715000"/>
            <a:ext cx="981075" cy="447675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5240">
            <a:solidFill>
              <a:srgbClr val="BBC2CD"/>
            </a:solidFill>
            <a:prstDash val="solid"/>
          </a:ln>
        </p:spPr>
      </p:sp>
      <p:sp>
        <p:nvSpPr>
          <p:cNvPr id="283" name="F4-math-825-599"/>
          <p:cNvSpPr txBox="1"/>
          <p:nvPr/>
        </p:nvSpPr>
        <p:spPr>
          <ns0:xfrm xmlns:ns0="http://schemas.openxmlformats.org/drawingml/2006/main">
            <ns0:off x="8020050" y="5715000"/>
            <ns0:ext cx="2038350" cy="3619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= A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exec,t:t+16</ns0:t>
            </ns0:r>
          </ns0:p>
        </p:txBody>
      </p:sp>
      <p:sp>
        <p:nvSpPr>
          <p:cNvPr id="141" name="F4-0141-line">
            <a:extLst xmlns:a="http://schemas.openxmlformats.org/drawingml/2006/main">
              <a:ext uri="{FF2B5EF4-FFF2-40B4-BE49-F238E27FC236}">
                <a16:creationId xmlns:a16="http://schemas.microsoft.com/office/drawing/2014/main" id="{6242CC56-D9A8-4735-99A9-4FC2690C61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38950" y="7096125"/>
            <a:ext cx="923925" cy="9525"/>
          </a:xfrm>
          <a:custGeom xmlns:a="http://schemas.openxmlformats.org/drawingml/2006/main">
            <a:pathLst>
              <a:path w="923925" h="9525">
                <a:moveTo>
                  <a:pt x="0" y="0"/>
                </a:moveTo>
                <a:lnTo>
                  <a:pt x="923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5725">
            <a:solidFill>
              <a:srgbClr val="008C78"/>
            </a:solidFill>
            <a:prstDash val="solid"/>
          </a:ln>
        </p:spPr>
      </p:sp>
      <p:sp>
        <p:nvSpPr>
          <p:cNvPr id="142" name="F4-0142-line">
            <a:extLst xmlns:a="http://schemas.openxmlformats.org/drawingml/2006/main">
              <a:ext uri="{FF2B5EF4-FFF2-40B4-BE49-F238E27FC236}">
                <a16:creationId xmlns:a16="http://schemas.microsoft.com/office/drawing/2014/main" id="{24A357CA-EF01-44D2-B084-7533ACDE5D2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838950" y="6981825"/>
            <a:ext cx="9525" cy="228600"/>
          </a:xfrm>
          <a:custGeom xmlns:a="http://schemas.openxmlformats.org/drawingml/2006/main"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52A32"/>
            </a:solidFill>
            <a:prstDash val="solid"/>
          </a:ln>
        </p:spPr>
      </p:sp>
      <p:sp>
        <p:nvSpPr>
          <p:cNvPr id="143" name="F4-0143-line">
            <a:extLst xmlns:a="http://schemas.openxmlformats.org/drawingml/2006/main">
              <a:ext uri="{FF2B5EF4-FFF2-40B4-BE49-F238E27FC236}">
                <a16:creationId xmlns:a16="http://schemas.microsoft.com/office/drawing/2014/main" id="{B3E61B58-69CF-4565-B672-D404E8522A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762875" y="6981825"/>
            <a:ext cx="9525" cy="228600"/>
          </a:xfrm>
          <a:custGeom xmlns:a="http://schemas.openxmlformats.org/drawingml/2006/main"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52A32"/>
            </a:solidFill>
            <a:prstDash val="solid"/>
          </a:ln>
        </p:spPr>
      </p:sp>
      <p:sp>
        <p:nvSpPr>
          <p:cNvPr id="144" name="F4-math-703-754-0144-text"/>
          <p:cNvSpPr txBox="1"/>
          <p:nvPr/>
        </p:nvSpPr>
        <p:spPr>
          <ns0:xfrm xmlns:ns0="http://schemas.openxmlformats.org/drawingml/2006/main">
            <ns0:off x="6834188" y="7177088"/>
            <ns0:ext cx="139700" cy="2819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u</ns0:t>
            </ns0:r>
          </ns0:p>
        </p:txBody>
      </p:sp>
      <p:sp>
        <p:nvSpPr>
          <p:cNvPr id="145" name="F4-math-796-754-0145-text"/>
          <p:cNvSpPr txBox="1"/>
          <p:nvPr/>
        </p:nvSpPr>
        <p:spPr>
          <ns0:xfrm xmlns:ns0="http://schemas.openxmlformats.org/drawingml/2006/main">
            <ns0:off x="7416800" y="7172325"/>
            <ns0:ext cx="596900" cy="2571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u+24</ns0:t>
            </ns0:r>
          </ns0:p>
        </p:txBody>
      </p:sp>
      <p:sp>
        <p:nvSpPr>
          <p:cNvPr id="284" name="F4-math-836-731"/>
          <p:cNvSpPr txBox="1"/>
          <p:nvPr/>
        </p:nvSpPr>
        <p:spPr>
          <ns0:xfrm xmlns:ns0="http://schemas.openxmlformats.org/drawingml/2006/main">
            <ns0:off x="8029575" y="6962775"/>
            <ns0:ext cx="2047875" cy="3429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(õ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, 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), t ∈ U(u)</ns0:t>
            </ns0:r>
          </ns0:p>
        </p:txBody>
      </p:sp>
      <p:sp>
        <p:nvSpPr>
          <p:cNvPr id="151" name="F4-0151-roundRect">
            <a:extLst xmlns:a="http://schemas.openxmlformats.org/drawingml/2006/main">
              <a:ext uri="{FF2B5EF4-FFF2-40B4-BE49-F238E27FC236}">
                <a16:creationId xmlns:a16="http://schemas.microsoft.com/office/drawing/2014/main" id="{991E7904-A8C5-40D5-A33A-85CBBAFEF18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049000" y="1143000"/>
            <a:ext cx="5562600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811">
            <a:solidFill>
              <a:srgbClr val="BBC2CD"/>
            </a:solidFill>
            <a:prstDash val="solid"/>
          </a:ln>
        </p:spPr>
      </p:sp>
      <p:sp>
        <p:nvSpPr>
          <p:cNvPr id="152" name="F4-0152-text"/>
          <p:cNvSpPr txBox="1"/>
          <p:nvPr/>
        </p:nvSpPr>
        <p:spPr>
          <ns0:xfrm xmlns:ns0="http://schemas.openxmlformats.org/drawingml/2006/main">
            <ns0:off x="11210925" y="1237298"/>
            <ns0:ext cx="5257800" cy="32575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Check executed recovery labels</ns0:t>
            </ns0:r>
          </ns0:p>
        </p:txBody>
      </p:sp>
      <p:sp>
        <p:nvSpPr>
          <p:cNvPr id="153" name="F4-0153-roundRect">
            <a:extLst xmlns:a="http://schemas.openxmlformats.org/drawingml/2006/main">
              <a:ext uri="{FF2B5EF4-FFF2-40B4-BE49-F238E27FC236}">
                <a16:creationId xmlns:a16="http://schemas.microsoft.com/office/drawing/2014/main" id="{C15B9D06-8E42-47B9-B7C5-37767547AE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239625" y="1704975"/>
            <a:ext cx="11525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BC2CD"/>
            </a:solidFill>
            <a:prstDash val="solid"/>
          </a:ln>
        </p:spPr>
      </p:sp>
      <p:sp>
        <p:nvSpPr>
          <p:cNvPr id="154" name="F4-0154-line">
            <a:extLst xmlns:a="http://schemas.openxmlformats.org/drawingml/2006/main">
              <a:ext uri="{FF2B5EF4-FFF2-40B4-BE49-F238E27FC236}">
                <a16:creationId xmlns:a16="http://schemas.microsoft.com/office/drawing/2014/main" id="{EF1DC859-D72E-4813-AEBB-D98C65DA196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49200" y="2076450"/>
            <a:ext cx="314325" cy="9525"/>
          </a:xfrm>
          <a:custGeom xmlns:a="http://schemas.openxmlformats.org/drawingml/2006/main"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5245">
            <a:solidFill>
              <a:srgbClr val="252A32"/>
            </a:solidFill>
            <a:prstDash val="solid"/>
          </a:ln>
        </p:spPr>
      </p:sp>
      <p:sp>
        <p:nvSpPr>
          <p:cNvPr id="285" name="F4-math-1184-167"/>
          <p:cNvSpPr txBox="1"/>
          <p:nvPr/>
        </p:nvSpPr>
        <p:spPr>
          <ns0:xfrm xmlns:ns0="http://schemas.openxmlformats.org/drawingml/2006/main">
            <ns0:off x="11430000" y="1600200"/>
            <ns0:ext cx="495300" cy="3143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286" name="F4-math-1203-237"/>
          <p:cNvSpPr txBox="1"/>
          <p:nvPr/>
        </p:nvSpPr>
        <p:spPr>
          <ns0:xfrm xmlns:ns0="http://schemas.openxmlformats.org/drawingml/2006/main">
            <ns0:off x="11525250" y="2257425"/>
            <ns0:ext cx="609600" cy="3143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ref</ns0:t>
            </ns0:r>
          </ns0:p>
        </p:txBody>
      </p:sp>
      <p:sp>
        <p:nvSpPr>
          <p:cNvPr id="159" name="F4-math-1424-183-0159-text"/>
          <p:cNvSpPr txBox="1"/>
          <p:nvPr/>
        </p:nvSpPr>
        <p:spPr>
          <ns0:xfrm xmlns:ns0="http://schemas.openxmlformats.org/drawingml/2006/main">
            <ns0:off x="13722953" y="1752600"/>
            <ns0:ext cx="338519" cy="32575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0</ns0:t>
            </ns0:r>
          </ns0:p>
        </p:txBody>
      </p:sp>
      <p:sp>
        <p:nvSpPr>
          <p:cNvPr id="287" name="F4-math-1511-191"/>
          <p:cNvSpPr txBox="1"/>
          <p:nvPr/>
        </p:nvSpPr>
        <p:spPr>
          <ns0:xfrm xmlns:ns0="http://schemas.openxmlformats.org/drawingml/2006/main">
            <ns0:off x="14401800" y="1876425"/>
            <ns0:ext cx="2038350" cy="3714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− A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ref,t:t+16</ns0:t>
            </ns0:r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 = 0</ns0:t>
            </ns0:r>
          </ns0:p>
        </p:txBody>
      </p:sp>
      <p:sp>
        <p:nvSpPr>
          <p:cNvPr id="164" name="F4-0164-roundRect">
            <a:extLst xmlns:a="http://schemas.openxmlformats.org/drawingml/2006/main">
              <a:ext uri="{FF2B5EF4-FFF2-40B4-BE49-F238E27FC236}">
                <a16:creationId xmlns:a16="http://schemas.microsoft.com/office/drawing/2014/main" id="{749B1123-3BFB-41E2-98D9-25155EC41CE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30025" y="2933700"/>
            <a:ext cx="4981575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811">
            <a:solidFill>
              <a:srgbClr val="BBC2CD"/>
            </a:solidFill>
            <a:prstDash val="solid"/>
          </a:ln>
        </p:spPr>
      </p:sp>
      <p:sp>
        <p:nvSpPr>
          <p:cNvPr id="165" name="F4-0165-text"/>
          <p:cNvSpPr txBox="1"/>
          <p:nvPr/>
        </p:nvSpPr>
        <p:spPr>
          <ns0:xfrm xmlns:ns0="http://schemas.openxmlformats.org/drawingml/2006/main">
            <ns0:off x="11801475" y="2985135"/>
            <ns0:ext cx="4686300" cy="32575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Traceable recovery record</ns0:t>
            </ns0:r>
          </ns0:p>
        </p:txBody>
      </p:sp>
      <p:grpSp>
        <p:nvGrpSpPr>
          <p:cNvPr id="288" name="F4-document-1238-354"/>
          <p:cNvGrpSpPr/>
          <p:nvPr/>
        </p:nvGrpSpPr>
        <p:grpSpPr>
          <ns1:xfrm xmlns:ns1="http://schemas.openxmlformats.org/drawingml/2006/main">
            <ns1:off x="11857577" y="3397377"/>
            <ns1:ext cx="383667" cy="587121"/>
            <ns1:chOff x="11857577" y="3397377"/>
            <ns1:chExt cx="383667" cy="587121"/>
          </ns1:xfrm>
        </p:grpSpPr>
        <p:sp>
          <p:nvSpPr>
            <p:cNvPr id="166" name="F4-document-1238-354-0166-custom">
              <a:extLst xmlns:a="http://schemas.openxmlformats.org/drawingml/2006/main">
                <a:ext uri="{FF2B5EF4-FFF2-40B4-BE49-F238E27FC236}">
                  <a16:creationId xmlns:a16="http://schemas.microsoft.com/office/drawing/2014/main" id="{EA05B252-1429-4E7A-A43F-8EA9C3AA56F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57577" y="3397377"/>
              <a:ext cx="383667" cy="587121"/>
            </a:xfrm>
            <a:custGeom xmlns:a="http://schemas.openxmlformats.org/drawingml/2006/main">
              <a:pathLst>
                <a:path w="383667" h="587121">
                  <a:moveTo>
                    <a:pt x="0" y="0"/>
                  </a:moveTo>
                  <a:lnTo>
                    <a:pt x="262509" y="0"/>
                  </a:lnTo>
                  <a:lnTo>
                    <a:pt x="383667" y="146780"/>
                  </a:lnTo>
                  <a:lnTo>
                    <a:pt x="383667" y="587121"/>
                  </a:lnTo>
                  <a:lnTo>
                    <a:pt x="0" y="587121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32814">
              <a:solidFill>
                <a:srgbClr val="68717D"/>
              </a:solidFill>
            </a:ln>
          </p:spPr>
        </p:sp>
        <p:sp>
          <p:nvSpPr>
            <p:cNvPr id="167" name="F4-document-1238-354-0167-line">
              <a:extLst xmlns:a="http://schemas.openxmlformats.org/drawingml/2006/main">
                <a:ext uri="{FF2B5EF4-FFF2-40B4-BE49-F238E27FC236}">
                  <a16:creationId xmlns:a16="http://schemas.microsoft.com/office/drawing/2014/main" id="{6D046D84-BB4B-46C9-9409-0666649CCB5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20086" y="3397377"/>
              <a:ext cx="121158" cy="146780"/>
            </a:xfrm>
            <a:custGeom xmlns:a="http://schemas.openxmlformats.org/drawingml/2006/main">
              <a:pathLst>
                <a:path w="121158" h="146780">
                  <a:moveTo>
                    <a:pt x="0" y="0"/>
                  </a:moveTo>
                  <a:lnTo>
                    <a:pt x="0" y="146780"/>
                  </a:lnTo>
                  <a:lnTo>
                    <a:pt x="121158" y="14678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0289">
              <a:solidFill>
                <a:srgbClr val="68717D"/>
              </a:solidFill>
              <a:prstDash val="solid"/>
            </a:ln>
          </p:spPr>
        </p:sp>
        <p:sp>
          <p:nvSpPr>
            <p:cNvPr id="168" name="F4-document-1238-354-0168-line">
              <a:extLst xmlns:a="http://schemas.openxmlformats.org/drawingml/2006/main">
                <a:ext uri="{FF2B5EF4-FFF2-40B4-BE49-F238E27FC236}">
                  <a16:creationId xmlns:a16="http://schemas.microsoft.com/office/drawing/2014/main" id="{78394D18-015D-49A0-999C-684084E03B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8349" y="3646265"/>
              <a:ext cx="222123" cy="9525"/>
            </a:xfrm>
            <a:custGeom xmlns:a="http://schemas.openxmlformats.org/drawingml/2006/main">
              <a:pathLst>
                <a:path w="222123" h="9525">
                  <a:moveTo>
                    <a:pt x="0" y="0"/>
                  </a:moveTo>
                  <a:lnTo>
                    <a:pt x="222123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0289">
              <a:solidFill>
                <a:srgbClr val="68717D"/>
              </a:solidFill>
              <a:prstDash val="solid"/>
            </a:ln>
          </p:spPr>
        </p:sp>
        <p:sp>
          <p:nvSpPr>
            <p:cNvPr id="169" name="F4-document-1238-354-0169-line">
              <a:extLst xmlns:a="http://schemas.openxmlformats.org/drawingml/2006/main">
                <a:ext uri="{FF2B5EF4-FFF2-40B4-BE49-F238E27FC236}">
                  <a16:creationId xmlns:a16="http://schemas.microsoft.com/office/drawing/2014/main" id="{56C3BB92-FD5F-476C-9B19-A4C865223D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8349" y="3741992"/>
              <a:ext cx="222123" cy="9525"/>
            </a:xfrm>
            <a:custGeom xmlns:a="http://schemas.openxmlformats.org/drawingml/2006/main">
              <a:pathLst>
                <a:path w="222123" h="9525">
                  <a:moveTo>
                    <a:pt x="0" y="0"/>
                  </a:moveTo>
                  <a:lnTo>
                    <a:pt x="222123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0289">
              <a:solidFill>
                <a:srgbClr val="68717D"/>
              </a:solidFill>
              <a:prstDash val="solid"/>
            </a:ln>
          </p:spPr>
        </p:sp>
        <p:sp>
          <p:nvSpPr>
            <p:cNvPr id="170" name="F4-document-1238-354-0170-line">
              <a:extLst xmlns:a="http://schemas.openxmlformats.org/drawingml/2006/main">
                <a:ext uri="{FF2B5EF4-FFF2-40B4-BE49-F238E27FC236}">
                  <a16:creationId xmlns:a16="http://schemas.microsoft.com/office/drawing/2014/main" id="{C6EF541D-D2DE-41BB-BFB3-856AF0E9640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38349" y="3837718"/>
              <a:ext cx="222123" cy="9525"/>
            </a:xfrm>
            <a:custGeom xmlns:a="http://schemas.openxmlformats.org/drawingml/2006/main">
              <a:pathLst>
                <a:path w="222123" h="9525">
                  <a:moveTo>
                    <a:pt x="0" y="0"/>
                  </a:moveTo>
                  <a:lnTo>
                    <a:pt x="222123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30289">
              <a:solidFill>
                <a:srgbClr val="68717D"/>
              </a:solidFill>
              <a:prstDash val="solid"/>
            </a:ln>
          </p:spPr>
        </p:sp>
      </p:grpSp>
      <p:sp>
        <p:nvSpPr>
          <p:cNvPr id="171" name="F4-0171-roundRect">
            <a:extLst xmlns:a="http://schemas.openxmlformats.org/drawingml/2006/main">
              <a:ext uri="{FF2B5EF4-FFF2-40B4-BE49-F238E27FC236}">
                <a16:creationId xmlns:a16="http://schemas.microsoft.com/office/drawing/2014/main" id="{AA095A32-70E0-409C-AC91-A566A959B16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49175" y="3314700"/>
            <a:ext cx="4019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DF0EA"/>
          </a:solidFill>
          <a:ln xmlns:a="http://schemas.openxmlformats.org/drawingml/2006/main" w="10954">
            <a:solidFill>
              <a:srgbClr val="DFAE9F"/>
            </a:solidFill>
            <a:prstDash val="solid"/>
          </a:ln>
        </p:spPr>
      </p:sp>
      <p:sp>
        <p:nvSpPr>
          <p:cNvPr id="172" name="F4-0172-roundRect">
            <a:extLst xmlns:a="http://schemas.openxmlformats.org/drawingml/2006/main">
              <a:ext uri="{FF2B5EF4-FFF2-40B4-BE49-F238E27FC236}">
                <a16:creationId xmlns:a16="http://schemas.microsoft.com/office/drawing/2014/main" id="{3E578D75-0E5A-4B8E-8F8A-7FFC5B17113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49175" y="3724275"/>
            <a:ext cx="4019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10954">
            <a:solidFill>
              <a:srgbClr val="8AC5B8"/>
            </a:solidFill>
            <a:prstDash val="solid"/>
          </a:ln>
        </p:spPr>
      </p:sp>
      <p:sp>
        <p:nvSpPr>
          <p:cNvPr id="173" name="F4-0173-roundRect">
            <a:extLst xmlns:a="http://schemas.openxmlformats.org/drawingml/2006/main">
              <a:ext uri="{FF2B5EF4-FFF2-40B4-BE49-F238E27FC236}">
                <a16:creationId xmlns:a16="http://schemas.microsoft.com/office/drawing/2014/main" id="{C0A6ED4F-8DA9-436E-9869-6721DC41115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49175" y="4133850"/>
            <a:ext cx="4019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CEEF5"/>
          </a:solidFill>
          <a:ln xmlns:a="http://schemas.openxmlformats.org/drawingml/2006/main" w="10954">
            <a:solidFill>
              <a:srgbClr val="8491B4"/>
            </a:solidFill>
            <a:prstDash val="solid"/>
          </a:ln>
        </p:spPr>
      </p:sp>
      <p:sp>
        <p:nvSpPr>
          <p:cNvPr id="174" name="F4-0174-roundRect">
            <a:extLst xmlns:a="http://schemas.openxmlformats.org/drawingml/2006/main">
              <a:ext uri="{FF2B5EF4-FFF2-40B4-BE49-F238E27FC236}">
                <a16:creationId xmlns:a16="http://schemas.microsoft.com/office/drawing/2014/main" id="{2E667DD4-815B-4F10-9466-CA7AA06D638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449175" y="4543425"/>
            <a:ext cx="40195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0478">
            <a:solidFill>
              <a:srgbClr val="9BA9C3"/>
            </a:solidFill>
            <a:prstDash val="solid"/>
          </a:ln>
        </p:spPr>
      </p:sp>
      <p:sp>
        <p:nvSpPr>
          <p:cNvPr id="289" name="F4-math-1319-350"/>
          <p:cNvSpPr txBox="1"/>
          <p:nvPr/>
        </p:nvSpPr>
        <p:spPr>
          <ns0:xfrm xmlns:ns0="http://schemas.openxmlformats.org/drawingml/2006/main">
            <ns0:off x="12620625" y="3333750"/>
            <ns0:ext cx="590550" cy="3143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290" name="F4-math-1319-392"/>
          <p:cNvSpPr txBox="1"/>
          <p:nvPr/>
        </p:nvSpPr>
        <p:spPr>
          <ns0:xfrm xmlns:ns0="http://schemas.openxmlformats.org/drawingml/2006/main">
            <ns0:off x="12620625" y="3743325"/>
            <ns0:ext cx="590550" cy="3143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õ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179" name="F4-math-1319-435-0179-text"/>
          <p:cNvSpPr txBox="1"/>
          <p:nvPr/>
        </p:nvSpPr>
        <p:spPr>
          <ns0:xfrm xmlns:ns0="http://schemas.openxmlformats.org/drawingml/2006/main">
            <ns0:off x="12620625" y="4143375"/>
            <ns0:ext cx="590550" cy="3143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λ</ns0:t>
            </ns0:r>
          </ns0:p>
        </p:txBody>
      </p:sp>
      <p:sp>
        <p:nvSpPr>
          <p:cNvPr id="180" name="F4-0180-text">
            <a:extLst xmlns:a="http://schemas.openxmlformats.org/drawingml/2006/main">
              <a:ext uri="{FF2B5EF4-FFF2-40B4-BE49-F238E27FC236}">
                <a16:creationId xmlns:a16="http://schemas.microsoft.com/office/drawing/2014/main" id="{4749ABED-8953-4C1D-AF13-67C3390396F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3230225" y="3349228"/>
            <a:ext cx="104775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|</a:t>
            </a:r>
          </a:p>
        </p:txBody>
      </p:sp>
      <p:sp>
        <p:nvSpPr>
          <p:cNvPr id="181" name="F4-0181-text">
            <a:extLst xmlns:a="http://schemas.openxmlformats.org/drawingml/2006/main">
              <a:ext uri="{FF2B5EF4-FFF2-40B4-BE49-F238E27FC236}">
                <a16:creationId xmlns:a16="http://schemas.microsoft.com/office/drawing/2014/main" id="{03B19B6B-9DB6-4C68-984C-DE4A22A1347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3230225" y="3758803"/>
            <a:ext cx="104775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|</a:t>
            </a:r>
          </a:p>
        </p:txBody>
      </p:sp>
      <p:sp>
        <p:nvSpPr>
          <p:cNvPr id="182" name="F4-0182-text">
            <a:extLst xmlns:a="http://schemas.openxmlformats.org/drawingml/2006/main">
              <a:ext uri="{FF2B5EF4-FFF2-40B4-BE49-F238E27FC236}">
                <a16:creationId xmlns:a16="http://schemas.microsoft.com/office/drawing/2014/main" id="{713D5C1F-DFBB-4848-81CC-C7BC94AFCC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13230225" y="4168378"/>
            <a:ext cx="104775" cy="292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252A32"/>
                </a:solidFill>
                <a:latin typeface="Times New Roman"/>
                <a:ea typeface="Times New Roman"/>
                <a:cs typeface="Times New Roman"/>
              </a:rPr>
              <a:t>|</a:t>
            </a:r>
          </a:p>
        </p:txBody>
      </p:sp>
      <p:sp>
        <p:nvSpPr>
          <p:cNvPr id="183" name="F4-0183-text"/>
          <p:cNvSpPr txBox="1"/>
          <p:nvPr/>
        </p:nvSpPr>
        <p:spPr>
          <ns0:xfrm xmlns:ns0="http://schemas.openxmlformats.org/drawingml/2006/main">
            <ns0:off x="13401675" y="3353991"/>
            <ns0:ext cx="2924175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executed reference chunk</ns0:t>
            </ns0:r>
          </ns0:p>
        </p:txBody>
      </p:sp>
      <p:sp>
        <p:nvSpPr>
          <p:cNvPr id="184" name="F4-0184-text"/>
          <p:cNvSpPr txBox="1"/>
          <p:nvPr/>
        </p:nvSpPr>
        <p:spPr>
          <ns0:xfrm xmlns:ns0="http://schemas.openxmlformats.org/drawingml/2006/main">
            <ns0:off x="13401675" y="3763566"/>
            <ns0:ext cx="2924175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current replay observation</ns0:t>
            </ns0:r>
          </ns0:p>
        </p:txBody>
      </p:sp>
      <p:sp>
        <p:nvSpPr>
          <p:cNvPr id="185" name="F4-0185-text"/>
          <p:cNvSpPr txBox="1"/>
          <p:nvPr/>
        </p:nvSpPr>
        <p:spPr>
          <ns0:xfrm xmlns:ns0="http://schemas.openxmlformats.org/drawingml/2006/main">
            <ns0:off x="13401675" y="4173141"/>
            <ns0:ext cx="2924175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38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accepted scale and replay hash</ns0:t>
            </ns0:r>
          </ns0:p>
        </p:txBody>
      </p:sp>
      <p:sp>
        <p:nvSpPr>
          <p:cNvPr id="186" name="F4-0186-text"/>
          <p:cNvSpPr txBox="1"/>
          <p:nvPr/>
        </p:nvSpPr>
        <p:spPr>
          <ns0:xfrm xmlns:ns0="http://schemas.openxmlformats.org/drawingml/2006/main">
            <ns0:off x="12544425" y="4590336"/>
            <ns0:ext cx="3829050" cy="249079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task · source · endpoint · start · seed</ns0:t>
            </ns0:r>
          </ns0:p>
        </p:txBody>
      </p:sp>
      <p:sp>
        <p:nvSpPr>
          <p:cNvPr id="187" name="F4-0187-roundRect">
            <a:extLst xmlns:a="http://schemas.openxmlformats.org/drawingml/2006/main">
              <a:ext uri="{FF2B5EF4-FFF2-40B4-BE49-F238E27FC236}">
                <a16:creationId xmlns:a16="http://schemas.microsoft.com/office/drawing/2014/main" id="{EBCFADD6-1F55-4304-BCDB-38413BA5FEF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639550" y="5143500"/>
            <a:ext cx="2533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4288">
            <a:solidFill>
              <a:srgbClr val="9BA9C3"/>
            </a:solidFill>
            <a:prstDash val="solid"/>
          </a:ln>
        </p:spPr>
      </p:sp>
      <p:grpSp>
        <p:nvGrpSpPr>
          <p:cNvPr id="291" name="F4-database-1238-550"/>
          <p:cNvGrpSpPr/>
          <p:nvPr/>
        </p:nvGrpSpPr>
        <p:grpSpPr>
          <ns1:xfrm xmlns:ns1="http://schemas.openxmlformats.org/drawingml/2006/main">
            <ns1:off x="11834813" y="5253895"/>
            <ns1:ext cx="342900" cy="479583"/>
            <ns1:chOff x="11834813" y="5253895"/>
            <ns1:chExt cx="342900" cy="479583"/>
          </ns1:xfrm>
        </p:grpSpPr>
        <p:sp>
          <p:nvSpPr>
            <p:cNvPr id="188" name="F4-database-1238-550-0188-rect">
              <a:extLst xmlns:a="http://schemas.openxmlformats.org/drawingml/2006/main">
                <a:ext uri="{FF2B5EF4-FFF2-40B4-BE49-F238E27FC236}">
                  <a16:creationId xmlns:a16="http://schemas.microsoft.com/office/drawing/2014/main" id="{5E8E0C36-ED1B-4783-8BF2-ED0B4683A6A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34813" y="5324570"/>
              <a:ext cx="342900" cy="343281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3C5488"/>
            </a:solidFill>
            <a:ln xmlns:a="http://schemas.openxmlformats.org/drawingml/2006/main" w="9525">
              <a:solidFill>
                <a:srgbClr val="3C5488"/>
              </a:solidFill>
              <a:prstDash val="solid"/>
            </a:ln>
          </p:spPr>
        </p:sp>
        <p:sp>
          <p:nvSpPr>
            <p:cNvPr id="189" name="F4-database-1238-550-0189-ellipse">
              <a:extLst xmlns:a="http://schemas.openxmlformats.org/drawingml/2006/main">
                <a:ext uri="{FF2B5EF4-FFF2-40B4-BE49-F238E27FC236}">
                  <a16:creationId xmlns:a16="http://schemas.microsoft.com/office/drawing/2014/main" id="{E1979CBD-CCF7-4E36-B229-E19A0709A4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34813" y="5607272"/>
              <a:ext cx="342900" cy="126206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C5488"/>
            </a:solidFill>
            <a:ln xmlns:a="http://schemas.openxmlformats.org/drawingml/2006/main" w="9525">
              <a:solidFill>
                <a:srgbClr val="FFFFFF"/>
              </a:solidFill>
            </a:ln>
          </p:spPr>
        </p:sp>
        <p:sp>
          <p:nvSpPr>
            <p:cNvPr id="190" name="F4-database-1238-550-0190-ellipse">
              <a:extLst xmlns:a="http://schemas.openxmlformats.org/drawingml/2006/main">
                <a:ext uri="{FF2B5EF4-FFF2-40B4-BE49-F238E27FC236}">
                  <a16:creationId xmlns:a16="http://schemas.microsoft.com/office/drawing/2014/main" id="{40CFE735-9483-49AD-ACD5-9DE52D4351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34813" y="5440680"/>
              <a:ext cx="342900" cy="126206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C5488"/>
            </a:solidFill>
            <a:ln xmlns:a="http://schemas.openxmlformats.org/drawingml/2006/main" w="9525">
              <a:solidFill>
                <a:srgbClr val="FFFFFF"/>
              </a:solidFill>
            </a:ln>
          </p:spPr>
        </p:sp>
        <p:sp>
          <p:nvSpPr>
            <p:cNvPr id="191" name="F4-database-1238-550-0191-ellipse">
              <a:extLst xmlns:a="http://schemas.openxmlformats.org/drawingml/2006/main">
                <a:ext uri="{FF2B5EF4-FFF2-40B4-BE49-F238E27FC236}">
                  <a16:creationId xmlns:a16="http://schemas.microsoft.com/office/drawing/2014/main" id="{50524278-EE9D-4710-B48A-3CFFCF0F8EC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34813" y="5551742"/>
              <a:ext cx="342900" cy="126206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C5488"/>
            </a:solidFill>
            <a:ln xmlns:a="http://schemas.openxmlformats.org/drawingml/2006/main" w="9525">
              <a:solidFill>
                <a:srgbClr val="FFFFFF"/>
              </a:solidFill>
            </a:ln>
          </p:spPr>
        </p:sp>
        <p:sp>
          <p:nvSpPr>
            <p:cNvPr id="192" name="F4-database-1238-550-0192-ellipse">
              <a:extLst xmlns:a="http://schemas.openxmlformats.org/drawingml/2006/main">
                <a:ext uri="{FF2B5EF4-FFF2-40B4-BE49-F238E27FC236}">
                  <a16:creationId xmlns:a16="http://schemas.microsoft.com/office/drawing/2014/main" id="{4ACB8135-E956-485B-8E67-CE792987772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34813" y="5253895"/>
              <a:ext cx="342900" cy="141351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C5488">
                <a:alpha val="55000"/>
              </a:srgbClr>
            </a:solidFill>
            <a:ln xmlns:a="http://schemas.openxmlformats.org/drawingml/2006/main" w="9525">
              <a:solidFill>
                <a:srgbClr val="FFFFFF"/>
              </a:solidFill>
            </a:ln>
          </p:spPr>
        </p:sp>
      </p:grpSp>
      <p:sp>
        <p:nvSpPr>
          <p:cNvPr id="197" name="F4-0197-text"/>
          <p:cNvSpPr txBox="1"/>
          <p:nvPr/>
        </p:nvSpPr>
        <p:spPr>
          <ns0:xfrm xmlns:ns0="http://schemas.openxmlformats.org/drawingml/2006/main">
            <ns0:off x="12534900" y="5346170"/>
            <ns0:ext cx="1339850" cy="223311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Original data</ns0:t>
            </ns0:r>
          </ns0:p>
        </p:txBody>
      </p:sp>
      <p:sp>
        <p:nvSpPr>
          <p:cNvPr id="293" name="F4-math-1453-553"/>
          <p:cNvSpPr txBox="1"/>
          <p:nvPr/>
        </p:nvSpPr>
        <p:spPr>
          <ns0:xfrm xmlns:ns0="http://schemas.openxmlformats.org/drawingml/2006/main">
            <ns0:off x="13906500" y="5286375"/>
            <ns0:ext cx="381000" cy="3143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D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0</ns0:t>
            </ns0:r>
          </ns0:p>
        </p:txBody>
      </p:sp>
      <p:sp>
        <p:nvSpPr>
          <p:cNvPr id="200" name="F4-0200-text"/>
          <p:cNvSpPr txBox="1"/>
          <p:nvPr/>
        </p:nvSpPr>
        <p:spPr>
          <ns0:xfrm xmlns:ns0="http://schemas.openxmlformats.org/drawingml/2006/main">
            <ns0:off x="14497050" y="5312093"/>
            <ns0:ext cx="2085975" cy="2819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Recovery windows</ns0:t>
            </ns0:r>
          </ns0:p>
        </p:txBody>
      </p:sp>
      <p:sp>
        <p:nvSpPr>
          <p:cNvPr id="201" name="F4-0201-roundRect">
            <a:extLst xmlns:a="http://schemas.openxmlformats.org/drawingml/2006/main">
              <a:ext uri="{FF2B5EF4-FFF2-40B4-BE49-F238E27FC236}">
                <a16:creationId xmlns:a16="http://schemas.microsoft.com/office/drawing/2014/main" id="{7AAFAD3E-6D83-46A6-9A00-1E47AB8FC4C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649200" y="5962650"/>
            <a:ext cx="2590800" cy="371475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4288">
            <a:solidFill>
              <a:srgbClr val="BBC2CD"/>
            </a:solidFill>
            <a:prstDash val="solid"/>
          </a:ln>
        </p:spPr>
      </p:sp>
      <p:sp>
        <p:nvSpPr>
          <p:cNvPr id="202" name="F4-0202-text"/>
          <p:cNvSpPr txBox="1"/>
          <p:nvPr/>
        </p:nvSpPr>
        <p:spPr>
          <ns0:xfrm xmlns:ns0="http://schemas.openxmlformats.org/drawingml/2006/main">
            <ns0:off x="12763500" y="6011466"/>
            <ns0:ext cx="2343150" cy="29289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1:1 training mixture</ns0:t>
            </ns0:r>
          </ns0:p>
        </p:txBody>
      </p:sp>
      <p:sp>
        <p:nvSpPr>
          <p:cNvPr id="203" name="F4-0203-roundRect">
            <a:extLst xmlns:a="http://schemas.openxmlformats.org/drawingml/2006/main">
              <a:ext uri="{FF2B5EF4-FFF2-40B4-BE49-F238E27FC236}">
                <a16:creationId xmlns:a16="http://schemas.microsoft.com/office/drawing/2014/main" id="{4F66843E-1623-4465-A342-6137B97EC0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468100" y="6505575"/>
            <a:ext cx="3276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BC2CD"/>
            </a:solidFill>
            <a:prstDash val="solid"/>
          </a:ln>
        </p:spPr>
      </p:sp>
      <p:sp>
        <p:nvSpPr>
          <p:cNvPr id="204" name="F4-0204-text"/>
          <p:cNvSpPr txBox="1"/>
          <p:nvPr/>
        </p:nvSpPr>
        <p:spPr>
          <ns0:xfrm xmlns:ns0="http://schemas.openxmlformats.org/drawingml/2006/main">
            <ns0:off x="11610975" y="6593993"/>
            <ns0:ext cx="3000375" cy="29941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920" b="1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Action-chunk policy</ns0:t>
            </ns0:r>
          </ns0:p>
        </p:txBody>
      </p:sp>
      <p:grpSp>
        <p:nvGrpSpPr>
          <p:cNvPr id="294" name="F4-document-1223-730"/>
          <p:cNvGrpSpPr/>
          <p:nvPr/>
        </p:nvGrpSpPr>
        <p:grpSpPr>
          <ns1:xfrm xmlns:ns1="http://schemas.openxmlformats.org/drawingml/2006/main">
            <ns1:off x="11699843" y="6971538"/>
            <ns1:ext cx="296799" cy="420624"/>
            <ns1:chOff x="11699843" y="6971538"/>
            <ns1:chExt cx="296799" cy="420624"/>
          </ns1:xfrm>
        </p:grpSpPr>
        <p:sp>
          <p:nvSpPr>
            <p:cNvPr id="205" name="F4-document-1223-730-0205-custom">
              <a:extLst xmlns:a="http://schemas.openxmlformats.org/drawingml/2006/main">
                <a:ext uri="{FF2B5EF4-FFF2-40B4-BE49-F238E27FC236}">
                  <a16:creationId xmlns:a16="http://schemas.microsoft.com/office/drawing/2014/main" id="{C23D63A9-E97C-4CC3-A084-E9B6C8DE33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99843" y="6971538"/>
              <a:ext cx="296799" cy="420624"/>
            </a:xfrm>
            <a:custGeom xmlns:a="http://schemas.openxmlformats.org/drawingml/2006/main">
              <a:pathLst>
                <a:path w="296799" h="420624">
                  <a:moveTo>
                    <a:pt x="0" y="0"/>
                  </a:moveTo>
                  <a:lnTo>
                    <a:pt x="203073" y="0"/>
                  </a:lnTo>
                  <a:lnTo>
                    <a:pt x="296799" y="105156"/>
                  </a:lnTo>
                  <a:lnTo>
                    <a:pt x="296799" y="420624"/>
                  </a:lnTo>
                  <a:lnTo>
                    <a:pt x="0" y="420624"/>
                  </a:lnTo>
                  <a:close/>
                </a:path>
              </a:pathLst>
            </a:custGeom>
            <a:solidFill xmlns:a="http://schemas.openxmlformats.org/drawingml/2006/main">
              <a:srgbClr val="FFFFFF"/>
            </a:solidFill>
            <a:ln xmlns:a="http://schemas.openxmlformats.org/drawingml/2006/main" w="25384">
              <a:solidFill>
                <a:srgbClr val="3C5488"/>
              </a:solidFill>
            </a:ln>
          </p:spPr>
        </p:sp>
        <p:sp>
          <p:nvSpPr>
            <p:cNvPr id="206" name="F4-document-1223-730-0206-line">
              <a:extLst xmlns:a="http://schemas.openxmlformats.org/drawingml/2006/main">
                <a:ext uri="{FF2B5EF4-FFF2-40B4-BE49-F238E27FC236}">
                  <a16:creationId xmlns:a16="http://schemas.microsoft.com/office/drawing/2014/main" id="{B1F8B2B3-86CA-42C9-91D3-82087EDE8A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902916" y="6971538"/>
              <a:ext cx="93726" cy="105156"/>
            </a:xfrm>
            <a:custGeom xmlns:a="http://schemas.openxmlformats.org/drawingml/2006/main">
              <a:pathLst>
                <a:path w="93726" h="105156">
                  <a:moveTo>
                    <a:pt x="0" y="0"/>
                  </a:moveTo>
                  <a:lnTo>
                    <a:pt x="0" y="105156"/>
                  </a:lnTo>
                  <a:lnTo>
                    <a:pt x="93726" y="105156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3432">
              <a:solidFill>
                <a:srgbClr val="3C5488"/>
              </a:solidFill>
              <a:prstDash val="solid"/>
            </a:ln>
          </p:spPr>
        </p:sp>
        <p:sp>
          <p:nvSpPr>
            <p:cNvPr id="207" name="F4-document-1223-730-0207-line">
              <a:extLst xmlns:a="http://schemas.openxmlformats.org/drawingml/2006/main">
                <a:ext uri="{FF2B5EF4-FFF2-40B4-BE49-F238E27FC236}">
                  <a16:creationId xmlns:a16="http://schemas.microsoft.com/office/drawing/2014/main" id="{F54D48B4-7479-4C70-A5A5-BB5293E7DB6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762327" y="7149846"/>
              <a:ext cx="171831" cy="9525"/>
            </a:xfrm>
            <a:custGeom xmlns:a="http://schemas.openxmlformats.org/drawingml/2006/main">
              <a:pathLst>
                <a:path w="171831" h="9525">
                  <a:moveTo>
                    <a:pt x="0" y="0"/>
                  </a:moveTo>
                  <a:lnTo>
                    <a:pt x="171831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3432">
              <a:solidFill>
                <a:srgbClr val="3C5488"/>
              </a:solidFill>
              <a:prstDash val="solid"/>
            </a:ln>
          </p:spPr>
        </p:sp>
        <p:sp>
          <p:nvSpPr>
            <p:cNvPr id="208" name="F4-document-1223-730-0208-line">
              <a:extLst xmlns:a="http://schemas.openxmlformats.org/drawingml/2006/main">
                <a:ext uri="{FF2B5EF4-FFF2-40B4-BE49-F238E27FC236}">
                  <a16:creationId xmlns:a16="http://schemas.microsoft.com/office/drawing/2014/main" id="{BC6D7501-67E0-4058-8ABC-36A40727E0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762327" y="7218426"/>
              <a:ext cx="171831" cy="9525"/>
            </a:xfrm>
            <a:custGeom xmlns:a="http://schemas.openxmlformats.org/drawingml/2006/main">
              <a:pathLst>
                <a:path w="171831" h="9525">
                  <a:moveTo>
                    <a:pt x="0" y="0"/>
                  </a:moveTo>
                  <a:lnTo>
                    <a:pt x="171831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3432">
              <a:solidFill>
                <a:srgbClr val="3C5488"/>
              </a:solidFill>
              <a:prstDash val="solid"/>
            </a:ln>
          </p:spPr>
        </p:sp>
        <p:sp>
          <p:nvSpPr>
            <p:cNvPr id="209" name="F4-document-1223-730-0209-line">
              <a:extLst xmlns:a="http://schemas.openxmlformats.org/drawingml/2006/main">
                <a:ext uri="{FF2B5EF4-FFF2-40B4-BE49-F238E27FC236}">
                  <a16:creationId xmlns:a16="http://schemas.microsoft.com/office/drawing/2014/main" id="{F116D046-8EF6-47C8-B5C9-333258AD81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762327" y="7287006"/>
              <a:ext cx="171831" cy="9525"/>
            </a:xfrm>
            <a:custGeom xmlns:a="http://schemas.openxmlformats.org/drawingml/2006/main">
              <a:pathLst>
                <a:path w="171831" h="9525">
                  <a:moveTo>
                    <a:pt x="0" y="0"/>
                  </a:moveTo>
                  <a:lnTo>
                    <a:pt x="171831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3432">
              <a:solidFill>
                <a:srgbClr val="3C5488"/>
              </a:solidFill>
              <a:prstDash val="solid"/>
            </a:ln>
          </p:spPr>
        </p:sp>
      </p:grpSp>
      <p:sp>
        <p:nvSpPr>
          <p:cNvPr id="210" name="F4-0210-roundRect">
            <a:extLst xmlns:a="http://schemas.openxmlformats.org/drawingml/2006/main">
              <a:ext uri="{FF2B5EF4-FFF2-40B4-BE49-F238E27FC236}">
                <a16:creationId xmlns:a16="http://schemas.microsoft.com/office/drawing/2014/main" id="{4A053511-CB92-418D-8D1C-E2B26395F9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153900" y="6934200"/>
            <a:ext cx="9144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0F7"/>
          </a:solidFill>
          <a:ln xmlns:a="http://schemas.openxmlformats.org/drawingml/2006/main" w="10478">
            <a:solidFill>
              <a:srgbClr val="9BA9C3"/>
            </a:solidFill>
            <a:prstDash val="solid"/>
          </a:ln>
        </p:spPr>
      </p:sp>
      <p:sp>
        <p:nvSpPr>
          <p:cNvPr id="211" name="F4-0211-roundRect">
            <a:extLst xmlns:a="http://schemas.openxmlformats.org/drawingml/2006/main">
              <a:ext uri="{FF2B5EF4-FFF2-40B4-BE49-F238E27FC236}">
                <a16:creationId xmlns:a16="http://schemas.microsoft.com/office/drawing/2014/main" id="{01FB60F7-2F5B-4758-8136-439633C3800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068300" y="6934200"/>
            <a:ext cx="1552575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10478">
            <a:solidFill>
              <a:srgbClr val="8AC5B8"/>
            </a:solidFill>
            <a:prstDash val="solid"/>
          </a:ln>
        </p:spPr>
      </p:sp>
      <p:sp>
        <p:nvSpPr>
          <p:cNvPr id="212" name="F4-0212-text"/>
          <p:cNvSpPr txBox="1"/>
          <p:nvPr/>
        </p:nvSpPr>
        <p:spPr>
          <ns0:xfrm xmlns:ns0="http://schemas.openxmlformats.org/drawingml/2006/main">
            <ns0:off x="12268200" y="7051834"/>
            <ns0:ext cx="508000" cy="260032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Input</ns0:t>
            </ns0:r>
          </ns0:p>
        </p:txBody>
      </p:sp>
      <p:sp>
        <p:nvSpPr>
          <p:cNvPr id="295" name="F4-math-1339-736"/>
          <p:cNvSpPr txBox="1"/>
          <p:nvPr/>
        </p:nvSpPr>
        <p:spPr>
          <ns0:xfrm xmlns:ns0="http://schemas.openxmlformats.org/drawingml/2006/main">
            <ns0:off x="12814300" y="7029450"/>
            <ns0:ext cx="317500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o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296" name="F4-math-1377-735"/>
          <p:cNvSpPr txBox="1"/>
          <p:nvPr/>
        </p:nvSpPr>
        <p:spPr>
          <ns0:xfrm xmlns:ns0="http://schemas.openxmlformats.org/drawingml/2006/main">
            <ns0:off x="13211175" y="7019925"/>
            <ns0:ext cx="409575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9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sp>
        <p:nvSpPr>
          <p:cNvPr id="217" name="F4-0217-text"/>
          <p:cNvSpPr txBox="1"/>
          <p:nvPr/>
        </p:nvSpPr>
        <p:spPr>
          <ns0:xfrm xmlns:ns0="http://schemas.openxmlformats.org/drawingml/2006/main">
            <ns0:off x="13716000" y="7073900"/>
            <ns0:ext cx="863600" cy="230478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target</ns0:t>
            </ns0:r>
          </ns0:p>
        </p:txBody>
      </p:sp>
      <p:sp>
        <p:nvSpPr>
          <p:cNvPr id="218" name="F4-0218-rect">
            <a:extLst xmlns:a="http://schemas.openxmlformats.org/drawingml/2006/main">
              <a:ext uri="{FF2B5EF4-FFF2-40B4-BE49-F238E27FC236}">
                <a16:creationId xmlns:a16="http://schemas.microsoft.com/office/drawing/2014/main" id="{F8250756-AF30-4C9E-9B12-0847A1D6E1B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16175" y="6781800"/>
            <a:ext cx="14954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F4-0219-line">
            <a:extLst xmlns:a="http://schemas.openxmlformats.org/drawingml/2006/main">
              <a:ext uri="{FF2B5EF4-FFF2-40B4-BE49-F238E27FC236}">
                <a16:creationId xmlns:a16="http://schemas.microsoft.com/office/drawing/2014/main" id="{625F43F3-E6D7-4891-AA60-7081E05CE0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116175" y="6781800"/>
            <a:ext cx="1495425" cy="704850"/>
          </a:xfrm>
          <a:custGeom xmlns:a="http://schemas.openxmlformats.org/drawingml/2006/main">
            <a:pathLst>
              <a:path w="1495425" h="704850">
                <a:moveTo>
                  <a:pt x="0" y="0"/>
                </a:moveTo>
                <a:lnTo>
                  <a:pt x="1495425" y="0"/>
                </a:lnTo>
                <a:lnTo>
                  <a:pt x="1495425" y="704850"/>
                </a:lnTo>
                <a:lnTo>
                  <a:pt x="0" y="7048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68717D"/>
            </a:solidFill>
            <a:prstDash val="dash"/>
          </a:ln>
        </p:spPr>
      </p:sp>
      <p:sp>
        <p:nvSpPr>
          <p:cNvPr id="220" name="F4-0220-text"/>
          <p:cNvSpPr txBox="1"/>
          <p:nvPr/>
        </p:nvSpPr>
        <p:spPr>
          <ns0:xfrm xmlns:ns0="http://schemas.openxmlformats.org/drawingml/2006/main">
            <ns0:off x="15113000" y="6896100"/>
            <ns0:ext cx="1549400" cy="22892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16-step plan</ns0:t>
            </ns0:r>
          </ns0:p>
        </p:txBody>
      </p:sp>
      <p:sp>
        <p:nvSpPr>
          <p:cNvPr id="221" name="F4-0221-text"/>
          <p:cNvSpPr txBox="1"/>
          <p:nvPr/>
        </p:nvSpPr>
        <p:spPr>
          <ns0:xfrm xmlns:ns0="http://schemas.openxmlformats.org/drawingml/2006/main">
            <ns0:off x="15113000" y="7137400"/>
            <ns0:ext cx="1549400" cy="228924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Act 8; observe</ns0:t>
            </ns0:r>
          </ns0:p>
        </p:txBody>
      </p:sp>
      <p:grpSp>
        <p:nvGrpSpPr>
          <p:cNvPr id="297" name="F4-route-222"/>
          <p:cNvGrpSpPr/>
          <p:nvPr/>
        </p:nvGrpSpPr>
        <p:grpSpPr>
          <ns1:xfrm xmlns:ns1="http://schemas.openxmlformats.org/drawingml/2006/main">
            <ns1:off x="8186318" y="1714500"/>
            <ns1:ext cx="105613" cy="228600"/>
            <ns1:chOff x="8186318" y="1714500"/>
            <ns1:chExt cx="105613" cy="228600"/>
          </ns1:xfrm>
        </p:grpSpPr>
        <p:sp>
          <p:nvSpPr>
            <p:cNvPr id="222" name="F4-route-222-0222-arrow-route">
              <a:extLst xmlns:a="http://schemas.openxmlformats.org/drawingml/2006/main">
                <a:ext uri="{FF2B5EF4-FFF2-40B4-BE49-F238E27FC236}">
                  <a16:creationId xmlns:a16="http://schemas.microsoft.com/office/drawing/2014/main" id="{D84EC92B-38E7-43C4-9743-2DA93E4D593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39125" y="1714500"/>
              <a:ext cx="9525" cy="228600"/>
            </a:xfrm>
            <a:custGeom xmlns:a="http://schemas.openxmlformats.org/drawingml/2006/main"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6670">
              <a:solidFill>
                <a:srgbClr val="68717D"/>
              </a:solidFill>
              <a:prstDash val="solid"/>
            </a:ln>
          </p:spPr>
        </p:sp>
        <p:sp>
          <p:nvSpPr>
            <p:cNvPr id="223" name="F4-route-222-0223-custom">
              <a:extLst xmlns:a="http://schemas.openxmlformats.org/drawingml/2006/main">
                <a:ext uri="{FF2B5EF4-FFF2-40B4-BE49-F238E27FC236}">
                  <a16:creationId xmlns:a16="http://schemas.microsoft.com/office/drawing/2014/main" id="{D358F006-67D8-476D-AE14-8FAC334005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86318" y="1847088"/>
              <a:ext cx="105613" cy="96012"/>
            </a:xfrm>
            <a:custGeom xmlns:a="http://schemas.openxmlformats.org/drawingml/2006/main">
              <a:pathLst>
                <a:path w="105613" h="96012">
                  <a:moveTo>
                    <a:pt x="52807" y="96012"/>
                  </a:moveTo>
                  <a:lnTo>
                    <a:pt x="0" y="0"/>
                  </a:lnTo>
                  <a:lnTo>
                    <a:pt x="105613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grpSp>
        <p:nvGrpSpPr>
          <p:cNvPr id="298" name="F4-route-224"/>
          <p:cNvGrpSpPr/>
          <p:nvPr/>
        </p:nvGrpSpPr>
        <p:grpSpPr>
          <ns1:xfrm xmlns:ns1="http://schemas.openxmlformats.org/drawingml/2006/main">
            <ns1:off x="8186318" y="2886075"/>
            <ns1:ext cx="105613" cy="152400"/>
            <ns1:chOff x="8186318" y="2886075"/>
            <ns1:chExt cx="105613" cy="152400"/>
          </ns1:xfrm>
        </p:grpSpPr>
        <p:sp>
          <p:nvSpPr>
            <p:cNvPr id="224" name="F4-route-224-0224-arrow-route">
              <a:extLst xmlns:a="http://schemas.openxmlformats.org/drawingml/2006/main">
                <a:ext uri="{FF2B5EF4-FFF2-40B4-BE49-F238E27FC236}">
                  <a16:creationId xmlns:a16="http://schemas.microsoft.com/office/drawing/2014/main" id="{526A700B-A6BB-44E7-807F-4EC1FBFA3F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39125" y="2886075"/>
              <a:ext cx="9525" cy="152400"/>
            </a:xfrm>
            <a:custGeom xmlns:a="http://schemas.openxmlformats.org/drawingml/2006/main"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6670">
              <a:solidFill>
                <a:srgbClr val="7482A5"/>
              </a:solidFill>
              <a:prstDash val="solid"/>
            </a:ln>
          </p:spPr>
        </p:sp>
        <p:sp>
          <p:nvSpPr>
            <p:cNvPr id="225" name="F4-route-224-0225-custom">
              <a:extLst xmlns:a="http://schemas.openxmlformats.org/drawingml/2006/main">
                <a:ext uri="{FF2B5EF4-FFF2-40B4-BE49-F238E27FC236}">
                  <a16:creationId xmlns:a16="http://schemas.microsoft.com/office/drawing/2014/main" id="{B580BD6E-A4B3-43B1-AC85-C103EEDFDA2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86318" y="2942463"/>
              <a:ext cx="105613" cy="96012"/>
            </a:xfrm>
            <a:custGeom xmlns:a="http://schemas.openxmlformats.org/drawingml/2006/main">
              <a:pathLst>
                <a:path w="105613" h="96012">
                  <a:moveTo>
                    <a:pt x="52807" y="96012"/>
                  </a:moveTo>
                  <a:lnTo>
                    <a:pt x="0" y="0"/>
                  </a:lnTo>
                  <a:lnTo>
                    <a:pt x="105613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grpSp>
        <p:nvGrpSpPr>
          <p:cNvPr id="299" name="F4-route-226"/>
          <p:cNvGrpSpPr/>
          <p:nvPr/>
        </p:nvGrpSpPr>
        <p:grpSpPr>
          <ns1:xfrm xmlns:ns1="http://schemas.openxmlformats.org/drawingml/2006/main">
            <ns1:off x="8186318" y="3981450"/>
            <ns1:ext cx="105613" cy="171450"/>
            <ns1:chOff x="8186318" y="3981450"/>
            <ns1:chExt cx="105613" cy="171450"/>
          </ns1:xfrm>
        </p:grpSpPr>
        <p:sp>
          <p:nvSpPr>
            <p:cNvPr id="226" name="F4-route-226-0226-arrow-route">
              <a:extLst xmlns:a="http://schemas.openxmlformats.org/drawingml/2006/main">
                <a:ext uri="{FF2B5EF4-FFF2-40B4-BE49-F238E27FC236}">
                  <a16:creationId xmlns:a16="http://schemas.microsoft.com/office/drawing/2014/main" id="{7787BBE9-3435-49E8-A6E0-C72192DD511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39125" y="3981450"/>
              <a:ext cx="9525" cy="171450"/>
            </a:xfrm>
            <a:custGeom xmlns:a="http://schemas.openxmlformats.org/drawingml/2006/main"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6670">
              <a:solidFill>
                <a:srgbClr val="7482A5"/>
              </a:solidFill>
              <a:prstDash val="solid"/>
            </a:ln>
          </p:spPr>
        </p:sp>
        <p:sp>
          <p:nvSpPr>
            <p:cNvPr id="227" name="F4-route-226-0227-custom">
              <a:extLst xmlns:a="http://schemas.openxmlformats.org/drawingml/2006/main">
                <a:ext uri="{FF2B5EF4-FFF2-40B4-BE49-F238E27FC236}">
                  <a16:creationId xmlns:a16="http://schemas.microsoft.com/office/drawing/2014/main" id="{3A5DD34D-AC49-406F-B00E-DEC161FDC08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86318" y="4056888"/>
              <a:ext cx="105613" cy="96012"/>
            </a:xfrm>
            <a:custGeom xmlns:a="http://schemas.openxmlformats.org/drawingml/2006/main">
              <a:pathLst>
                <a:path w="105613" h="96012">
                  <a:moveTo>
                    <a:pt x="52807" y="96012"/>
                  </a:moveTo>
                  <a:lnTo>
                    <a:pt x="0" y="0"/>
                  </a:lnTo>
                  <a:lnTo>
                    <a:pt x="105613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grpSp>
        <p:nvGrpSpPr>
          <p:cNvPr id="300" name="F4-route-228"/>
          <p:cNvGrpSpPr/>
          <p:nvPr/>
        </p:nvGrpSpPr>
        <p:grpSpPr>
          <ns1:xfrm xmlns:ns1="http://schemas.openxmlformats.org/drawingml/2006/main">
            <ns1:off x="8186318" y="5095875"/>
            <ns1:ext cx="105613" cy="180975"/>
            <ns1:chOff x="8186318" y="5095875"/>
            <ns1:chExt cx="105613" cy="180975"/>
          </ns1:xfrm>
        </p:grpSpPr>
        <p:sp>
          <p:nvSpPr>
            <p:cNvPr id="228" name="F4-route-228-0228-arrow-route">
              <a:extLst xmlns:a="http://schemas.openxmlformats.org/drawingml/2006/main">
                <a:ext uri="{FF2B5EF4-FFF2-40B4-BE49-F238E27FC236}">
                  <a16:creationId xmlns:a16="http://schemas.microsoft.com/office/drawing/2014/main" id="{4FCDEED7-8C06-4725-82BE-59C04F556A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39125" y="5095875"/>
              <a:ext cx="9525" cy="180975"/>
            </a:xfrm>
            <a:custGeom xmlns:a="http://schemas.openxmlformats.org/drawingml/2006/main">
              <a:pathLst>
                <a:path w="9525" h="180975">
                  <a:moveTo>
                    <a:pt x="0" y="0"/>
                  </a:moveTo>
                  <a:lnTo>
                    <a:pt x="0" y="18097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6670">
              <a:solidFill>
                <a:srgbClr val="7482A5"/>
              </a:solidFill>
              <a:prstDash val="solid"/>
            </a:ln>
          </p:spPr>
        </p:sp>
        <p:sp>
          <p:nvSpPr>
            <p:cNvPr id="229" name="F4-route-228-0229-custom">
              <a:extLst xmlns:a="http://schemas.openxmlformats.org/drawingml/2006/main">
                <a:ext uri="{FF2B5EF4-FFF2-40B4-BE49-F238E27FC236}">
                  <a16:creationId xmlns:a16="http://schemas.microsoft.com/office/drawing/2014/main" id="{62B2C550-1DF1-40C3-A333-263966E041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86318" y="5180838"/>
              <a:ext cx="105613" cy="96012"/>
            </a:xfrm>
            <a:custGeom xmlns:a="http://schemas.openxmlformats.org/drawingml/2006/main">
              <a:pathLst>
                <a:path w="105613" h="96012">
                  <a:moveTo>
                    <a:pt x="52807" y="96012"/>
                  </a:moveTo>
                  <a:lnTo>
                    <a:pt x="0" y="0"/>
                  </a:lnTo>
                  <a:lnTo>
                    <a:pt x="105613" y="0"/>
                  </a:lnTo>
                  <a:close/>
                </a:path>
              </a:pathLst>
            </a:custGeom>
            <a:solidFill xmlns:a="http://schemas.openxmlformats.org/drawingml/2006/main">
              <a:srgbClr val="7482A5"/>
            </a:solidFill>
            <a:ln xmlns:a="http://schemas.openxmlformats.org/drawingml/2006/main" w="953">
              <a:solidFill>
                <a:srgbClr val="7482A5"/>
              </a:solidFill>
            </a:ln>
          </p:spPr>
        </p:sp>
      </p:grpSp>
      <p:grpSp>
        <p:nvGrpSpPr>
          <p:cNvPr id="301" name="F4-route-230"/>
          <p:cNvGrpSpPr/>
          <p:nvPr/>
        </p:nvGrpSpPr>
        <p:grpSpPr>
          <ns1:xfrm xmlns:ns1="http://schemas.openxmlformats.org/drawingml/2006/main">
            <ns1:off x="8186318" y="6276975"/>
            <ns1:ext cx="105613" cy="247650"/>
            <ns1:chOff x="8186318" y="6276975"/>
            <ns1:chExt cx="105613" cy="247650"/>
          </ns1:xfrm>
        </p:grpSpPr>
        <p:sp>
          <p:nvSpPr>
            <p:cNvPr id="230" name="F4-route-230-0230-arrow-route">
              <a:extLst xmlns:a="http://schemas.openxmlformats.org/drawingml/2006/main">
                <a:ext uri="{FF2B5EF4-FFF2-40B4-BE49-F238E27FC236}">
                  <a16:creationId xmlns:a16="http://schemas.microsoft.com/office/drawing/2014/main" id="{0649B3AE-AB12-413B-BC84-753B785C8A1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39125" y="6276975"/>
              <a:ext cx="9525" cy="247650"/>
            </a:xfrm>
            <a:custGeom xmlns:a="http://schemas.openxmlformats.org/drawingml/2006/main"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6670">
              <a:solidFill>
                <a:srgbClr val="68717D"/>
              </a:solidFill>
              <a:prstDash val="solid"/>
            </a:ln>
          </p:spPr>
        </p:sp>
        <p:sp>
          <p:nvSpPr>
            <p:cNvPr id="231" name="F4-route-230-0231-custom">
              <a:extLst xmlns:a="http://schemas.openxmlformats.org/drawingml/2006/main">
                <a:ext uri="{FF2B5EF4-FFF2-40B4-BE49-F238E27FC236}">
                  <a16:creationId xmlns:a16="http://schemas.microsoft.com/office/drawing/2014/main" id="{303A23B8-4BB7-426D-98B7-93E2EDB2439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86318" y="6428613"/>
              <a:ext cx="105613" cy="96012"/>
            </a:xfrm>
            <a:custGeom xmlns:a="http://schemas.openxmlformats.org/drawingml/2006/main">
              <a:pathLst>
                <a:path w="105613" h="96012">
                  <a:moveTo>
                    <a:pt x="52807" y="96012"/>
                  </a:moveTo>
                  <a:lnTo>
                    <a:pt x="0" y="0"/>
                  </a:lnTo>
                  <a:lnTo>
                    <a:pt x="105613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sp>
        <p:nvSpPr>
          <p:cNvPr id="302" name="F4-math-887-660"/>
          <p:cNvSpPr txBox="1"/>
          <p:nvPr/>
        </p:nvSpPr>
        <p:spPr>
          <ns0:xfrm xmlns:ns0="http://schemas.openxmlformats.org/drawingml/2006/main">
            <ns0:off x="8410575" y="6276975"/>
            <ns0:ext cx="742950" cy="2762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 ≥ u</ns0:t>
            </ns0:r>
          </ns0:p>
        </p:txBody>
      </p:sp>
      <p:sp>
        <p:nvSpPr>
          <p:cNvPr id="303" name="F4-revised-route-303"/>
          <p:cNvSpPr/>
          <p:nvPr/>
        </p:nvSpPr>
        <p:spPr>
          <ns0:xfrm xmlns:ns0="http://schemas.openxmlformats.org/drawingml/2006/main">
            <ns0:off x="4143375" y="2809875"/>
            <ns0:ext cx="1924050" cy="695325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924050" h="695325" fill="none">
                <ns0:moveTo>
                  <ns0:pt x="0" y="0"/>
                </ns0:moveTo>
                <ns0:lnTo>
                  <ns0:pt x="304800" y="0"/>
                </ns0:lnTo>
                <ns0:lnTo>
                  <ns0:pt x="304800" y="695325"/>
                </ns0:lnTo>
                <ns0:lnTo>
                  <ns0:pt x="1924050" y="695325"/>
                </ns0:lnTo>
              </ns0:path>
            </ns0:pathLst>
          </ns0:custGeom>
          <ns0:noFill xmlns:ns0="http://schemas.openxmlformats.org/drawingml/2006/main"/>
          <ns0:ln xmlns:ns0="http://schemas.openxmlformats.org/drawingml/2006/main" w="25000">
            <ns0:solidFill>
              <ns0:srgbClr val="3C5488"/>
            </ns0:solidFill>
            <ns0:prstDash val="solid"/>
            <ns0:tailEnd type="triangle" w="sm" len="sm"/>
          </ns0:ln>
        </p:spPr>
      </p:sp>
      <p:sp>
        <p:nvSpPr>
          <p:cNvPr id="236" name="F4-math-514-437-0236-text"/>
          <p:cNvSpPr txBox="1"/>
          <p:nvPr/>
        </p:nvSpPr>
        <p:spPr>
          <ns0:xfrm xmlns:ns0="http://schemas.openxmlformats.org/drawingml/2006/main">
            <ns0:off x="4972050" y="3181350"/>
            <ns0:ext cx="457200" cy="2952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02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s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0</ns0:t>
            </ns0:r>
          </ns0:p>
        </p:txBody>
      </p:sp>
      <p:sp>
        <p:nvSpPr>
          <p:cNvPr id="240" name="F4-math-500-685-0240-text"/>
          <p:cNvSpPr txBox="1"/>
          <p:nvPr/>
        </p:nvSpPr>
        <p:spPr>
          <ns0:xfrm xmlns:ns0="http://schemas.openxmlformats.org/drawingml/2006/main">
            <ns0:off x="4819650" y="2200275"/>
            <ns0:ext cx="514350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P</ns0:t>
            </ns0:r>
          </ns0:p>
        </p:txBody>
      </p:sp>
      <p:grpSp>
        <p:nvGrpSpPr>
          <p:cNvPr id="305" name="F4-route-241"/>
          <p:cNvGrpSpPr/>
          <p:nvPr/>
        </p:nvGrpSpPr>
        <p:grpSpPr>
          <ns1:xfrm xmlns:ns1="http://schemas.openxmlformats.org/drawingml/2006/main">
            <ns1:off x="5753100" y="5696521"/>
            <ns1:ext cx="314325" cy="113157"/>
            <ns1:chOff x="5753100" y="5696521"/>
            <ns1:chExt cx="314325" cy="113157"/>
          </ns1:xfrm>
        </p:grpSpPr>
        <p:sp>
          <p:nvSpPr>
            <p:cNvPr id="241" name="F4-route-241-0241-arrow-route">
              <a:extLst xmlns:a="http://schemas.openxmlformats.org/drawingml/2006/main">
                <a:ext uri="{FF2B5EF4-FFF2-40B4-BE49-F238E27FC236}">
                  <a16:creationId xmlns:a16="http://schemas.microsoft.com/office/drawing/2014/main" id="{56D7F348-7578-4F36-99DA-8547921854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53100" y="5753100"/>
              <a:ext cx="314325" cy="9525"/>
            </a:xfrm>
            <a:custGeom xmlns:a="http://schemas.openxmlformats.org/drawingml/2006/main"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C47156"/>
              </a:solidFill>
              <a:prstDash val="solid"/>
            </a:ln>
          </p:spPr>
        </p:sp>
        <p:sp>
          <p:nvSpPr>
            <p:cNvPr id="242" name="F4-route-241-0242-custom">
              <a:extLst xmlns:a="http://schemas.openxmlformats.org/drawingml/2006/main">
                <a:ext uri="{FF2B5EF4-FFF2-40B4-BE49-F238E27FC236}">
                  <a16:creationId xmlns:a16="http://schemas.microsoft.com/office/drawing/2014/main" id="{25369C89-D691-42F5-8FCF-9790E91C30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64555" y="5696521"/>
              <a:ext cx="102870" cy="113157"/>
            </a:xfrm>
            <a:custGeom xmlns:a="http://schemas.openxmlformats.org/drawingml/2006/main">
              <a:pathLst>
                <a:path w="102870" h="113157">
                  <a:moveTo>
                    <a:pt x="102870" y="56579"/>
                  </a:moveTo>
                  <a:lnTo>
                    <a:pt x="0" y="113157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grpSp>
        <p:nvGrpSpPr>
          <p:cNvPr id="306" name="F4-route-243"/>
          <p:cNvGrpSpPr/>
          <p:nvPr/>
        </p:nvGrpSpPr>
        <p:grpSpPr>
          <ns1:xfrm xmlns:ns1="http://schemas.openxmlformats.org/drawingml/2006/main">
            <ns1:off x="5476875" y="2172272"/>
            <ns1:ext cx="6734175" cy="5714428"/>
            <ns1:chOff x="5476875" y="2172272"/>
            <ns1:chExt cx="6734175" cy="5714428"/>
          </ns1:xfrm>
        </p:grpSpPr>
        <p:sp>
          <p:nvSpPr>
            <p:cNvPr id="243" name="F4-route-243-0243-arrow-route">
              <a:extLst xmlns:a="http://schemas.openxmlformats.org/drawingml/2006/main">
                <a:ext uri="{FF2B5EF4-FFF2-40B4-BE49-F238E27FC236}">
                  <a16:creationId xmlns:a16="http://schemas.microsoft.com/office/drawing/2014/main" id="{3DEAC12A-A4AA-404A-9782-B6D6882A59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76875" y="2228850"/>
              <a:ext cx="6734175" cy="5657850"/>
            </a:xfrm>
            <a:custGeom xmlns:a="http://schemas.openxmlformats.org/drawingml/2006/main">
              <a:pathLst>
                <a:path w="6734175" h="5657850">
                  <a:moveTo>
                    <a:pt x="0" y="4029075"/>
                  </a:moveTo>
                  <a:lnTo>
                    <a:pt x="0" y="5657850"/>
                  </a:lnTo>
                  <a:lnTo>
                    <a:pt x="5934075" y="5657850"/>
                  </a:lnTo>
                  <a:lnTo>
                    <a:pt x="5934075" y="0"/>
                  </a:lnTo>
                  <a:lnTo>
                    <a:pt x="67341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C47156"/>
              </a:solidFill>
              <a:prstDash val="solid"/>
            </a:ln>
          </p:spPr>
        </p:sp>
        <p:sp>
          <p:nvSpPr>
            <p:cNvPr id="244" name="F4-route-243-0244-custom">
              <a:extLst xmlns:a="http://schemas.openxmlformats.org/drawingml/2006/main">
                <a:ext uri="{FF2B5EF4-FFF2-40B4-BE49-F238E27FC236}">
                  <a16:creationId xmlns:a16="http://schemas.microsoft.com/office/drawing/2014/main" id="{9040D16D-B639-4A6B-BA1D-0060EFA03C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08180" y="2172272"/>
              <a:ext cx="102870" cy="113157"/>
            </a:xfrm>
            <a:custGeom xmlns:a="http://schemas.openxmlformats.org/drawingml/2006/main">
              <a:pathLst>
                <a:path w="102870" h="113157">
                  <a:moveTo>
                    <a:pt x="102870" y="56578"/>
                  </a:moveTo>
                  <a:lnTo>
                    <a:pt x="0" y="113157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grpSp>
        <p:nvGrpSpPr>
          <p:cNvPr id="307" name="F4-route-245"/>
          <p:cNvGrpSpPr/>
          <p:nvPr/>
        </p:nvGrpSpPr>
        <p:grpSpPr>
          <ns1:xfrm xmlns:ns1="http://schemas.openxmlformats.org/drawingml/2006/main">
            <ns1:off x="9486900" y="7830121"/>
            <ns1:ext cx="295275" cy="113157"/>
            <ns1:chOff x="9486900" y="7830121"/>
            <ns1:chExt cx="295275" cy="113157"/>
          </ns1:xfrm>
        </p:grpSpPr>
        <p:sp>
          <p:nvSpPr>
            <p:cNvPr id="245" name="F4-route-245-0245-arrow-route">
              <a:extLst xmlns:a="http://schemas.openxmlformats.org/drawingml/2006/main">
                <a:ext uri="{FF2B5EF4-FFF2-40B4-BE49-F238E27FC236}">
                  <a16:creationId xmlns:a16="http://schemas.microsoft.com/office/drawing/2014/main" id="{45AA4A31-D229-42F6-B1D2-74968985B1E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86900" y="7886700"/>
              <a:ext cx="295275" cy="9525"/>
            </a:xfrm>
            <a:custGeom xmlns:a="http://schemas.openxmlformats.org/drawingml/2006/main"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C47156"/>
              </a:solidFill>
              <a:prstDash val="solid"/>
            </a:ln>
          </p:spPr>
        </p:sp>
        <p:sp>
          <p:nvSpPr>
            <p:cNvPr id="246" name="F4-route-245-0246-custom">
              <a:extLst xmlns:a="http://schemas.openxmlformats.org/drawingml/2006/main">
                <a:ext uri="{FF2B5EF4-FFF2-40B4-BE49-F238E27FC236}">
                  <a16:creationId xmlns:a16="http://schemas.microsoft.com/office/drawing/2014/main" id="{9C680032-9549-4A21-9DB3-80DCD33B22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679305" y="7830121"/>
              <a:ext cx="102870" cy="113157"/>
            </a:xfrm>
            <a:custGeom xmlns:a="http://schemas.openxmlformats.org/drawingml/2006/main">
              <a:pathLst>
                <a:path w="102870" h="113157">
                  <a:moveTo>
                    <a:pt x="102870" y="56579"/>
                  </a:moveTo>
                  <a:lnTo>
                    <a:pt x="0" y="113157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C47156"/>
            </a:solidFill>
            <a:ln xmlns:a="http://schemas.openxmlformats.org/drawingml/2006/main" w="953">
              <a:solidFill>
                <a:srgbClr val="C47156"/>
              </a:solidFill>
            </a:ln>
          </p:spPr>
        </p:sp>
      </p:grpSp>
      <p:grpSp>
        <p:nvGrpSpPr>
          <p:cNvPr id="308" name="F4-route-247"/>
          <p:cNvGrpSpPr/>
          <p:nvPr/>
        </p:nvGrpSpPr>
        <p:grpSpPr>
          <ns1:xfrm xmlns:ns1="http://schemas.openxmlformats.org/drawingml/2006/main">
            <ns1:off x="10172700" y="1886522"/>
            <ns1:ext cx="2038350" cy="5085778"/>
            <ns1:chOff x="10172700" y="1886522"/>
            <ns1:chExt cx="2038350" cy="5085778"/>
          </ns1:xfrm>
        </p:grpSpPr>
        <p:sp>
          <p:nvSpPr>
            <p:cNvPr id="247" name="F4-route-247-0247-arrow-route">
              <a:extLst xmlns:a="http://schemas.openxmlformats.org/drawingml/2006/main">
                <a:ext uri="{FF2B5EF4-FFF2-40B4-BE49-F238E27FC236}">
                  <a16:creationId xmlns:a16="http://schemas.microsoft.com/office/drawing/2014/main" id="{769EDE36-B693-4976-96D1-08E64331873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72700" y="1943100"/>
              <a:ext cx="2038350" cy="5029200"/>
            </a:xfrm>
            <a:custGeom xmlns:a="http://schemas.openxmlformats.org/drawingml/2006/main">
              <a:pathLst>
                <a:path w="2038350" h="5029200">
                  <a:moveTo>
                    <a:pt x="0" y="5029200"/>
                  </a:moveTo>
                  <a:lnTo>
                    <a:pt x="1047750" y="5029200"/>
                  </a:lnTo>
                  <a:lnTo>
                    <a:pt x="1047750" y="0"/>
                  </a:lnTo>
                  <a:lnTo>
                    <a:pt x="20383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8575">
              <a:solidFill>
                <a:srgbClr val="008C78"/>
              </a:solidFill>
              <a:prstDash val="solid"/>
            </a:ln>
          </p:spPr>
        </p:sp>
        <p:sp>
          <p:nvSpPr>
            <p:cNvPr id="248" name="F4-route-247-0248-custom">
              <a:extLst xmlns:a="http://schemas.openxmlformats.org/drawingml/2006/main">
                <a:ext uri="{FF2B5EF4-FFF2-40B4-BE49-F238E27FC236}">
                  <a16:creationId xmlns:a16="http://schemas.microsoft.com/office/drawing/2014/main" id="{6D531C5C-20D3-46C6-87E8-A432919143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08180" y="1886522"/>
              <a:ext cx="102870" cy="113157"/>
            </a:xfrm>
            <a:custGeom xmlns:a="http://schemas.openxmlformats.org/drawingml/2006/main">
              <a:pathLst>
                <a:path w="102870" h="113157">
                  <a:moveTo>
                    <a:pt x="102870" y="56578"/>
                  </a:moveTo>
                  <a:lnTo>
                    <a:pt x="0" y="113157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008C78"/>
            </a:solidFill>
            <a:ln xmlns:a="http://schemas.openxmlformats.org/drawingml/2006/main" w="953">
              <a:solidFill>
                <a:srgbClr val="008C78"/>
              </a:solidFill>
            </a:ln>
          </p:spPr>
        </p:sp>
      </p:grpSp>
      <p:sp>
        <p:nvSpPr>
          <p:cNvPr id="309" name="F4-math-1088-687"/>
          <p:cNvSpPr txBox="1"/>
          <p:nvPr/>
        </p:nvSpPr>
        <p:spPr>
          <ns0:xfrm xmlns:ns0="http://schemas.openxmlformats.org/drawingml/2006/main">
            <ns0:off x="10401300" y="6553200"/>
            <ns0:ext cx="457200" cy="3429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21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</ns0:p>
        </p:txBody>
      </p:sp>
      <p:grpSp>
        <p:nvGrpSpPr>
          <p:cNvPr id="310" name="F4-route-251"/>
          <p:cNvGrpSpPr/>
          <p:nvPr/>
        </p:nvGrpSpPr>
        <p:grpSpPr>
          <ns1:xfrm xmlns:ns1="http://schemas.openxmlformats.org/drawingml/2006/main">
            <ns1:off x="13392150" y="2025529"/>
            <ns1:ext cx="866775" cy="101841"/>
            <ns1:chOff x="13392150" y="2025529"/>
            <ns1:chExt cx="866775" cy="101841"/>
          </ns1:xfrm>
        </p:grpSpPr>
        <p:sp>
          <p:nvSpPr>
            <p:cNvPr id="251" name="F4-route-251-0251-arrow-route">
              <a:extLst xmlns:a="http://schemas.openxmlformats.org/drawingml/2006/main">
                <a:ext uri="{FF2B5EF4-FFF2-40B4-BE49-F238E27FC236}">
                  <a16:creationId xmlns:a16="http://schemas.microsoft.com/office/drawing/2014/main" id="{C25116FD-4F74-4346-A391-302A8ACEBD0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92150" y="2076450"/>
              <a:ext cx="866775" cy="9525"/>
            </a:xfrm>
            <a:custGeom xmlns:a="http://schemas.openxmlformats.org/drawingml/2006/main">
              <a:pathLst>
                <a:path w="866775" h="9525">
                  <a:moveTo>
                    <a:pt x="0" y="0"/>
                  </a:moveTo>
                  <a:lnTo>
                    <a:pt x="8667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5718">
              <a:solidFill>
                <a:srgbClr val="68717D"/>
              </a:solidFill>
              <a:prstDash val="solid"/>
            </a:ln>
          </p:spPr>
        </p:sp>
        <p:sp>
          <p:nvSpPr>
            <p:cNvPr id="252" name="F4-route-251-0252-custom">
              <a:extLst xmlns:a="http://schemas.openxmlformats.org/drawingml/2006/main">
                <a:ext uri="{FF2B5EF4-FFF2-40B4-BE49-F238E27FC236}">
                  <a16:creationId xmlns:a16="http://schemas.microsoft.com/office/drawing/2014/main" id="{29D41288-5B5C-46DE-90C1-08BE31A5CE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166342" y="2025529"/>
              <a:ext cx="92583" cy="101841"/>
            </a:xfrm>
            <a:custGeom xmlns:a="http://schemas.openxmlformats.org/drawingml/2006/main">
              <a:pathLst>
                <a:path w="92583" h="101841">
                  <a:moveTo>
                    <a:pt x="92583" y="50921"/>
                  </a:moveTo>
                  <a:lnTo>
                    <a:pt x="0" y="101841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grpSp>
        <p:nvGrpSpPr>
          <p:cNvPr id="311" name="F4-route-253"/>
          <p:cNvGrpSpPr/>
          <p:nvPr/>
        </p:nvGrpSpPr>
        <p:grpSpPr>
          <ns1:xfrm xmlns:ns1="http://schemas.openxmlformats.org/drawingml/2006/main">
            <ns1:off x="13872743" y="2638425"/>
            <ns1:ext cx="105613" cy="276225"/>
            <ns1:chOff x="13872743" y="2638425"/>
            <ns1:chExt cx="105613" cy="276225"/>
          </ns1:xfrm>
        </p:grpSpPr>
        <p:sp>
          <p:nvSpPr>
            <p:cNvPr id="253" name="F4-route-253-0253-arrow-route">
              <a:extLst xmlns:a="http://schemas.openxmlformats.org/drawingml/2006/main">
                <a:ext uri="{FF2B5EF4-FFF2-40B4-BE49-F238E27FC236}">
                  <a16:creationId xmlns:a16="http://schemas.microsoft.com/office/drawing/2014/main" id="{798AC24D-8D4C-427F-A83C-045EBD2C05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925550" y="2638425"/>
              <a:ext cx="9525" cy="276225"/>
            </a:xfrm>
            <a:custGeom xmlns:a="http://schemas.openxmlformats.org/drawingml/2006/main"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6670">
              <a:solidFill>
                <a:srgbClr val="68717D"/>
              </a:solidFill>
              <a:prstDash val="solid"/>
            </a:ln>
          </p:spPr>
        </p:sp>
        <p:sp>
          <p:nvSpPr>
            <p:cNvPr id="254" name="F4-route-253-0254-custom">
              <a:extLst xmlns:a="http://schemas.openxmlformats.org/drawingml/2006/main">
                <a:ext uri="{FF2B5EF4-FFF2-40B4-BE49-F238E27FC236}">
                  <a16:creationId xmlns:a16="http://schemas.microsoft.com/office/drawing/2014/main" id="{38FBE81B-C0F1-4FFB-92CB-F7500E58CF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72743" y="2818638"/>
              <a:ext cx="105613" cy="96012"/>
            </a:xfrm>
            <a:custGeom xmlns:a="http://schemas.openxmlformats.org/drawingml/2006/main">
              <a:pathLst>
                <a:path w="105613" h="96012">
                  <a:moveTo>
                    <a:pt x="52807" y="96012"/>
                  </a:moveTo>
                  <a:lnTo>
                    <a:pt x="0" y="0"/>
                  </a:lnTo>
                  <a:lnTo>
                    <a:pt x="105613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sp>
        <p:nvSpPr>
          <p:cNvPr id="255" name="F4-0255-text"/>
          <p:cNvSpPr txBox="1"/>
          <p:nvPr/>
        </p:nvSpPr>
        <p:spPr>
          <ns0:xfrm xmlns:ns0="http://schemas.openxmlformats.org/drawingml/2006/main">
            <ns0:off x="14144625" y="2654618"/>
            <ns0:ext cx="581025" cy="28194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Write</ns0:t>
            </ns0:r>
          </ns0:p>
        </p:txBody>
      </p:sp>
      <p:sp>
        <p:nvSpPr>
          <p:cNvPr id="312" name="F4-math-1543-277"/>
          <p:cNvSpPr txBox="1"/>
          <p:nvPr/>
        </p:nvSpPr>
        <p:spPr>
          <ns0:xfrm xmlns:ns0="http://schemas.openxmlformats.org/drawingml/2006/main">
            <ns0:off x="14687550" y="2638425"/>
            <ns0:ext cx="1809750" cy="3048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l"/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{õ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, Y</ns0:t>
            </ns0:r>
            <ns0:r>
              <ns0:rPr sz="2400" b="0" i="0" baseline="-2500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t</ns0:t>
            </ns0:r>
            <ns0:r>
              <ns0:rPr sz="1875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, metadata}</ns0:t>
            </ns0:r>
          </ns0:p>
        </p:txBody>
      </p:sp>
      <p:grpSp>
        <p:nvGrpSpPr>
          <p:cNvPr id="313" name="F4-route-261"/>
          <p:cNvGrpSpPr/>
          <p:nvPr/>
        </p:nvGrpSpPr>
        <p:grpSpPr>
          <ns1:xfrm xmlns:ns1="http://schemas.openxmlformats.org/drawingml/2006/main">
            <ns1:off x="14301368" y="4981575"/>
            <ns1:ext cx="105613" cy="962025"/>
            <ns1:chOff x="14301368" y="4981575"/>
            <ns1:chExt cx="105613" cy="962025"/>
          </ns1:xfrm>
        </p:grpSpPr>
        <p:sp>
          <p:nvSpPr>
            <p:cNvPr id="261" name="F4-route-261-0261-arrow-route">
              <a:extLst xmlns:a="http://schemas.openxmlformats.org/drawingml/2006/main">
                <a:ext uri="{FF2B5EF4-FFF2-40B4-BE49-F238E27FC236}">
                  <a16:creationId xmlns:a16="http://schemas.microsoft.com/office/drawing/2014/main" id="{40D2DDBD-19C0-4B91-A670-90AADC3E08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354175" y="4981575"/>
              <a:ext cx="9525" cy="962025"/>
            </a:xfrm>
            <a:custGeom xmlns:a="http://schemas.openxmlformats.org/drawingml/2006/main">
              <a:pathLst>
                <a:path w="9525" h="962025">
                  <a:moveTo>
                    <a:pt x="0" y="0"/>
                  </a:moveTo>
                  <a:lnTo>
                    <a:pt x="0" y="962025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6670">
              <a:solidFill>
                <a:srgbClr val="68717D"/>
              </a:solidFill>
              <a:prstDash val="solid"/>
            </a:ln>
          </p:spPr>
        </p:sp>
        <p:sp>
          <p:nvSpPr>
            <p:cNvPr id="262" name="F4-route-261-0262-custom">
              <a:extLst xmlns:a="http://schemas.openxmlformats.org/drawingml/2006/main">
                <a:ext uri="{FF2B5EF4-FFF2-40B4-BE49-F238E27FC236}">
                  <a16:creationId xmlns:a16="http://schemas.microsoft.com/office/drawing/2014/main" id="{61077673-7D59-4E10-BC63-A4B8470D4AC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4301368" y="5847588"/>
              <a:ext cx="105613" cy="96012"/>
            </a:xfrm>
            <a:custGeom xmlns:a="http://schemas.openxmlformats.org/drawingml/2006/main">
              <a:pathLst>
                <a:path w="105613" h="96012">
                  <a:moveTo>
                    <a:pt x="52807" y="96012"/>
                  </a:moveTo>
                  <a:lnTo>
                    <a:pt x="0" y="0"/>
                  </a:lnTo>
                  <a:lnTo>
                    <a:pt x="105613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grpSp>
        <p:nvGrpSpPr>
          <p:cNvPr id="314" name="F4-route-263"/>
          <p:cNvGrpSpPr/>
          <p:nvPr/>
        </p:nvGrpSpPr>
        <p:grpSpPr>
          <ns1:xfrm xmlns:ns1="http://schemas.openxmlformats.org/drawingml/2006/main">
            <ns1:off x="13406018" y="5791200"/>
            <ns1:ext cx="105613" cy="152400"/>
            <ns1:chOff x="13406018" y="5791200"/>
            <ns1:chExt cx="105613" cy="152400"/>
          </ns1:xfrm>
        </p:grpSpPr>
        <p:sp>
          <p:nvSpPr>
            <p:cNvPr id="263" name="F4-route-263-0263-arrow-route">
              <a:extLst xmlns:a="http://schemas.openxmlformats.org/drawingml/2006/main">
                <a:ext uri="{FF2B5EF4-FFF2-40B4-BE49-F238E27FC236}">
                  <a16:creationId xmlns:a16="http://schemas.microsoft.com/office/drawing/2014/main" id="{D8BEC247-E71F-46F0-B701-CACAC75B7C9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58825" y="5791200"/>
              <a:ext cx="9525" cy="152400"/>
            </a:xfrm>
            <a:custGeom xmlns:a="http://schemas.openxmlformats.org/drawingml/2006/main"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6670">
              <a:solidFill>
                <a:srgbClr val="3C5488"/>
              </a:solidFill>
              <a:prstDash val="solid"/>
            </a:ln>
          </p:spPr>
        </p:sp>
        <p:sp>
          <p:nvSpPr>
            <p:cNvPr id="264" name="F4-route-263-0264-custom">
              <a:extLst xmlns:a="http://schemas.openxmlformats.org/drawingml/2006/main">
                <a:ext uri="{FF2B5EF4-FFF2-40B4-BE49-F238E27FC236}">
                  <a16:creationId xmlns:a16="http://schemas.microsoft.com/office/drawing/2014/main" id="{6881EA82-C779-4E9D-956D-E2B50AC178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406018" y="5847588"/>
              <a:ext cx="105613" cy="96012"/>
            </a:xfrm>
            <a:custGeom xmlns:a="http://schemas.openxmlformats.org/drawingml/2006/main">
              <a:pathLst>
                <a:path w="105613" h="96012">
                  <a:moveTo>
                    <a:pt x="52807" y="96012"/>
                  </a:moveTo>
                  <a:lnTo>
                    <a:pt x="0" y="0"/>
                  </a:lnTo>
                  <a:lnTo>
                    <a:pt x="105613" y="0"/>
                  </a:lnTo>
                  <a:close/>
                </a:path>
              </a:pathLst>
            </a:custGeom>
            <a:solidFill xmlns:a="http://schemas.openxmlformats.org/drawingml/2006/main">
              <a:srgbClr val="3C5488"/>
            </a:solidFill>
            <a:ln xmlns:a="http://schemas.openxmlformats.org/drawingml/2006/main" w="953">
              <a:solidFill>
                <a:srgbClr val="3C5488"/>
              </a:solidFill>
            </a:ln>
          </p:spPr>
        </p:sp>
      </p:grpSp>
      <p:grpSp>
        <p:nvGrpSpPr>
          <p:cNvPr id="315" name="F4-route-265"/>
          <p:cNvGrpSpPr/>
          <p:nvPr/>
        </p:nvGrpSpPr>
        <p:grpSpPr>
          <ns1:xfrm xmlns:ns1="http://schemas.openxmlformats.org/drawingml/2006/main">
            <ns1:off x="13615568" y="6334125"/>
            <ns1:ext cx="105613" cy="152400"/>
            <ns1:chOff x="13615568" y="6334125"/>
            <ns1:chExt cx="105613" cy="152400"/>
          </ns1:xfrm>
        </p:grpSpPr>
        <p:sp>
          <p:nvSpPr>
            <p:cNvPr id="265" name="F4-route-265-0265-arrow-route">
              <a:extLst xmlns:a="http://schemas.openxmlformats.org/drawingml/2006/main">
                <a:ext uri="{FF2B5EF4-FFF2-40B4-BE49-F238E27FC236}">
                  <a16:creationId xmlns:a16="http://schemas.microsoft.com/office/drawing/2014/main" id="{2759AED2-A29D-406E-90A1-65D062D485C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68375" y="6334125"/>
              <a:ext cx="9525" cy="152400"/>
            </a:xfrm>
            <a:custGeom xmlns:a="http://schemas.openxmlformats.org/drawingml/2006/main"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26670">
              <a:solidFill>
                <a:srgbClr val="68717D"/>
              </a:solidFill>
              <a:prstDash val="solid"/>
            </a:ln>
          </p:spPr>
        </p:sp>
        <p:sp>
          <p:nvSpPr>
            <p:cNvPr id="266" name="F4-route-265-0266-custom">
              <a:extLst xmlns:a="http://schemas.openxmlformats.org/drawingml/2006/main">
                <a:ext uri="{FF2B5EF4-FFF2-40B4-BE49-F238E27FC236}">
                  <a16:creationId xmlns:a16="http://schemas.microsoft.com/office/drawing/2014/main" id="{7873D76A-DC96-4E51-9AED-694DB8DA0A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615568" y="6390513"/>
              <a:ext cx="105613" cy="96012"/>
            </a:xfrm>
            <a:custGeom xmlns:a="http://schemas.openxmlformats.org/drawingml/2006/main">
              <a:pathLst>
                <a:path w="105613" h="96012">
                  <a:moveTo>
                    <a:pt x="52807" y="96012"/>
                  </a:moveTo>
                  <a:lnTo>
                    <a:pt x="0" y="0"/>
                  </a:lnTo>
                  <a:lnTo>
                    <a:pt x="105613" y="0"/>
                  </a:lnTo>
                  <a:close/>
                </a:path>
              </a:pathLst>
            </a:custGeom>
            <a:solidFill xmlns:a="http://schemas.openxmlformats.org/drawingml/2006/main">
              <a:srgbClr val="68717D"/>
            </a:solidFill>
            <a:ln xmlns:a="http://schemas.openxmlformats.org/drawingml/2006/main" w="953">
              <a:solidFill>
                <a:srgbClr val="68717D"/>
              </a:solidFill>
            </a:ln>
          </p:spPr>
        </p:sp>
      </p:grpSp>
      <p:sp>
        <p:nvSpPr>
          <p:cNvPr id="316" name="F4-revised-route-316"/>
          <p:cNvSpPr/>
          <p:nvPr/>
        </p:nvSpPr>
        <p:spPr>
          <ns0:xfrm xmlns:ns0="http://schemas.openxmlformats.org/drawingml/2006/main">
            <ns0:off x="14744700" y="7153275"/>
            <ns0:ext cx="352425" cy="9525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352425" h="9525" fill="none">
                <ns0:moveTo>
                  <ns0:pt x="0" y="0"/>
                </ns0:moveTo>
                <ns0:lnTo>
                  <ns0:pt x="352425" y="0"/>
                </ns0:lnTo>
              </ns0:path>
            </ns0:pathLst>
          </ns0:custGeom>
          <ns0:noFill xmlns:ns0="http://schemas.openxmlformats.org/drawingml/2006/main"/>
          <ns0:ln xmlns:ns0="http://schemas.openxmlformats.org/drawingml/2006/main" w="25000">
            <ns0:solidFill>
              <ns0:srgbClr val="687381"/>
            </ns0:solidFill>
            <ns0:prstDash val="solid"/>
            <ns0:tailEnd type="triangle" w="sm" len="sm"/>
          </ns0:ln>
        </p:spPr>
      </p:sp>
      <p:sp>
        <p:nvSpPr>
          <p:cNvPr id="8000" name="F4-0007-text"/>
          <p:cNvSpPr txBox="1"/>
          <p:nvPr/>
        </p:nvSpPr>
        <p:spPr>
          <ns0:xfrm xmlns:ns0="http://schemas.openxmlformats.org/drawingml/2006/main">
            <ns0:off x="7058025" y="4552950"/>
            <ns0:ext cx="552450" cy="31432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255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=</ns0:t>
            </ns0:r>
          </ns0:p>
        </p:txBody>
      </p:sp>
      <p:sp>
        <p:nvSpPr>
          <p:cNvPr id="8001" name="F4-0007-text"/>
          <p:cNvSpPr txBox="1"/>
          <p:nvPr/>
        </p:nvSpPr>
        <p:spPr>
          <ns0:xfrm xmlns:ns0="http://schemas.openxmlformats.org/drawingml/2006/main">
            <ns0:off x="6924675" y="5705475"/>
            <ns0:ext cx="504825" cy="447675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33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=</ns0:t>
            </ns0:r>
          </ns0:p>
        </p:txBody>
      </p:sp>
      <p:sp>
        <p:nvSpPr>
          <p:cNvPr id="8040" name="F4-revised-route-8040"/>
          <p:cNvSpPr/>
          <p:nvPr/>
        </p:nvSpPr>
        <p:spPr>
          <ns0:xfrm xmlns:ns0="http://schemas.openxmlformats.org/drawingml/2006/main">
            <ns0:off x="4143375" y="2533650"/>
            <ns0:ext cx="1924050" cy="356235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924050" h="3562350" fill="none">
                <ns0:moveTo>
                  <ns0:pt x="0" y="3562350"/>
                </ns0:moveTo>
                <ns0:lnTo>
                  <ns0:pt x="381000" y="3562350"/>
                </ns0:lnTo>
                <ns0:lnTo>
                  <ns0:pt x="381000" y="0"/>
                </ns0:lnTo>
                <ns0:lnTo>
                  <ns0:pt x="1924050" y="0"/>
                </ns0:lnTo>
              </ns0:path>
            </ns0:pathLst>
          </ns0:custGeom>
          <ns0:noFill xmlns:ns0="http://schemas.openxmlformats.org/drawingml/2006/main"/>
          <ns0:ln xmlns:ns0="http://schemas.openxmlformats.org/drawingml/2006/main" w="25000">
            <ns0:solidFill>
              <ns0:srgbClr val="7685AA"/>
            </ns0:solidFill>
            <ns0:prstDash val="solid"/>
            <ns0:tailEnd type="triangle" w="sm" len="sm"/>
          </ns0:ln>
        </p:spPr>
      </p:sp>
      <p:sp>
        <p:nvSpPr>
          <p:cNvPr id="8050" name="F4-revised-route-8050"/>
          <p:cNvSpPr/>
          <p:nvPr/>
        </p:nvSpPr>
        <p:spPr>
          <ns0:xfrm xmlns:ns0="http://schemas.openxmlformats.org/drawingml/2006/main">
            <ns0:off x="10172700" y="2409825"/>
            <ns0:ext cx="342900" cy="2181225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342900" h="2181225" fill="none">
                <ns0:moveTo>
                  <ns0:pt x="0" y="2181225"/>
                </ns0:moveTo>
                <ns0:lnTo>
                  <ns0:pt x="342900" y="2181225"/>
                </ns0:lnTo>
                <ns0:lnTo>
                  <ns0:pt x="342900" y="0"/>
                </ns0:lnTo>
                <ns0:lnTo>
                  <ns0:pt x="0" y="0"/>
                </ns0:lnTo>
              </ns0:path>
            </ns0:pathLst>
          </ns0:custGeom>
          <ns0:noFill xmlns:ns0="http://schemas.openxmlformats.org/drawingml/2006/main"/>
          <ns0:ln xmlns:ns0="http://schemas.openxmlformats.org/drawingml/2006/main" w="25000">
            <ns0:solidFill>
              <ns0:srgbClr val="7685AA"/>
            </ns0:solidFill>
            <ns0:prstDash val="dash"/>
            <ns0:tailEnd type="triangle" w="sm" len="sm"/>
          </ns0:ln>
        </p:spPr>
      </p:sp>
      <p:sp>
        <p:nvSpPr>
          <p:cNvPr id="8051" name="F4-0007-text"/>
          <p:cNvSpPr txBox="1"/>
          <p:nvPr/>
        </p:nvSpPr>
        <p:spPr>
          <ns0:xfrm xmlns:ns0="http://schemas.openxmlformats.org/drawingml/2006/main">
            <ns0:off x="10191750" y="3143250"/>
            <ns0:ext cx="323850" cy="2286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fail</ns0:t>
            </ns0:r>
          </ns0:p>
        </p:txBody>
      </p:sp>
      <p:sp>
        <p:nvSpPr>
          <p:cNvPr id="8052" name="F4-0007-text"/>
          <p:cNvSpPr txBox="1"/>
          <p:nvPr/>
        </p:nvSpPr>
        <p:spPr>
          <ns0:xfrm xmlns:ns0="http://schemas.openxmlformats.org/drawingml/2006/main">
            <ns0:off x="8420100" y="5076825"/>
            <ns0:ext cx="657225" cy="20955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pass</ns0:t>
            </ns0:r>
          </ns0:p>
        </p:txBody>
      </p:sp>
      <p:sp>
        <p:nvSpPr>
          <p:cNvPr id="8070" name="F4-0007-text"/>
          <p:cNvSpPr txBox="1"/>
          <p:nvPr/>
        </p:nvSpPr>
        <p:spPr>
          <ns0:xfrm xmlns:ns0="http://schemas.openxmlformats.org/drawingml/2006/main">
            <ns0:off x="7950200" y="2679700"/>
            <ns0:ext cx="2171700" cy="1905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 w="0">
            <ns0:noFill/>
          </ns0:ln>
        </p:spPr>
        <p:txBody>
          <ns0:bodyPr xmlns:ns0="http://schemas.openxmlformats.org/drawingml/2006/main" wrap="none" lIns="0" tIns="0" rIns="0" bIns="0" anchor="ctr">
            <ns0:noAutofit/>
          </ns0:bodyPr>
          <ns0:lstStyle xmlns:ns0="http://schemas.openxmlformats.org/drawingml/2006/main"/>
          <ns0:p xmlns:ns0="http://schemas.openxmlformats.org/drawingml/2006/main">
            <ns0:pPr algn="ctr"/>
            <ns0:r>
              <ns0:rPr sz="1800" b="0" i="0" baseline="0">
                <ns0:solidFill>
                  <ns0:srgbClr val="252A32"/>
                </ns0:solidFill>
                <ns0:latin typeface="Times New Roman"/>
                <ns0:ea typeface="Times New Roman"/>
                <ns0:cs typeface="Times New Roman"/>
              </ns0:rPr>
              <ns0:t>λ = 0: identity fallback</ns0:t>
            </ns0:r>
          </ns0:p>
        </p:txBody>
      </p:sp>
    </p:spTree>
    <p:extLst>
      <p:ext uri="{BB962C8B-B14F-4D97-AF65-F5344CB8AC3E}">
        <p14:creationId xmlns:p14="http://schemas.microsoft.com/office/powerpoint/2010/main" val="1434695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252A32"/>
      </a:dk1>
      <a:lt1>
        <a:srgbClr val="FFFFFF"/>
      </a:lt1>
      <a:dk2>
        <a:srgbClr val="20252D"/>
      </a:dk2>
      <a:lt2>
        <a:srgbClr val="F7F8FA"/>
      </a:lt2>
      <a:accent1>
        <a:srgbClr val="3C5488"/>
      </a:accent1>
      <a:accent2>
        <a:srgbClr val="F39B7F"/>
      </a:accent2>
      <a:accent3>
        <a:srgbClr val="8491B4"/>
      </a:accent3>
      <a:accent4>
        <a:srgbClr val="00A087"/>
      </a:accent4>
      <a:accent5>
        <a:srgbClr val="68717D"/>
      </a:accent5>
      <a:accent6>
        <a:srgbClr val="DFAE9F"/>
      </a:accent6>
      <a:hlink>
        <a:srgbClr val="3C5488"/>
      </a:hlink>
      <a:folHlink>
        <a:srgbClr val="8491B4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252A32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252A32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252A32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252A32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252A32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252A32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252A32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Anonymous Contributors</dc:creator>
  <lastModifiedBy>Anonymous Contributors</lastModifiedBy>
  <dc:title>Presentation</dc:title>
  <dcterms:created xsi:type="dcterms:W3CDTF">2026-09-15T15:18:03.3190000Z</dcterms:created>
  <dcterms:modified xsi:type="dcterms:W3CDTF">2026-09-15T15:18:03.3190000Z</dcterms:modified>
</coreProperties>
</file>